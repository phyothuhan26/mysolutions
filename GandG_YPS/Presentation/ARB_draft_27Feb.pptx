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62" r:id="rId4"/>
    <p:sldId id="265" r:id="rId5"/>
    <p:sldId id="256" r:id="rId6"/>
    <p:sldId id="257" r:id="rId7"/>
    <p:sldId id="264" r:id="rId8"/>
    <p:sldId id="258" r:id="rId9"/>
    <p:sldId id="267" r:id="rId10"/>
    <p:sldId id="268" r:id="rId11"/>
    <p:sldId id="263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9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364BDB-7A72-8270-2668-0FC20E82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013243-7341-9D94-468D-293D0378C6C0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B8BE2-57BD-5A90-C7AD-75705A5BCD9A}"/>
              </a:ext>
            </a:extLst>
          </p:cNvPr>
          <p:cNvSpPr txBox="1"/>
          <p:nvPr/>
        </p:nvSpPr>
        <p:spPr>
          <a:xfrm>
            <a:off x="3328086" y="2770312"/>
            <a:ext cx="275857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rPr lang="en-US" dirty="0"/>
              <a:t>YPS REVAMP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5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36E81-284F-F0CF-D624-D1EA58ED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4E4504-A955-002F-7474-02A5932BB5E1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CD773-42EC-1470-E2BE-DB920A7B75A9}"/>
              </a:ext>
            </a:extLst>
          </p:cNvPr>
          <p:cNvSpPr txBox="1"/>
          <p:nvPr/>
        </p:nvSpPr>
        <p:spPr>
          <a:xfrm>
            <a:off x="2619632" y="331912"/>
            <a:ext cx="54223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/>
              <a:t>Large Data Volume &amp; Increasing Transaction Load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24023-7799-44C6-82A1-F59C3AAA36BC}"/>
              </a:ext>
            </a:extLst>
          </p:cNvPr>
          <p:cNvSpPr txBox="1"/>
          <p:nvPr/>
        </p:nvSpPr>
        <p:spPr>
          <a:xfrm>
            <a:off x="535459" y="1194486"/>
            <a:ext cx="66232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Current Problems 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8817D28-4810-02A6-7C64-313FD4AF7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59" y="1603866"/>
            <a:ext cx="7957751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E-Service transactions (Top-up, YPS, etc.) are processed slowly.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 transaction saving experiences delays.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ERP synchronization process is slow.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 transaction table is continuously growing in size.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4B3725-6D2C-707D-0D59-7D2C750678CD}"/>
              </a:ext>
            </a:extLst>
          </p:cNvPr>
          <p:cNvSpPr txBox="1"/>
          <p:nvPr/>
        </p:nvSpPr>
        <p:spPr>
          <a:xfrm>
            <a:off x="535459" y="3429686"/>
            <a:ext cx="461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Business Expansion Impact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5073DD9-16B4-F37F-8AC8-146EF22EC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59" y="3799018"/>
            <a:ext cx="731520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YPS E-Service will expand to all G&amp;G stores via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Sunmi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transaction volume is expected to increase significantly.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load may multiply across all stores.</a:t>
            </a:r>
          </a:p>
        </p:txBody>
      </p:sp>
    </p:spTree>
    <p:extLst>
      <p:ext uri="{BB962C8B-B14F-4D97-AF65-F5344CB8AC3E}">
        <p14:creationId xmlns:p14="http://schemas.microsoft.com/office/powerpoint/2010/main" val="42889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9A206-4B18-5BE0-0A6C-21318F91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F14B47-54F2-254F-1538-5773764392B8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C661F9-551D-EB51-C2F9-6E572A5DFECB}"/>
              </a:ext>
            </a:extLst>
          </p:cNvPr>
          <p:cNvSpPr txBox="1"/>
          <p:nvPr/>
        </p:nvSpPr>
        <p:spPr>
          <a:xfrm>
            <a:off x="2619632" y="331912"/>
            <a:ext cx="54223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/>
              <a:t>Large Data Volume &amp; Increasing Transaction Load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E953D286-48F0-3E03-A4C6-6983FB61D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89" y="1422564"/>
            <a:ext cx="6944497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 database must retain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years of transaction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All-store reports require up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months of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 stores must access reports up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180 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D68B7A-339D-7FDF-8B75-FF008121F8EA}"/>
              </a:ext>
            </a:extLst>
          </p:cNvPr>
          <p:cNvSpPr txBox="1"/>
          <p:nvPr/>
        </p:nvSpPr>
        <p:spPr>
          <a:xfrm>
            <a:off x="717603" y="1126977"/>
            <a:ext cx="461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&amp; Reporting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62D37D-CF83-75C5-898D-2D9B1D5DDA02}"/>
              </a:ext>
            </a:extLst>
          </p:cNvPr>
          <p:cNvSpPr txBox="1"/>
          <p:nvPr/>
        </p:nvSpPr>
        <p:spPr>
          <a:xfrm>
            <a:off x="717603" y="2919603"/>
            <a:ext cx="7324347" cy="2819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Concern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Growing data volume impacts: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Query performance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ERP sync performance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Report generation speed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System scalability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Current architecture may not sustain projected transaction growth.</a:t>
            </a:r>
          </a:p>
        </p:txBody>
      </p:sp>
    </p:spTree>
    <p:extLst>
      <p:ext uri="{BB962C8B-B14F-4D97-AF65-F5344CB8AC3E}">
        <p14:creationId xmlns:p14="http://schemas.microsoft.com/office/powerpoint/2010/main" val="9633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Option C – Dedicated YPS + Sale Service (Recommended)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Approach:</a:t>
            </a:r>
          </a:p>
          <a:p>
            <a:pPr lvl="1"/>
            <a:r>
              <a:t>Separate YPS Service for YPS transactions.</a:t>
            </a:r>
          </a:p>
          <a:p>
            <a:pPr lvl="1"/>
            <a:r>
              <a:t>G&amp;G E-Service for other E-Services.</a:t>
            </a:r>
          </a:p>
          <a:p>
            <a:pPr lvl="1"/>
            <a:r>
              <a:t>Dedicated Sale Service consumes and stores sale data.</a:t>
            </a:r>
          </a:p>
          <a:p>
            <a:pPr lvl="1"/>
            <a:r>
              <a:t>RabbitMQ as event backbone.</a:t>
            </a:r>
          </a:p>
          <a:p>
            <a:pPr lvl="1"/>
            <a:endParaRPr/>
          </a:p>
          <a:p>
            <a:pPr lvl="1"/>
            <a:r>
              <a:t>Benefits:</a:t>
            </a:r>
          </a:p>
          <a:p>
            <a:pPr lvl="1"/>
            <a:r>
              <a:t>Clear service separation.</a:t>
            </a:r>
          </a:p>
          <a:p>
            <a:pPr lvl="1"/>
            <a:r>
              <a:t>Independent scaling (YPS / E-Service / Sale).</a:t>
            </a:r>
          </a:p>
          <a:p>
            <a:pPr lvl="1"/>
            <a:r>
              <a:t>Future-ready for microservices.</a:t>
            </a:r>
          </a:p>
          <a:p>
            <a:pPr lvl="1"/>
            <a:endParaRPr/>
          </a:p>
          <a:p>
            <a:pPr lvl="1"/>
            <a:r>
              <a:t>Consideration:</a:t>
            </a:r>
          </a:p>
          <a:p>
            <a:pPr lvl="1"/>
            <a:r>
              <a:t>Higher initial development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3697" y="28832"/>
            <a:ext cx="22524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rPr lang="en-US" dirty="0"/>
              <a:t>High Level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42805-4F1D-CFBC-9F55-533B2A587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7" y="74552"/>
            <a:ext cx="8987481" cy="6672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EA6E9-CC43-4444-C29D-9088947A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4BEE28-257A-0C04-B70E-C022BB56FE3E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80A06-EF07-74E9-A88F-6CC00B7C4DDC}"/>
              </a:ext>
            </a:extLst>
          </p:cNvPr>
          <p:cNvSpPr txBox="1"/>
          <p:nvPr/>
        </p:nvSpPr>
        <p:spPr>
          <a:xfrm>
            <a:off x="914400" y="1371600"/>
            <a:ext cx="33382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rPr dirty="0" err="1"/>
              <a:t>Presetation</a:t>
            </a:r>
            <a:r>
              <a:rPr dirty="0"/>
              <a:t>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31BDC-10E9-1CB2-97E0-048E3903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" y="65903"/>
            <a:ext cx="8979243" cy="663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45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Option B – Separate YPS Service + RabbitMQ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Approach:</a:t>
            </a:r>
          </a:p>
          <a:p>
            <a:pPr lvl="1"/>
            <a:r>
              <a:t>Dedicated YPS Entry Service for YPS transactions.</a:t>
            </a:r>
          </a:p>
          <a:p>
            <a:pPr lvl="1"/>
            <a:r>
              <a:t>G&amp;G E-Service handles other E-Services.</a:t>
            </a:r>
          </a:p>
          <a:p>
            <a:pPr lvl="1"/>
            <a:r>
              <a:t>RabbitMQ used for async processing.</a:t>
            </a:r>
          </a:p>
          <a:p>
            <a:pPr lvl="1"/>
            <a:endParaRPr/>
          </a:p>
          <a:p>
            <a:pPr lvl="1"/>
            <a:r>
              <a:t>Benefits:</a:t>
            </a:r>
          </a:p>
          <a:p>
            <a:pPr lvl="1"/>
            <a:r>
              <a:t>Independent scaling for YPS.</a:t>
            </a:r>
          </a:p>
          <a:p>
            <a:pPr lvl="1"/>
            <a:r>
              <a:t>Better transaction isolation.</a:t>
            </a:r>
          </a:p>
          <a:p>
            <a:pPr lvl="1"/>
            <a:endParaRPr/>
          </a:p>
          <a:p>
            <a:pPr lvl="1"/>
            <a:r>
              <a:t>Limitation:</a:t>
            </a:r>
          </a:p>
          <a:p>
            <a:pPr lvl="1"/>
            <a:r>
              <a:t>More development effort than Option 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F7661-A7D4-4422-5A52-AFC3E5C9C951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530F2-1EE3-086C-6774-63ECE83E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EB7393-44C1-437A-80CD-8F6C3A33AF2A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90C0C-6F07-D212-7324-D3AE760B7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3" y="0"/>
            <a:ext cx="8995719" cy="681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92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7DE58-8F00-EFBC-9EE5-BC92057D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26186-C51E-5C57-EE30-23F8664D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Context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62B330-FF51-999B-302D-B30F6A4C6C2A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431D3F-0F81-1255-A832-CB01C2C8F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6865"/>
            <a:ext cx="9144000" cy="307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92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B23C1-C443-D561-52B0-3732071FC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90E1-F559-E792-3042-F6CA47F9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Container Diagram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E0D5F2-8AFE-0DD6-C87B-55F978068E8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DAC9F-4901-3852-74CE-A5483B0B0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425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02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Option A – RabbitMQ-Based Processing (Quick Improvement)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Approach:</a:t>
            </a:r>
          </a:p>
          <a:p>
            <a:pPr lvl="1"/>
            <a:r>
              <a:t>Use RabbitMQ to store E-Service transactions.</a:t>
            </a:r>
          </a:p>
          <a:p>
            <a:pPr lvl="1"/>
            <a:r>
              <a:t>Backend consumes messages asynchronously.</a:t>
            </a:r>
          </a:p>
          <a:p>
            <a:pPr lvl="1"/>
            <a:r>
              <a:t>Sale data saved after consumption.</a:t>
            </a:r>
          </a:p>
          <a:p>
            <a:pPr lvl="1"/>
            <a:endParaRPr/>
          </a:p>
          <a:p>
            <a:pPr lvl="1"/>
            <a:r>
              <a:t>Benefits:</a:t>
            </a:r>
          </a:p>
          <a:p>
            <a:pPr lvl="1"/>
            <a:r>
              <a:t>Fast POS response (non-blocking).</a:t>
            </a:r>
          </a:p>
          <a:p>
            <a:pPr lvl="1"/>
            <a:r>
              <a:t>Minimal architecture change.</a:t>
            </a:r>
          </a:p>
          <a:p>
            <a:pPr lvl="1"/>
            <a:r>
              <a:t>Short development time.</a:t>
            </a:r>
          </a:p>
          <a:p>
            <a:pPr lvl="1"/>
            <a:endParaRPr/>
          </a:p>
          <a:p>
            <a:pPr lvl="1"/>
            <a:r>
              <a:t>Limitation:</a:t>
            </a:r>
          </a:p>
          <a:p>
            <a:pPr lvl="1"/>
            <a:r>
              <a:t>Limited long-term scalability.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F9DE94-0412-2D18-AF0D-F6021B9DE03E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end to end work(</a:t>
            </a:r>
            <a:r>
              <a:rPr lang="en-US" strike="sngStrike" dirty="0" err="1"/>
              <a:t>g&amp;G</a:t>
            </a:r>
            <a:r>
              <a:rPr lang="en-US" strike="sngStrike" dirty="0"/>
              <a:t> backend  connection  </a:t>
            </a:r>
            <a:r>
              <a:rPr lang="en-US" dirty="0"/>
              <a:t>,sync flow detail)? Code study, flow research</a:t>
            </a:r>
          </a:p>
          <a:p>
            <a:pPr marL="514350" indent="-514350">
              <a:buFont typeface="+mj-lt"/>
              <a:buAutoNum type="arabicPeriod"/>
            </a:pPr>
            <a:r>
              <a:rPr lang="en-US" strike="sngStrike" dirty="0"/>
              <a:t>Sale database size –more than 7 million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sale flow align with rabbit </a:t>
            </a:r>
            <a:r>
              <a:rPr lang="en-US" dirty="0" err="1"/>
              <a:t>mq</a:t>
            </a:r>
            <a:r>
              <a:rPr lang="en-US" dirty="0"/>
              <a:t> &amp; how top up &amp; print flow align.(what data store ,how process without non blocking)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MQ support event store stream play like Kafka and how it support in Alibaba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Which external service connect to  </a:t>
            </a:r>
            <a:r>
              <a:rPr lang="en-US" dirty="0" err="1"/>
              <a:t>g&amp;g</a:t>
            </a:r>
            <a:r>
              <a:rPr lang="en-US" dirty="0"/>
              <a:t> backend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queue process table is extra or not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DBFDD-491C-8B55-A90D-64C107EDAE9F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411</Words>
  <Application>Microsoft Office PowerPoint</Application>
  <PresentationFormat>On-screen Show (4:3)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Option C – Dedicated YPS + Sale Service (Recommended)</vt:lpstr>
      <vt:lpstr>PowerPoint Presentation</vt:lpstr>
      <vt:lpstr>PowerPoint Presentation</vt:lpstr>
      <vt:lpstr>Option B – Separate YPS Service + RabbitMQ</vt:lpstr>
      <vt:lpstr>PowerPoint Presentation</vt:lpstr>
      <vt:lpstr>System Context</vt:lpstr>
      <vt:lpstr>Container Diagram</vt:lpstr>
      <vt:lpstr>Option A – RabbitMQ-Based Processing (Quick Improvement)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Phyo Thu Han</cp:lastModifiedBy>
  <cp:revision>7</cp:revision>
  <dcterms:created xsi:type="dcterms:W3CDTF">2013-01-27T09:14:16Z</dcterms:created>
  <dcterms:modified xsi:type="dcterms:W3CDTF">2026-03-05T04:40:29Z</dcterms:modified>
  <cp:category/>
</cp:coreProperties>
</file>