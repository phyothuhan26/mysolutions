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1" r:id="rId4"/>
  </p:sldMasterIdLst>
  <p:notesMasterIdLst>
    <p:notesMasterId r:id="rId26"/>
  </p:notesMasterIdLst>
  <p:sldIdLst>
    <p:sldId id="2145708748" r:id="rId5"/>
    <p:sldId id="2145708771" r:id="rId6"/>
    <p:sldId id="2145708772" r:id="rId7"/>
    <p:sldId id="2145708750" r:id="rId8"/>
    <p:sldId id="2145708752" r:id="rId9"/>
    <p:sldId id="2145708761" r:id="rId10"/>
    <p:sldId id="2145708773" r:id="rId11"/>
    <p:sldId id="2145708758" r:id="rId12"/>
    <p:sldId id="2145708762" r:id="rId13"/>
    <p:sldId id="2145708778" r:id="rId14"/>
    <p:sldId id="2145708757" r:id="rId15"/>
    <p:sldId id="2145708774" r:id="rId16"/>
    <p:sldId id="2145708775" r:id="rId17"/>
    <p:sldId id="2145708754" r:id="rId18"/>
    <p:sldId id="2145708755" r:id="rId19"/>
    <p:sldId id="2145708776" r:id="rId20"/>
    <p:sldId id="2145708759" r:id="rId21"/>
    <p:sldId id="2145708777" r:id="rId22"/>
    <p:sldId id="2145708756" r:id="rId23"/>
    <p:sldId id="2145708760" r:id="rId24"/>
    <p:sldId id="2145708766" r:id="rId2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F878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361" autoAdjust="0"/>
    <p:restoredTop sz="94660"/>
  </p:normalViewPr>
  <p:slideViewPr>
    <p:cSldViewPr snapToGrid="0">
      <p:cViewPr varScale="1">
        <p:scale>
          <a:sx n="93" d="100"/>
          <a:sy n="93" d="100"/>
        </p:scale>
        <p:origin x="288"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notesMaster" Target="notesMasters/notesMaster1.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31" Type="http://schemas.microsoft.com/office/2016/11/relationships/changesInfo" Target="changesInfos/changesInfo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presProps" Target="presProps.xml"/><Relationship Id="rId30"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ung Myo Aye" userId="e1862572-8acc-4a7b-a49a-743c77eeb174" providerId="ADAL" clId="{A68CC819-48BB-418B-9452-3602D0216508}"/>
    <pc:docChg chg="undo custSel addSld delSld modSld">
      <pc:chgData name="Aung Myo Aye" userId="e1862572-8acc-4a7b-a49a-743c77eeb174" providerId="ADAL" clId="{A68CC819-48BB-418B-9452-3602D0216508}" dt="2025-02-13T08:56:41.126" v="2054" actId="20577"/>
      <pc:docMkLst>
        <pc:docMk/>
      </pc:docMkLst>
      <pc:sldChg chg="delSp modSp add del mod">
        <pc:chgData name="Aung Myo Aye" userId="e1862572-8acc-4a7b-a49a-743c77eeb174" providerId="ADAL" clId="{A68CC819-48BB-418B-9452-3602D0216508}" dt="2025-01-29T02:39:15.149" v="67" actId="47"/>
        <pc:sldMkLst>
          <pc:docMk/>
          <pc:sldMk cId="521418458" sldId="6367"/>
        </pc:sldMkLst>
      </pc:sldChg>
      <pc:sldChg chg="del">
        <pc:chgData name="Aung Myo Aye" userId="e1862572-8acc-4a7b-a49a-743c77eeb174" providerId="ADAL" clId="{A68CC819-48BB-418B-9452-3602D0216508}" dt="2025-01-29T02:36:09.212" v="26" actId="47"/>
        <pc:sldMkLst>
          <pc:docMk/>
          <pc:sldMk cId="440516599" sldId="2145708746"/>
        </pc:sldMkLst>
      </pc:sldChg>
      <pc:sldChg chg="del">
        <pc:chgData name="Aung Myo Aye" userId="e1862572-8acc-4a7b-a49a-743c77eeb174" providerId="ADAL" clId="{A68CC819-48BB-418B-9452-3602D0216508}" dt="2025-01-29T02:36:09.212" v="26" actId="47"/>
        <pc:sldMkLst>
          <pc:docMk/>
          <pc:sldMk cId="2361578008" sldId="2145708747"/>
        </pc:sldMkLst>
      </pc:sldChg>
      <pc:sldChg chg="modSp mod">
        <pc:chgData name="Aung Myo Aye" userId="e1862572-8acc-4a7b-a49a-743c77eeb174" providerId="ADAL" clId="{A68CC819-48BB-418B-9452-3602D0216508}" dt="2025-01-29T02:36:04.105" v="25" actId="14100"/>
        <pc:sldMkLst>
          <pc:docMk/>
          <pc:sldMk cId="308816287" sldId="2145708748"/>
        </pc:sldMkLst>
        <pc:spChg chg="mod">
          <ac:chgData name="Aung Myo Aye" userId="e1862572-8acc-4a7b-a49a-743c77eeb174" providerId="ADAL" clId="{A68CC819-48BB-418B-9452-3602D0216508}" dt="2025-01-29T02:36:04.105" v="25" actId="14100"/>
          <ac:spMkLst>
            <pc:docMk/>
            <pc:sldMk cId="308816287" sldId="2145708748"/>
            <ac:spMk id="2" creationId="{789CF22F-5AA4-B171-99C4-50EE2DCE24BE}"/>
          </ac:spMkLst>
        </pc:spChg>
      </pc:sldChg>
      <pc:sldChg chg="new del">
        <pc:chgData name="Aung Myo Aye" userId="e1862572-8acc-4a7b-a49a-743c77eeb174" providerId="ADAL" clId="{A68CC819-48BB-418B-9452-3602D0216508}" dt="2025-01-29T02:36:15.105" v="28" actId="680"/>
        <pc:sldMkLst>
          <pc:docMk/>
          <pc:sldMk cId="1910767487" sldId="2145708749"/>
        </pc:sldMkLst>
      </pc:sldChg>
      <pc:sldChg chg="del">
        <pc:chgData name="Aung Myo Aye" userId="e1862572-8acc-4a7b-a49a-743c77eeb174" providerId="ADAL" clId="{A68CC819-48BB-418B-9452-3602D0216508}" dt="2025-01-29T02:36:09.212" v="26" actId="47"/>
        <pc:sldMkLst>
          <pc:docMk/>
          <pc:sldMk cId="2303615275" sldId="2145708749"/>
        </pc:sldMkLst>
      </pc:sldChg>
      <pc:sldChg chg="addSp delSp modSp new mod">
        <pc:chgData name="Aung Myo Aye" userId="e1862572-8acc-4a7b-a49a-743c77eeb174" providerId="ADAL" clId="{A68CC819-48BB-418B-9452-3602D0216508}" dt="2025-02-13T08:22:47.152" v="2047" actId="1076"/>
        <pc:sldMkLst>
          <pc:docMk/>
          <pc:sldMk cId="3282884465" sldId="2145708749"/>
        </pc:sldMkLst>
        <pc:spChg chg="mod">
          <ac:chgData name="Aung Myo Aye" userId="e1862572-8acc-4a7b-a49a-743c77eeb174" providerId="ADAL" clId="{A68CC819-48BB-418B-9452-3602D0216508}" dt="2025-01-29T03:05:38.463" v="1796" actId="1035"/>
          <ac:spMkLst>
            <pc:docMk/>
            <pc:sldMk cId="3282884465" sldId="2145708749"/>
            <ac:spMk id="3" creationId="{B50CADA1-7584-1C87-C45D-D6CC37B56AE0}"/>
          </ac:spMkLst>
        </pc:spChg>
        <pc:spChg chg="add mod">
          <ac:chgData name="Aung Myo Aye" userId="e1862572-8acc-4a7b-a49a-743c77eeb174" providerId="ADAL" clId="{A68CC819-48BB-418B-9452-3602D0216508}" dt="2025-02-11T09:35:01.927" v="2023" actId="207"/>
          <ac:spMkLst>
            <pc:docMk/>
            <pc:sldMk cId="3282884465" sldId="2145708749"/>
            <ac:spMk id="8" creationId="{4C0AD3AA-7ABE-6BC0-1E79-5DA30092DF59}"/>
          </ac:spMkLst>
        </pc:spChg>
        <pc:spChg chg="add mod">
          <ac:chgData name="Aung Myo Aye" userId="e1862572-8acc-4a7b-a49a-743c77eeb174" providerId="ADAL" clId="{A68CC819-48BB-418B-9452-3602D0216508}" dt="2025-02-11T09:35:04.845" v="2024" actId="207"/>
          <ac:spMkLst>
            <pc:docMk/>
            <pc:sldMk cId="3282884465" sldId="2145708749"/>
            <ac:spMk id="9" creationId="{C5C87ABD-9515-AA9C-548E-264400FD800C}"/>
          </ac:spMkLst>
        </pc:spChg>
        <pc:spChg chg="add mod">
          <ac:chgData name="Aung Myo Aye" userId="e1862572-8acc-4a7b-a49a-743c77eeb174" providerId="ADAL" clId="{A68CC819-48BB-418B-9452-3602D0216508}" dt="2025-02-11T09:37:31.064" v="2027" actId="207"/>
          <ac:spMkLst>
            <pc:docMk/>
            <pc:sldMk cId="3282884465" sldId="2145708749"/>
            <ac:spMk id="11" creationId="{7CABE04E-97C2-17A3-2607-6CCAF3DFA271}"/>
          </ac:spMkLst>
        </pc:spChg>
        <pc:spChg chg="add mod">
          <ac:chgData name="Aung Myo Aye" userId="e1862572-8acc-4a7b-a49a-743c77eeb174" providerId="ADAL" clId="{A68CC819-48BB-418B-9452-3602D0216508}" dt="2025-02-11T09:37:31.064" v="2027" actId="207"/>
          <ac:spMkLst>
            <pc:docMk/>
            <pc:sldMk cId="3282884465" sldId="2145708749"/>
            <ac:spMk id="13" creationId="{F73B76DC-DB24-C2E3-6B1C-25E8F8E52BAF}"/>
          </ac:spMkLst>
        </pc:spChg>
        <pc:spChg chg="add mod">
          <ac:chgData name="Aung Myo Aye" userId="e1862572-8acc-4a7b-a49a-743c77eeb174" providerId="ADAL" clId="{A68CC819-48BB-418B-9452-3602D0216508}" dt="2025-02-11T09:37:31.064" v="2027" actId="207"/>
          <ac:spMkLst>
            <pc:docMk/>
            <pc:sldMk cId="3282884465" sldId="2145708749"/>
            <ac:spMk id="14" creationId="{4D730116-E390-D360-97E9-F2A6436372C5}"/>
          </ac:spMkLst>
        </pc:spChg>
        <pc:spChg chg="add mod">
          <ac:chgData name="Aung Myo Aye" userId="e1862572-8acc-4a7b-a49a-743c77eeb174" providerId="ADAL" clId="{A68CC819-48BB-418B-9452-3602D0216508}" dt="2025-02-11T09:37:35.763" v="2028" actId="207"/>
          <ac:spMkLst>
            <pc:docMk/>
            <pc:sldMk cId="3282884465" sldId="2145708749"/>
            <ac:spMk id="15" creationId="{03E2B0AF-3000-4F70-8321-E521EC97F91E}"/>
          </ac:spMkLst>
        </pc:spChg>
        <pc:spChg chg="add mod">
          <ac:chgData name="Aung Myo Aye" userId="e1862572-8acc-4a7b-a49a-743c77eeb174" providerId="ADAL" clId="{A68CC819-48BB-418B-9452-3602D0216508}" dt="2025-02-13T08:22:47.152" v="2047" actId="1076"/>
          <ac:spMkLst>
            <pc:docMk/>
            <pc:sldMk cId="3282884465" sldId="2145708749"/>
            <ac:spMk id="16" creationId="{3DA017A1-1198-401A-B626-E7424840B389}"/>
          </ac:spMkLst>
        </pc:spChg>
        <pc:spChg chg="add mod">
          <ac:chgData name="Aung Myo Aye" userId="e1862572-8acc-4a7b-a49a-743c77eeb174" providerId="ADAL" clId="{A68CC819-48BB-418B-9452-3602D0216508}" dt="2025-02-11T09:35:32.238" v="2026" actId="207"/>
          <ac:spMkLst>
            <pc:docMk/>
            <pc:sldMk cId="3282884465" sldId="2145708749"/>
            <ac:spMk id="17" creationId="{897B3CE8-0631-FB5D-244E-545851D59A60}"/>
          </ac:spMkLst>
        </pc:spChg>
        <pc:graphicFrameChg chg="add mod modGraphic">
          <ac:chgData name="Aung Myo Aye" userId="e1862572-8acc-4a7b-a49a-743c77eeb174" providerId="ADAL" clId="{A68CC819-48BB-418B-9452-3602D0216508}" dt="2025-02-11T09:38:23.181" v="2036" actId="113"/>
          <ac:graphicFrameMkLst>
            <pc:docMk/>
            <pc:sldMk cId="3282884465" sldId="2145708749"/>
            <ac:graphicFrameMk id="6" creationId="{67431946-B77E-F2FB-6CA8-E500E07A93C3}"/>
          </ac:graphicFrameMkLst>
        </pc:graphicFrameChg>
      </pc:sldChg>
      <pc:sldChg chg="addSp delSp modSp add mod">
        <pc:chgData name="Aung Myo Aye" userId="e1862572-8acc-4a7b-a49a-743c77eeb174" providerId="ADAL" clId="{A68CC819-48BB-418B-9452-3602D0216508}" dt="2025-02-13T08:56:41.126" v="2054" actId="20577"/>
        <pc:sldMkLst>
          <pc:docMk/>
          <pc:sldMk cId="307570946" sldId="2145708750"/>
        </pc:sldMkLst>
        <pc:spChg chg="mod">
          <ac:chgData name="Aung Myo Aye" userId="e1862572-8acc-4a7b-a49a-743c77eeb174" providerId="ADAL" clId="{A68CC819-48BB-418B-9452-3602D0216508}" dt="2025-02-10T05:19:13.672" v="2022" actId="20577"/>
          <ac:spMkLst>
            <pc:docMk/>
            <pc:sldMk cId="307570946" sldId="2145708750"/>
            <ac:spMk id="3" creationId="{38BFD591-D491-D85F-CB99-5001B5C9B286}"/>
          </ac:spMkLst>
        </pc:spChg>
        <pc:spChg chg="mod">
          <ac:chgData name="Aung Myo Aye" userId="e1862572-8acc-4a7b-a49a-743c77eeb174" providerId="ADAL" clId="{A68CC819-48BB-418B-9452-3602D0216508}" dt="2025-02-13T08:21:08.457" v="2038" actId="14100"/>
          <ac:spMkLst>
            <pc:docMk/>
            <pc:sldMk cId="307570946" sldId="2145708750"/>
            <ac:spMk id="4" creationId="{71AF4D64-2810-4074-1315-5AF0DD7E6873}"/>
          </ac:spMkLst>
        </pc:spChg>
        <pc:spChg chg="add mod">
          <ac:chgData name="Aung Myo Aye" userId="e1862572-8acc-4a7b-a49a-743c77eeb174" providerId="ADAL" clId="{A68CC819-48BB-418B-9452-3602D0216508}" dt="2025-02-13T08:34:50.772" v="2048" actId="1076"/>
          <ac:spMkLst>
            <pc:docMk/>
            <pc:sldMk cId="307570946" sldId="2145708750"/>
            <ac:spMk id="8" creationId="{E73D3D8C-0944-CEB5-FB8F-D07446EF8200}"/>
          </ac:spMkLst>
        </pc:spChg>
        <pc:graphicFrameChg chg="mod modGraphic">
          <ac:chgData name="Aung Myo Aye" userId="e1862572-8acc-4a7b-a49a-743c77eeb174" providerId="ADAL" clId="{A68CC819-48BB-418B-9452-3602D0216508}" dt="2025-02-13T08:56:41.126" v="2054" actId="20577"/>
          <ac:graphicFrameMkLst>
            <pc:docMk/>
            <pc:sldMk cId="307570946" sldId="2145708750"/>
            <ac:graphicFrameMk id="6" creationId="{7EDF3696-2580-A2BE-4F4A-B797B6E59272}"/>
          </ac:graphicFrameMkLst>
        </pc:graphicFrameChg>
      </pc:sldChg>
      <pc:sldChg chg="del">
        <pc:chgData name="Aung Myo Aye" userId="e1862572-8acc-4a7b-a49a-743c77eeb174" providerId="ADAL" clId="{A68CC819-48BB-418B-9452-3602D0216508}" dt="2025-01-29T02:36:09.212" v="26" actId="47"/>
        <pc:sldMkLst>
          <pc:docMk/>
          <pc:sldMk cId="1444435074" sldId="2145708750"/>
        </pc:sldMkLst>
      </pc:sldChg>
      <pc:sldChg chg="modSp del mod">
        <pc:chgData name="Aung Myo Aye" userId="e1862572-8acc-4a7b-a49a-743c77eeb174" providerId="ADAL" clId="{A68CC819-48BB-418B-9452-3602D0216508}" dt="2025-02-13T08:21:37.254" v="2045" actId="47"/>
        <pc:sldMkLst>
          <pc:docMk/>
          <pc:sldMk cId="1951609717" sldId="2145708751"/>
        </pc:sldMkLst>
      </pc:sldChg>
      <pc:sldMasterChg chg="delSldLayout">
        <pc:chgData name="Aung Myo Aye" userId="e1862572-8acc-4a7b-a49a-743c77eeb174" providerId="ADAL" clId="{A68CC819-48BB-418B-9452-3602D0216508}" dt="2025-01-29T02:39:15.149" v="67" actId="47"/>
        <pc:sldMasterMkLst>
          <pc:docMk/>
          <pc:sldMasterMk cId="1892677854" sldId="2147483661"/>
        </pc:sldMasterMkLst>
        <pc:sldLayoutChg chg="del">
          <pc:chgData name="Aung Myo Aye" userId="e1862572-8acc-4a7b-a49a-743c77eeb174" providerId="ADAL" clId="{A68CC819-48BB-418B-9452-3602D0216508}" dt="2025-01-29T02:36:09.212" v="26" actId="47"/>
          <pc:sldLayoutMkLst>
            <pc:docMk/>
            <pc:sldMasterMk cId="1892677854" sldId="2147483661"/>
            <pc:sldLayoutMk cId="1082645017" sldId="2147483683"/>
          </pc:sldLayoutMkLst>
        </pc:sldLayoutChg>
        <pc:sldLayoutChg chg="del">
          <pc:chgData name="Aung Myo Aye" userId="e1862572-8acc-4a7b-a49a-743c77eeb174" providerId="ADAL" clId="{A68CC819-48BB-418B-9452-3602D0216508}" dt="2025-01-29T02:39:15.149" v="67" actId="47"/>
          <pc:sldLayoutMkLst>
            <pc:docMk/>
            <pc:sldMasterMk cId="1892677854" sldId="2147483661"/>
            <pc:sldLayoutMk cId="2713456149" sldId="2147483683"/>
          </pc:sldLayoutMkLst>
        </pc:sldLayoutChg>
      </pc:sldMasterChg>
    </pc:docChg>
  </pc:docChgLst>
  <pc:docChgLst>
    <pc:chgData name="Aung Myo Aye" userId="e1862572-8acc-4a7b-a49a-743c77eeb174" providerId="ADAL" clId="{A30B9FD0-0CE2-47B9-ADFD-B26122832D4C}"/>
    <pc:docChg chg="undo custSel addSld delSld modSld sldOrd">
      <pc:chgData name="Aung Myo Aye" userId="e1862572-8acc-4a7b-a49a-743c77eeb174" providerId="ADAL" clId="{A30B9FD0-0CE2-47B9-ADFD-B26122832D4C}" dt="2025-01-28T15:32:27.456" v="9872" actId="14100"/>
      <pc:docMkLst>
        <pc:docMk/>
      </pc:docMkLst>
      <pc:sldChg chg="del">
        <pc:chgData name="Aung Myo Aye" userId="e1862572-8acc-4a7b-a49a-743c77eeb174" providerId="ADAL" clId="{A30B9FD0-0CE2-47B9-ADFD-B26122832D4C}" dt="2025-01-27T07:54:34.463" v="1" actId="47"/>
        <pc:sldMkLst>
          <pc:docMk/>
          <pc:sldMk cId="3913151875" sldId="2145708743"/>
        </pc:sldMkLst>
      </pc:sldChg>
      <pc:sldChg chg="del">
        <pc:chgData name="Aung Myo Aye" userId="e1862572-8acc-4a7b-a49a-743c77eeb174" providerId="ADAL" clId="{A30B9FD0-0CE2-47B9-ADFD-B26122832D4C}" dt="2025-01-27T07:54:34.259" v="0" actId="47"/>
        <pc:sldMkLst>
          <pc:docMk/>
          <pc:sldMk cId="3156077037" sldId="2145708744"/>
        </pc:sldMkLst>
      </pc:sldChg>
      <pc:sldChg chg="del">
        <pc:chgData name="Aung Myo Aye" userId="e1862572-8acc-4a7b-a49a-743c77eeb174" providerId="ADAL" clId="{A30B9FD0-0CE2-47B9-ADFD-B26122832D4C}" dt="2025-01-27T07:54:34.636" v="2" actId="47"/>
        <pc:sldMkLst>
          <pc:docMk/>
          <pc:sldMk cId="3570320426" sldId="2145708745"/>
        </pc:sldMkLst>
      </pc:sldChg>
      <pc:sldChg chg="addSp delSp modSp add del mod">
        <pc:chgData name="Aung Myo Aye" userId="e1862572-8acc-4a7b-a49a-743c77eeb174" providerId="ADAL" clId="{A30B9FD0-0CE2-47B9-ADFD-B26122832D4C}" dt="2025-01-28T07:42:49.260" v="7741" actId="255"/>
        <pc:sldMkLst>
          <pc:docMk/>
          <pc:sldMk cId="440516599" sldId="2145708746"/>
        </pc:sldMkLst>
      </pc:sldChg>
      <pc:sldChg chg="addSp delSp modSp add mod">
        <pc:chgData name="Aung Myo Aye" userId="e1862572-8acc-4a7b-a49a-743c77eeb174" providerId="ADAL" clId="{A30B9FD0-0CE2-47B9-ADFD-B26122832D4C}" dt="2025-01-28T07:43:26.374" v="7743" actId="554"/>
        <pc:sldMkLst>
          <pc:docMk/>
          <pc:sldMk cId="2361578008" sldId="2145708747"/>
        </pc:sldMkLst>
      </pc:sldChg>
      <pc:sldChg chg="del">
        <pc:chgData name="Aung Myo Aye" userId="e1862572-8acc-4a7b-a49a-743c77eeb174" providerId="ADAL" clId="{A30B9FD0-0CE2-47B9-ADFD-B26122832D4C}" dt="2025-01-27T07:54:34.777" v="3" actId="47"/>
        <pc:sldMkLst>
          <pc:docMk/>
          <pc:sldMk cId="3618114981" sldId="2145708747"/>
        </pc:sldMkLst>
      </pc:sldChg>
      <pc:sldChg chg="modSp new mod ord">
        <pc:chgData name="Aung Myo Aye" userId="e1862572-8acc-4a7b-a49a-743c77eeb174" providerId="ADAL" clId="{A30B9FD0-0CE2-47B9-ADFD-B26122832D4C}" dt="2025-01-28T14:06:13.639" v="9871" actId="20577"/>
        <pc:sldMkLst>
          <pc:docMk/>
          <pc:sldMk cId="308816287" sldId="2145708748"/>
        </pc:sldMkLst>
        <pc:spChg chg="mod">
          <ac:chgData name="Aung Myo Aye" userId="e1862572-8acc-4a7b-a49a-743c77eeb174" providerId="ADAL" clId="{A30B9FD0-0CE2-47B9-ADFD-B26122832D4C}" dt="2025-01-28T14:06:13.639" v="9871" actId="20577"/>
          <ac:spMkLst>
            <pc:docMk/>
            <pc:sldMk cId="308816287" sldId="2145708748"/>
            <ac:spMk id="2" creationId="{789CF22F-5AA4-B171-99C4-50EE2DCE24BE}"/>
          </ac:spMkLst>
        </pc:spChg>
      </pc:sldChg>
      <pc:sldChg chg="addSp delSp modSp add mod">
        <pc:chgData name="Aung Myo Aye" userId="e1862572-8acc-4a7b-a49a-743c77eeb174" providerId="ADAL" clId="{A30B9FD0-0CE2-47B9-ADFD-B26122832D4C}" dt="2025-01-28T08:13:34.935" v="8592" actId="1076"/>
        <pc:sldMkLst>
          <pc:docMk/>
          <pc:sldMk cId="2303615275" sldId="2145708749"/>
        </pc:sldMkLst>
      </pc:sldChg>
      <pc:sldChg chg="addSp delSp modSp add mod">
        <pc:chgData name="Aung Myo Aye" userId="e1862572-8acc-4a7b-a49a-743c77eeb174" providerId="ADAL" clId="{A30B9FD0-0CE2-47B9-ADFD-B26122832D4C}" dt="2025-01-28T15:32:27.456" v="9872" actId="14100"/>
        <pc:sldMkLst>
          <pc:docMk/>
          <pc:sldMk cId="1444435074" sldId="2145708750"/>
        </pc:sldMkLst>
      </pc:sldChg>
      <pc:sldMasterChg chg="addSldLayout delSldLayout">
        <pc:chgData name="Aung Myo Aye" userId="e1862572-8acc-4a7b-a49a-743c77eeb174" providerId="ADAL" clId="{A30B9FD0-0CE2-47B9-ADFD-B26122832D4C}" dt="2025-01-27T07:54:36.774" v="5" actId="47"/>
        <pc:sldMasterMkLst>
          <pc:docMk/>
          <pc:sldMasterMk cId="1892677854" sldId="2147483661"/>
        </pc:sldMasterMkLst>
        <pc:sldLayoutChg chg="add del">
          <pc:chgData name="Aung Myo Aye" userId="e1862572-8acc-4a7b-a49a-743c77eeb174" providerId="ADAL" clId="{A30B9FD0-0CE2-47B9-ADFD-B26122832D4C}" dt="2025-01-27T07:54:36.774" v="5" actId="47"/>
          <pc:sldLayoutMkLst>
            <pc:docMk/>
            <pc:sldMasterMk cId="1892677854" sldId="2147483661"/>
            <pc:sldLayoutMk cId="1082645017" sldId="2147483683"/>
          </pc:sldLayoutMkLst>
        </pc:sldLayoutChg>
      </pc:sldMasterChg>
    </pc:docChg>
  </pc:docChgLst>
  <pc:docChgLst>
    <pc:chgData name="Cynthia Nyein" userId="S::cynthia.nyein@cdsg.com.mm::073e3caf-4790-4810-9055-bae9186b44dc" providerId="AD" clId="Web-{6E6C571C-83AA-5908-E5AB-B0F6A74C6F2F}"/>
    <pc:docChg chg="addSld delSld modSld">
      <pc:chgData name="Cynthia Nyein" userId="S::cynthia.nyein@cdsg.com.mm::073e3caf-4790-4810-9055-bae9186b44dc" providerId="AD" clId="Web-{6E6C571C-83AA-5908-E5AB-B0F6A74C6F2F}" dt="2025-02-11T09:53:16.761" v="267" actId="1076"/>
      <pc:docMkLst>
        <pc:docMk/>
      </pc:docMkLst>
      <pc:sldChg chg="addSp modSp">
        <pc:chgData name="Cynthia Nyein" userId="S::cynthia.nyein@cdsg.com.mm::073e3caf-4790-4810-9055-bae9186b44dc" providerId="AD" clId="Web-{6E6C571C-83AA-5908-E5AB-B0F6A74C6F2F}" dt="2025-02-11T09:53:16.761" v="267" actId="1076"/>
        <pc:sldMkLst>
          <pc:docMk/>
          <pc:sldMk cId="3282884465" sldId="2145708749"/>
        </pc:sldMkLst>
        <pc:spChg chg="add mod">
          <ac:chgData name="Cynthia Nyein" userId="S::cynthia.nyein@cdsg.com.mm::073e3caf-4790-4810-9055-bae9186b44dc" providerId="AD" clId="Web-{6E6C571C-83AA-5908-E5AB-B0F6A74C6F2F}" dt="2025-02-11T09:53:16.761" v="267" actId="1076"/>
          <ac:spMkLst>
            <pc:docMk/>
            <pc:sldMk cId="3282884465" sldId="2145708749"/>
            <ac:spMk id="4" creationId="{2CDADCFD-D045-887D-4F38-80FEF26CEC08}"/>
          </ac:spMkLst>
        </pc:spChg>
        <pc:graphicFrameChg chg="mod modGraphic">
          <ac:chgData name="Cynthia Nyein" userId="S::cynthia.nyein@cdsg.com.mm::073e3caf-4790-4810-9055-bae9186b44dc" providerId="AD" clId="Web-{6E6C571C-83AA-5908-E5AB-B0F6A74C6F2F}" dt="2025-02-11T09:52:51.604" v="263"/>
          <ac:graphicFrameMkLst>
            <pc:docMk/>
            <pc:sldMk cId="3282884465" sldId="2145708749"/>
            <ac:graphicFrameMk id="6" creationId="{67431946-B77E-F2FB-6CA8-E500E07A93C3}"/>
          </ac:graphicFrameMkLst>
        </pc:graphicFrameChg>
      </pc:sldChg>
      <pc:sldChg chg="modSp add del replId">
        <pc:chgData name="Cynthia Nyein" userId="S::cynthia.nyein@cdsg.com.mm::073e3caf-4790-4810-9055-bae9186b44dc" providerId="AD" clId="Web-{6E6C571C-83AA-5908-E5AB-B0F6A74C6F2F}" dt="2025-02-11T09:46:06.308" v="71"/>
        <pc:sldMkLst>
          <pc:docMk/>
          <pc:sldMk cId="3405647989" sldId="2145708751"/>
        </pc:sldMkLst>
      </pc:sldChg>
    </pc:docChg>
  </pc:docChgLst>
  <pc:docChgLst>
    <pc:chgData name="Aung Myo Aye" userId="e1862572-8acc-4a7b-a49a-743c77eeb174" providerId="ADAL" clId="{7EB27C8B-9B6E-430A-AA80-4597109E7BFC}"/>
    <pc:docChg chg="custSel addSld modSld">
      <pc:chgData name="Aung Myo Aye" userId="e1862572-8acc-4a7b-a49a-743c77eeb174" providerId="ADAL" clId="{7EB27C8B-9B6E-430A-AA80-4597109E7BFC}" dt="2025-03-10T03:30:09.540" v="494" actId="14100"/>
      <pc:docMkLst>
        <pc:docMk/>
      </pc:docMkLst>
      <pc:sldChg chg="modSp mod">
        <pc:chgData name="Aung Myo Aye" userId="e1862572-8acc-4a7b-a49a-743c77eeb174" providerId="ADAL" clId="{7EB27C8B-9B6E-430A-AA80-4597109E7BFC}" dt="2025-03-04T02:07:47.233" v="1" actId="14100"/>
        <pc:sldMkLst>
          <pc:docMk/>
          <pc:sldMk cId="3282884465" sldId="2145708749"/>
        </pc:sldMkLst>
        <pc:graphicFrameChg chg="modGraphic">
          <ac:chgData name="Aung Myo Aye" userId="e1862572-8acc-4a7b-a49a-743c77eeb174" providerId="ADAL" clId="{7EB27C8B-9B6E-430A-AA80-4597109E7BFC}" dt="2025-03-04T02:07:47.233" v="1" actId="14100"/>
          <ac:graphicFrameMkLst>
            <pc:docMk/>
            <pc:sldMk cId="3282884465" sldId="2145708749"/>
            <ac:graphicFrameMk id="6" creationId="{67431946-B77E-F2FB-6CA8-E500E07A93C3}"/>
          </ac:graphicFrameMkLst>
        </pc:graphicFrameChg>
      </pc:sldChg>
      <pc:sldChg chg="modSp mod">
        <pc:chgData name="Aung Myo Aye" userId="e1862572-8acc-4a7b-a49a-743c77eeb174" providerId="ADAL" clId="{7EB27C8B-9B6E-430A-AA80-4597109E7BFC}" dt="2025-03-04T02:07:12.156" v="0" actId="2164"/>
        <pc:sldMkLst>
          <pc:docMk/>
          <pc:sldMk cId="307570946" sldId="2145708750"/>
        </pc:sldMkLst>
        <pc:graphicFrameChg chg="modGraphic">
          <ac:chgData name="Aung Myo Aye" userId="e1862572-8acc-4a7b-a49a-743c77eeb174" providerId="ADAL" clId="{7EB27C8B-9B6E-430A-AA80-4597109E7BFC}" dt="2025-03-04T02:07:12.156" v="0" actId="2164"/>
          <ac:graphicFrameMkLst>
            <pc:docMk/>
            <pc:sldMk cId="307570946" sldId="2145708750"/>
            <ac:graphicFrameMk id="6" creationId="{7EDF3696-2580-A2BE-4F4A-B797B6E59272}"/>
          </ac:graphicFrameMkLst>
        </pc:graphicFrameChg>
      </pc:sldChg>
      <pc:sldChg chg="addSp delSp modSp add mod">
        <pc:chgData name="Aung Myo Aye" userId="e1862572-8acc-4a7b-a49a-743c77eeb174" providerId="ADAL" clId="{7EB27C8B-9B6E-430A-AA80-4597109E7BFC}" dt="2025-03-10T03:30:09.540" v="494" actId="14100"/>
        <pc:sldMkLst>
          <pc:docMk/>
          <pc:sldMk cId="552837469" sldId="2145708751"/>
        </pc:sldMkLst>
        <pc:spChg chg="del">
          <ac:chgData name="Aung Myo Aye" userId="e1862572-8acc-4a7b-a49a-743c77eeb174" providerId="ADAL" clId="{7EB27C8B-9B6E-430A-AA80-4597109E7BFC}" dt="2025-03-10T03:20:38.191" v="5" actId="478"/>
          <ac:spMkLst>
            <pc:docMk/>
            <pc:sldMk cId="552837469" sldId="2145708751"/>
            <ac:spMk id="4" creationId="{7E8D4B90-5D50-6CDE-7BA9-A2C483C9603D}"/>
          </ac:spMkLst>
        </pc:spChg>
        <pc:spChg chg="add mod">
          <ac:chgData name="Aung Myo Aye" userId="e1862572-8acc-4a7b-a49a-743c77eeb174" providerId="ADAL" clId="{7EB27C8B-9B6E-430A-AA80-4597109E7BFC}" dt="2025-03-10T03:30:09.540" v="494" actId="14100"/>
          <ac:spMkLst>
            <pc:docMk/>
            <pc:sldMk cId="552837469" sldId="2145708751"/>
            <ac:spMk id="5" creationId="{E22DAEFA-E0BA-12FA-8A6D-210E0364EF1F}"/>
          </ac:spMkLst>
        </pc:spChg>
        <pc:spChg chg="del">
          <ac:chgData name="Aung Myo Aye" userId="e1862572-8acc-4a7b-a49a-743c77eeb174" providerId="ADAL" clId="{7EB27C8B-9B6E-430A-AA80-4597109E7BFC}" dt="2025-03-10T03:20:36.813" v="4" actId="478"/>
          <ac:spMkLst>
            <pc:docMk/>
            <pc:sldMk cId="552837469" sldId="2145708751"/>
            <ac:spMk id="8" creationId="{FB49D008-EF65-72A4-1A6A-2C268AE62E1C}"/>
          </ac:spMkLst>
        </pc:spChg>
        <pc:graphicFrameChg chg="mod modGraphic">
          <ac:chgData name="Aung Myo Aye" userId="e1862572-8acc-4a7b-a49a-743c77eeb174" providerId="ADAL" clId="{7EB27C8B-9B6E-430A-AA80-4597109E7BFC}" dt="2025-03-10T03:29:56.079" v="487" actId="14734"/>
          <ac:graphicFrameMkLst>
            <pc:docMk/>
            <pc:sldMk cId="552837469" sldId="2145708751"/>
            <ac:graphicFrameMk id="6" creationId="{2BE3BA08-55EC-5B73-7421-44689B4F6FC4}"/>
          </ac:graphicFrameMkLst>
        </pc:graphicFrameChg>
      </pc:sldChg>
    </pc:docChg>
  </pc:docChgLst>
  <pc:docChgLst>
    <pc:chgData name="Cynthia Nyein" userId="S::cynthia.nyein@cdsg.com.mm::073e3caf-4790-4810-9055-bae9186b44dc" providerId="AD" clId="Web-{699A2A7B-AFB7-B950-18DE-70C67CD4DDAC}"/>
    <pc:docChg chg="modSld">
      <pc:chgData name="Cynthia Nyein" userId="S::cynthia.nyein@cdsg.com.mm::073e3caf-4790-4810-9055-bae9186b44dc" providerId="AD" clId="Web-{699A2A7B-AFB7-B950-18DE-70C67CD4DDAC}" dt="2025-02-13T08:42:44.900" v="235"/>
      <pc:docMkLst>
        <pc:docMk/>
      </pc:docMkLst>
      <pc:sldChg chg="modSp">
        <pc:chgData name="Cynthia Nyein" userId="S::cynthia.nyein@cdsg.com.mm::073e3caf-4790-4810-9055-bae9186b44dc" providerId="AD" clId="Web-{699A2A7B-AFB7-B950-18DE-70C67CD4DDAC}" dt="2025-02-13T08:42:44.900" v="235"/>
        <pc:sldMkLst>
          <pc:docMk/>
          <pc:sldMk cId="307570946" sldId="2145708750"/>
        </pc:sldMkLst>
        <pc:spChg chg="mod">
          <ac:chgData name="Cynthia Nyein" userId="S::cynthia.nyein@cdsg.com.mm::073e3caf-4790-4810-9055-bae9186b44dc" providerId="AD" clId="Web-{699A2A7B-AFB7-B950-18DE-70C67CD4DDAC}" dt="2025-02-13T08:41:36.945" v="204" actId="1076"/>
          <ac:spMkLst>
            <pc:docMk/>
            <pc:sldMk cId="307570946" sldId="2145708750"/>
            <ac:spMk id="4" creationId="{71AF4D64-2810-4074-1315-5AF0DD7E6873}"/>
          </ac:spMkLst>
        </pc:spChg>
        <pc:spChg chg="mod">
          <ac:chgData name="Cynthia Nyein" userId="S::cynthia.nyein@cdsg.com.mm::073e3caf-4790-4810-9055-bae9186b44dc" providerId="AD" clId="Web-{699A2A7B-AFB7-B950-18DE-70C67CD4DDAC}" dt="2025-02-13T08:41:48.680" v="206" actId="1076"/>
          <ac:spMkLst>
            <pc:docMk/>
            <pc:sldMk cId="307570946" sldId="2145708750"/>
            <ac:spMk id="8" creationId="{E73D3D8C-0944-CEB5-FB8F-D07446EF8200}"/>
          </ac:spMkLst>
        </pc:spChg>
        <pc:graphicFrameChg chg="mod modGraphic">
          <ac:chgData name="Cynthia Nyein" userId="S::cynthia.nyein@cdsg.com.mm::073e3caf-4790-4810-9055-bae9186b44dc" providerId="AD" clId="Web-{699A2A7B-AFB7-B950-18DE-70C67CD4DDAC}" dt="2025-02-13T08:42:44.900" v="235"/>
          <ac:graphicFrameMkLst>
            <pc:docMk/>
            <pc:sldMk cId="307570946" sldId="2145708750"/>
            <ac:graphicFrameMk id="6" creationId="{7EDF3696-2580-A2BE-4F4A-B797B6E59272}"/>
          </ac:graphicFrameMkLst>
        </pc:graphicFrameChg>
      </pc:sldChg>
    </pc:docChg>
  </pc:docChgLst>
  <pc:docChgLst>
    <pc:chgData name="Ei Myat Mon" userId="e6357aa9-fa6e-4417-bbe1-b057167c5708" providerId="ADAL" clId="{52191A20-731C-4621-9F36-B28FC4FBC900}"/>
    <pc:docChg chg="undo redo custSel addSld delSld modSld sldOrd">
      <pc:chgData name="Ei Myat Mon" userId="e6357aa9-fa6e-4417-bbe1-b057167c5708" providerId="ADAL" clId="{52191A20-731C-4621-9F36-B28FC4FBC900}" dt="2025-07-10T07:11:12.852" v="4043" actId="20577"/>
      <pc:docMkLst>
        <pc:docMk/>
      </pc:docMkLst>
      <pc:sldChg chg="modSp mod">
        <pc:chgData name="Ei Myat Mon" userId="e6357aa9-fa6e-4417-bbe1-b057167c5708" providerId="ADAL" clId="{52191A20-731C-4621-9F36-B28FC4FBC900}" dt="2025-06-26T02:34:37.261" v="1884" actId="20577"/>
        <pc:sldMkLst>
          <pc:docMk/>
          <pc:sldMk cId="308816287" sldId="2145708748"/>
        </pc:sldMkLst>
        <pc:spChg chg="mod">
          <ac:chgData name="Ei Myat Mon" userId="e6357aa9-fa6e-4417-bbe1-b057167c5708" providerId="ADAL" clId="{52191A20-731C-4621-9F36-B28FC4FBC900}" dt="2025-06-24T08:57:58.182" v="234" actId="14100"/>
          <ac:spMkLst>
            <pc:docMk/>
            <pc:sldMk cId="308816287" sldId="2145708748"/>
            <ac:spMk id="2" creationId="{789CF22F-5AA4-B171-99C4-50EE2DCE24BE}"/>
          </ac:spMkLst>
        </pc:spChg>
        <pc:spChg chg="mod">
          <ac:chgData name="Ei Myat Mon" userId="e6357aa9-fa6e-4417-bbe1-b057167c5708" providerId="ADAL" clId="{52191A20-731C-4621-9F36-B28FC4FBC900}" dt="2025-06-26T02:34:37.261" v="1884" actId="20577"/>
          <ac:spMkLst>
            <pc:docMk/>
            <pc:sldMk cId="308816287" sldId="2145708748"/>
            <ac:spMk id="4" creationId="{DC6C52E4-7A16-A6FD-0E8E-5DB151B24147}"/>
          </ac:spMkLst>
        </pc:spChg>
      </pc:sldChg>
      <pc:sldChg chg="modSp del mod">
        <pc:chgData name="Ei Myat Mon" userId="e6357aa9-fa6e-4417-bbe1-b057167c5708" providerId="ADAL" clId="{52191A20-731C-4621-9F36-B28FC4FBC900}" dt="2025-06-12T03:01:08.208" v="195" actId="2696"/>
        <pc:sldMkLst>
          <pc:docMk/>
          <pc:sldMk cId="3282884465" sldId="2145708749"/>
        </pc:sldMkLst>
        <pc:graphicFrameChg chg="modGraphic">
          <ac:chgData name="Ei Myat Mon" userId="e6357aa9-fa6e-4417-bbe1-b057167c5708" providerId="ADAL" clId="{52191A20-731C-4621-9F36-B28FC4FBC900}" dt="2025-06-12T02:58:50.647" v="194" actId="6549"/>
          <ac:graphicFrameMkLst>
            <pc:docMk/>
            <pc:sldMk cId="3282884465" sldId="2145708749"/>
            <ac:graphicFrameMk id="3" creationId="{5B271AF5-35D0-0510-4653-B3955AA94B92}"/>
          </ac:graphicFrameMkLst>
        </pc:graphicFrameChg>
      </pc:sldChg>
      <pc:sldChg chg="modSp mod">
        <pc:chgData name="Ei Myat Mon" userId="e6357aa9-fa6e-4417-bbe1-b057167c5708" providerId="ADAL" clId="{52191A20-731C-4621-9F36-B28FC4FBC900}" dt="2025-07-10T07:10:44.123" v="4039" actId="20577"/>
        <pc:sldMkLst>
          <pc:docMk/>
          <pc:sldMk cId="615142532" sldId="2145708750"/>
        </pc:sldMkLst>
        <pc:graphicFrameChg chg="mod modGraphic">
          <ac:chgData name="Ei Myat Mon" userId="e6357aa9-fa6e-4417-bbe1-b057167c5708" providerId="ADAL" clId="{52191A20-731C-4621-9F36-B28FC4FBC900}" dt="2025-07-10T07:10:44.123" v="4039" actId="20577"/>
          <ac:graphicFrameMkLst>
            <pc:docMk/>
            <pc:sldMk cId="615142532" sldId="2145708750"/>
            <ac:graphicFrameMk id="4" creationId="{7DAAC8F7-9035-8E1E-2CD1-C78762AA6E00}"/>
          </ac:graphicFrameMkLst>
        </pc:graphicFrameChg>
      </pc:sldChg>
      <pc:sldChg chg="addSp modSp del mod">
        <pc:chgData name="Ei Myat Mon" userId="e6357aa9-fa6e-4417-bbe1-b057167c5708" providerId="ADAL" clId="{52191A20-731C-4621-9F36-B28FC4FBC900}" dt="2025-06-24T15:57:05.588" v="235" actId="47"/>
        <pc:sldMkLst>
          <pc:docMk/>
          <pc:sldMk cId="1691034162" sldId="2145708751"/>
        </pc:sldMkLst>
        <pc:picChg chg="add mod">
          <ac:chgData name="Ei Myat Mon" userId="e6357aa9-fa6e-4417-bbe1-b057167c5708" providerId="ADAL" clId="{52191A20-731C-4621-9F36-B28FC4FBC900}" dt="2025-06-08T14:34:35.542" v="38" actId="14100"/>
          <ac:picMkLst>
            <pc:docMk/>
            <pc:sldMk cId="1691034162" sldId="2145708751"/>
            <ac:picMk id="5" creationId="{F911097D-5EFE-088D-5250-674344B54E43}"/>
          </ac:picMkLst>
        </pc:picChg>
      </pc:sldChg>
      <pc:sldChg chg="modSp mod">
        <pc:chgData name="Ei Myat Mon" userId="e6357aa9-fa6e-4417-bbe1-b057167c5708" providerId="ADAL" clId="{52191A20-731C-4621-9F36-B28FC4FBC900}" dt="2025-07-10T07:05:00.056" v="4026" actId="20577"/>
        <pc:sldMkLst>
          <pc:docMk/>
          <pc:sldMk cId="2253167209" sldId="2145708752"/>
        </pc:sldMkLst>
        <pc:spChg chg="mod">
          <ac:chgData name="Ei Myat Mon" userId="e6357aa9-fa6e-4417-bbe1-b057167c5708" providerId="ADAL" clId="{52191A20-731C-4621-9F36-B28FC4FBC900}" dt="2025-07-10T07:05:00.056" v="4026" actId="20577"/>
          <ac:spMkLst>
            <pc:docMk/>
            <pc:sldMk cId="2253167209" sldId="2145708752"/>
            <ac:spMk id="6" creationId="{4A08F4D0-3A0B-98D3-152B-8DA7EAE1C4AE}"/>
          </ac:spMkLst>
        </pc:spChg>
      </pc:sldChg>
      <pc:sldChg chg="addSp modSp mod">
        <pc:chgData name="Ei Myat Mon" userId="e6357aa9-fa6e-4417-bbe1-b057167c5708" providerId="ADAL" clId="{52191A20-731C-4621-9F36-B28FC4FBC900}" dt="2025-07-08T03:43:10.169" v="3298" actId="20577"/>
        <pc:sldMkLst>
          <pc:docMk/>
          <pc:sldMk cId="3932400498" sldId="2145708753"/>
        </pc:sldMkLst>
        <pc:spChg chg="mod">
          <ac:chgData name="Ei Myat Mon" userId="e6357aa9-fa6e-4417-bbe1-b057167c5708" providerId="ADAL" clId="{52191A20-731C-4621-9F36-B28FC4FBC900}" dt="2025-07-01T06:47:05.667" v="2116" actId="20577"/>
          <ac:spMkLst>
            <pc:docMk/>
            <pc:sldMk cId="3932400498" sldId="2145708753"/>
            <ac:spMk id="3" creationId="{BB450111-7510-0566-CEE8-E74AC3EFBBD5}"/>
          </ac:spMkLst>
        </pc:spChg>
        <pc:spChg chg="add mod">
          <ac:chgData name="Ei Myat Mon" userId="e6357aa9-fa6e-4417-bbe1-b057167c5708" providerId="ADAL" clId="{52191A20-731C-4621-9F36-B28FC4FBC900}" dt="2025-07-08T03:43:10.169" v="3298" actId="20577"/>
          <ac:spMkLst>
            <pc:docMk/>
            <pc:sldMk cId="3932400498" sldId="2145708753"/>
            <ac:spMk id="5" creationId="{566B8245-5E31-8595-1259-F8F47FB33882}"/>
          </ac:spMkLst>
        </pc:spChg>
      </pc:sldChg>
      <pc:sldChg chg="addSp modSp mod">
        <pc:chgData name="Ei Myat Mon" userId="e6357aa9-fa6e-4417-bbe1-b057167c5708" providerId="ADAL" clId="{52191A20-731C-4621-9F36-B28FC4FBC900}" dt="2025-06-25T16:30:56.716" v="1374" actId="1076"/>
        <pc:sldMkLst>
          <pc:docMk/>
          <pc:sldMk cId="3307641602" sldId="2145708754"/>
        </pc:sldMkLst>
        <pc:picChg chg="add mod">
          <ac:chgData name="Ei Myat Mon" userId="e6357aa9-fa6e-4417-bbe1-b057167c5708" providerId="ADAL" clId="{52191A20-731C-4621-9F36-B28FC4FBC900}" dt="2025-06-25T16:30:56.716" v="1374" actId="1076"/>
          <ac:picMkLst>
            <pc:docMk/>
            <pc:sldMk cId="3307641602" sldId="2145708754"/>
            <ac:picMk id="5" creationId="{4EE47914-F5D9-D02D-633B-427E9EAB5409}"/>
          </ac:picMkLst>
        </pc:picChg>
      </pc:sldChg>
      <pc:sldChg chg="addSp delSp modSp mod">
        <pc:chgData name="Ei Myat Mon" userId="e6357aa9-fa6e-4417-bbe1-b057167c5708" providerId="ADAL" clId="{52191A20-731C-4621-9F36-B28FC4FBC900}" dt="2025-06-25T16:31:33.146" v="1383" actId="1076"/>
        <pc:sldMkLst>
          <pc:docMk/>
          <pc:sldMk cId="3136416228" sldId="2145708755"/>
        </pc:sldMkLst>
        <pc:spChg chg="mod">
          <ac:chgData name="Ei Myat Mon" userId="e6357aa9-fa6e-4417-bbe1-b057167c5708" providerId="ADAL" clId="{52191A20-731C-4621-9F36-B28FC4FBC900}" dt="2025-06-25T16:31:18.295" v="1379" actId="20577"/>
          <ac:spMkLst>
            <pc:docMk/>
            <pc:sldMk cId="3136416228" sldId="2145708755"/>
            <ac:spMk id="3" creationId="{034BC941-541B-1E4C-3F34-859BB7109AA3}"/>
          </ac:spMkLst>
        </pc:spChg>
        <pc:picChg chg="add mod">
          <ac:chgData name="Ei Myat Mon" userId="e6357aa9-fa6e-4417-bbe1-b057167c5708" providerId="ADAL" clId="{52191A20-731C-4621-9F36-B28FC4FBC900}" dt="2025-06-25T16:31:33.146" v="1383" actId="1076"/>
          <ac:picMkLst>
            <pc:docMk/>
            <pc:sldMk cId="3136416228" sldId="2145708755"/>
            <ac:picMk id="5" creationId="{3CFBFB0F-F0DE-35A8-D789-5EE14015B058}"/>
          </ac:picMkLst>
        </pc:picChg>
        <pc:picChg chg="add del mod">
          <ac:chgData name="Ei Myat Mon" userId="e6357aa9-fa6e-4417-bbe1-b057167c5708" providerId="ADAL" clId="{52191A20-731C-4621-9F36-B28FC4FBC900}" dt="2025-06-08T14:44:42.995" v="109" actId="478"/>
          <ac:picMkLst>
            <pc:docMk/>
            <pc:sldMk cId="3136416228" sldId="2145708755"/>
            <ac:picMk id="5" creationId="{C29CA025-22CB-8768-15F0-578D685EDB3F}"/>
          </ac:picMkLst>
        </pc:picChg>
        <pc:picChg chg="add del mod">
          <ac:chgData name="Ei Myat Mon" userId="e6357aa9-fa6e-4417-bbe1-b057167c5708" providerId="ADAL" clId="{52191A20-731C-4621-9F36-B28FC4FBC900}" dt="2025-06-25T04:07:44.833" v="482" actId="478"/>
          <ac:picMkLst>
            <pc:docMk/>
            <pc:sldMk cId="3136416228" sldId="2145708755"/>
            <ac:picMk id="7" creationId="{BA6FD6A4-8789-2788-E84E-D16AF642495B}"/>
          </ac:picMkLst>
        </pc:picChg>
      </pc:sldChg>
      <pc:sldChg chg="modSp mod">
        <pc:chgData name="Ei Myat Mon" userId="e6357aa9-fa6e-4417-bbe1-b057167c5708" providerId="ADAL" clId="{52191A20-731C-4621-9F36-B28FC4FBC900}" dt="2025-06-08T14:49:29.891" v="181" actId="20577"/>
        <pc:sldMkLst>
          <pc:docMk/>
          <pc:sldMk cId="4188361211" sldId="2145708756"/>
        </pc:sldMkLst>
        <pc:graphicFrameChg chg="modGraphic">
          <ac:chgData name="Ei Myat Mon" userId="e6357aa9-fa6e-4417-bbe1-b057167c5708" providerId="ADAL" clId="{52191A20-731C-4621-9F36-B28FC4FBC900}" dt="2025-06-08T14:49:29.891" v="181" actId="20577"/>
          <ac:graphicFrameMkLst>
            <pc:docMk/>
            <pc:sldMk cId="4188361211" sldId="2145708756"/>
            <ac:graphicFrameMk id="4" creationId="{D86AEC2E-9D21-4669-85D3-73EF3BB5D461}"/>
          </ac:graphicFrameMkLst>
        </pc:graphicFrameChg>
      </pc:sldChg>
      <pc:sldChg chg="addSp delSp modSp new add del mod ord">
        <pc:chgData name="Ei Myat Mon" userId="e6357aa9-fa6e-4417-bbe1-b057167c5708" providerId="ADAL" clId="{52191A20-731C-4621-9F36-B28FC4FBC900}" dt="2025-07-10T06:57:33.178" v="3871" actId="1076"/>
        <pc:sldMkLst>
          <pc:docMk/>
          <pc:sldMk cId="296769422" sldId="2145708757"/>
        </pc:sldMkLst>
        <pc:spChg chg="mod">
          <ac:chgData name="Ei Myat Mon" userId="e6357aa9-fa6e-4417-bbe1-b057167c5708" providerId="ADAL" clId="{52191A20-731C-4621-9F36-B28FC4FBC900}" dt="2025-06-04T03:11:18.006" v="34" actId="20577"/>
          <ac:spMkLst>
            <pc:docMk/>
            <pc:sldMk cId="296769422" sldId="2145708757"/>
            <ac:spMk id="3" creationId="{6D3407A6-CDE3-D3A9-EF51-C54D92FB1B5D}"/>
          </ac:spMkLst>
        </pc:spChg>
        <pc:picChg chg="add mod">
          <ac:chgData name="Ei Myat Mon" userId="e6357aa9-fa6e-4417-bbe1-b057167c5708" providerId="ADAL" clId="{52191A20-731C-4621-9F36-B28FC4FBC900}" dt="2025-07-10T06:57:33.178" v="3871" actId="1076"/>
          <ac:picMkLst>
            <pc:docMk/>
            <pc:sldMk cId="296769422" sldId="2145708757"/>
            <ac:picMk id="5" creationId="{03FDDC62-F24F-4787-E4DD-C201422EA061}"/>
          </ac:picMkLst>
        </pc:picChg>
        <pc:picChg chg="add del mod">
          <ac:chgData name="Ei Myat Mon" userId="e6357aa9-fa6e-4417-bbe1-b057167c5708" providerId="ADAL" clId="{52191A20-731C-4621-9F36-B28FC4FBC900}" dt="2025-07-07T08:17:21.835" v="3262" actId="478"/>
          <ac:picMkLst>
            <pc:docMk/>
            <pc:sldMk cId="296769422" sldId="2145708757"/>
            <ac:picMk id="5" creationId="{59EEA3D5-11EF-7942-B70C-70464AB660BC}"/>
          </ac:picMkLst>
        </pc:picChg>
        <pc:picChg chg="add del">
          <ac:chgData name="Ei Myat Mon" userId="e6357aa9-fa6e-4417-bbe1-b057167c5708" providerId="ADAL" clId="{52191A20-731C-4621-9F36-B28FC4FBC900}" dt="2025-06-04T03:07:33.195" v="13" actId="22"/>
          <ac:picMkLst>
            <pc:docMk/>
            <pc:sldMk cId="296769422" sldId="2145708757"/>
            <ac:picMk id="5" creationId="{9367D2FB-0DE9-870C-8373-94262B2EE466}"/>
          </ac:picMkLst>
        </pc:picChg>
        <pc:picChg chg="add del mod">
          <ac:chgData name="Ei Myat Mon" userId="e6357aa9-fa6e-4417-bbe1-b057167c5708" providerId="ADAL" clId="{52191A20-731C-4621-9F36-B28FC4FBC900}" dt="2025-06-25T04:07:40.261" v="480" actId="478"/>
          <ac:picMkLst>
            <pc:docMk/>
            <pc:sldMk cId="296769422" sldId="2145708757"/>
            <ac:picMk id="7" creationId="{6B7432EB-0078-6FC8-DE2D-9265386C2A96}"/>
          </ac:picMkLst>
        </pc:picChg>
      </pc:sldChg>
      <pc:sldChg chg="addSp delSp modSp add mod">
        <pc:chgData name="Ei Myat Mon" userId="e6357aa9-fa6e-4417-bbe1-b057167c5708" providerId="ADAL" clId="{52191A20-731C-4621-9F36-B28FC4FBC900}" dt="2025-07-10T06:54:40.150" v="3863" actId="1076"/>
        <pc:sldMkLst>
          <pc:docMk/>
          <pc:sldMk cId="3363287682" sldId="2145708758"/>
        </pc:sldMkLst>
        <pc:spChg chg="mod">
          <ac:chgData name="Ei Myat Mon" userId="e6357aa9-fa6e-4417-bbe1-b057167c5708" providerId="ADAL" clId="{52191A20-731C-4621-9F36-B28FC4FBC900}" dt="2025-06-25T05:07:30.507" v="816" actId="20577"/>
          <ac:spMkLst>
            <pc:docMk/>
            <pc:sldMk cId="3363287682" sldId="2145708758"/>
            <ac:spMk id="3" creationId="{F43F683D-1547-ED8B-AFDE-8F3ED9815590}"/>
          </ac:spMkLst>
        </pc:spChg>
        <pc:picChg chg="add del mod">
          <ac:chgData name="Ei Myat Mon" userId="e6357aa9-fa6e-4417-bbe1-b057167c5708" providerId="ADAL" clId="{52191A20-731C-4621-9F36-B28FC4FBC900}" dt="2025-07-10T06:43:38.113" v="3860" actId="478"/>
          <ac:picMkLst>
            <pc:docMk/>
            <pc:sldMk cId="3363287682" sldId="2145708758"/>
            <ac:picMk id="5" creationId="{140ECA78-CAF8-B482-70F8-ED9DDF8F00D5}"/>
          </ac:picMkLst>
        </pc:picChg>
        <pc:picChg chg="del">
          <ac:chgData name="Ei Myat Mon" userId="e6357aa9-fa6e-4417-bbe1-b057167c5708" providerId="ADAL" clId="{52191A20-731C-4621-9F36-B28FC4FBC900}" dt="2025-06-08T14:37:26.709" v="83" actId="478"/>
          <ac:picMkLst>
            <pc:docMk/>
            <pc:sldMk cId="3363287682" sldId="2145708758"/>
            <ac:picMk id="5" creationId="{F911097D-5EFE-088D-5250-674344B54E43}"/>
          </ac:picMkLst>
        </pc:picChg>
        <pc:picChg chg="add mod">
          <ac:chgData name="Ei Myat Mon" userId="e6357aa9-fa6e-4417-bbe1-b057167c5708" providerId="ADAL" clId="{52191A20-731C-4621-9F36-B28FC4FBC900}" dt="2025-07-10T06:54:40.150" v="3863" actId="1076"/>
          <ac:picMkLst>
            <pc:docMk/>
            <pc:sldMk cId="3363287682" sldId="2145708758"/>
            <ac:picMk id="6" creationId="{B1709687-71C1-DF3F-C673-458EE4FB09FB}"/>
          </ac:picMkLst>
        </pc:picChg>
        <pc:picChg chg="add del mod">
          <ac:chgData name="Ei Myat Mon" userId="e6357aa9-fa6e-4417-bbe1-b057167c5708" providerId="ADAL" clId="{52191A20-731C-4621-9F36-B28FC4FBC900}" dt="2025-06-08T14:39:46.026" v="87" actId="478"/>
          <ac:picMkLst>
            <pc:docMk/>
            <pc:sldMk cId="3363287682" sldId="2145708758"/>
            <ac:picMk id="6" creationId="{CAC7C10B-56C0-8937-B342-0C556EBD0C86}"/>
          </ac:picMkLst>
        </pc:picChg>
        <pc:picChg chg="add del mod">
          <ac:chgData name="Ei Myat Mon" userId="e6357aa9-fa6e-4417-bbe1-b057167c5708" providerId="ADAL" clId="{52191A20-731C-4621-9F36-B28FC4FBC900}" dt="2025-06-25T04:07:47.407" v="483" actId="478"/>
          <ac:picMkLst>
            <pc:docMk/>
            <pc:sldMk cId="3363287682" sldId="2145708758"/>
            <ac:picMk id="8" creationId="{1878F775-B7D9-957F-BEBE-84ED49E8E5A2}"/>
          </ac:picMkLst>
        </pc:picChg>
      </pc:sldChg>
      <pc:sldChg chg="addSp delSp modSp add mod">
        <pc:chgData name="Ei Myat Mon" userId="e6357aa9-fa6e-4417-bbe1-b057167c5708" providerId="ADAL" clId="{52191A20-731C-4621-9F36-B28FC4FBC900}" dt="2025-07-10T06:58:01.561" v="3900" actId="1076"/>
        <pc:sldMkLst>
          <pc:docMk/>
          <pc:sldMk cId="128412827" sldId="2145708759"/>
        </pc:sldMkLst>
        <pc:spChg chg="mod">
          <ac:chgData name="Ei Myat Mon" userId="e6357aa9-fa6e-4417-bbe1-b057167c5708" providerId="ADAL" clId="{52191A20-731C-4621-9F36-B28FC4FBC900}" dt="2025-07-10T06:57:49.956" v="3897" actId="20577"/>
          <ac:spMkLst>
            <pc:docMk/>
            <pc:sldMk cId="128412827" sldId="2145708759"/>
            <ac:spMk id="3" creationId="{034BC941-541B-1E4C-3F34-859BB7109AA3}"/>
          </ac:spMkLst>
        </pc:spChg>
        <pc:picChg chg="add del mod">
          <ac:chgData name="Ei Myat Mon" userId="e6357aa9-fa6e-4417-bbe1-b057167c5708" providerId="ADAL" clId="{52191A20-731C-4621-9F36-B28FC4FBC900}" dt="2025-06-25T04:07:42.210" v="481" actId="478"/>
          <ac:picMkLst>
            <pc:docMk/>
            <pc:sldMk cId="128412827" sldId="2145708759"/>
            <ac:picMk id="5" creationId="{03149ED5-688F-EDEA-1095-F6155924A5EC}"/>
          </ac:picMkLst>
        </pc:picChg>
        <pc:picChg chg="add del mod">
          <ac:chgData name="Ei Myat Mon" userId="e6357aa9-fa6e-4417-bbe1-b057167c5708" providerId="ADAL" clId="{52191A20-731C-4621-9F36-B28FC4FBC900}" dt="2025-07-10T06:57:42.729" v="3872" actId="478"/>
          <ac:picMkLst>
            <pc:docMk/>
            <pc:sldMk cId="128412827" sldId="2145708759"/>
            <ac:picMk id="5" creationId="{0BBCA7CB-2C20-78CD-7311-B03A1474BC32}"/>
          </ac:picMkLst>
        </pc:picChg>
        <pc:picChg chg="add del mod">
          <ac:chgData name="Ei Myat Mon" userId="e6357aa9-fa6e-4417-bbe1-b057167c5708" providerId="ADAL" clId="{52191A20-731C-4621-9F36-B28FC4FBC900}" dt="2025-06-26T03:35:08.924" v="1922" actId="478"/>
          <ac:picMkLst>
            <pc:docMk/>
            <pc:sldMk cId="128412827" sldId="2145708759"/>
            <ac:picMk id="6" creationId="{0BF68AE0-F402-4918-ED23-26B17BB96049}"/>
          </ac:picMkLst>
        </pc:picChg>
        <pc:picChg chg="add mod">
          <ac:chgData name="Ei Myat Mon" userId="e6357aa9-fa6e-4417-bbe1-b057167c5708" providerId="ADAL" clId="{52191A20-731C-4621-9F36-B28FC4FBC900}" dt="2025-07-10T06:58:01.561" v="3900" actId="1076"/>
          <ac:picMkLst>
            <pc:docMk/>
            <pc:sldMk cId="128412827" sldId="2145708759"/>
            <ac:picMk id="6" creationId="{8387E26C-1930-3DD9-1084-04C8B3BF8C2B}"/>
          </ac:picMkLst>
        </pc:picChg>
        <pc:picChg chg="del">
          <ac:chgData name="Ei Myat Mon" userId="e6357aa9-fa6e-4417-bbe1-b057167c5708" providerId="ADAL" clId="{52191A20-731C-4621-9F36-B28FC4FBC900}" dt="2025-06-08T14:46:16.804" v="127" actId="478"/>
          <ac:picMkLst>
            <pc:docMk/>
            <pc:sldMk cId="128412827" sldId="2145708759"/>
            <ac:picMk id="7" creationId="{BA6FD6A4-8789-2788-E84E-D16AF642495B}"/>
          </ac:picMkLst>
        </pc:picChg>
      </pc:sldChg>
      <pc:sldChg chg="addSp delSp modSp add mod">
        <pc:chgData name="Ei Myat Mon" userId="e6357aa9-fa6e-4417-bbe1-b057167c5708" providerId="ADAL" clId="{52191A20-731C-4621-9F36-B28FC4FBC900}" dt="2025-07-10T07:00:09.837" v="3962" actId="20577"/>
        <pc:sldMkLst>
          <pc:docMk/>
          <pc:sldMk cId="3489865888" sldId="2145708760"/>
        </pc:sldMkLst>
        <pc:spChg chg="mod">
          <ac:chgData name="Ei Myat Mon" userId="e6357aa9-fa6e-4417-bbe1-b057167c5708" providerId="ADAL" clId="{52191A20-731C-4621-9F36-B28FC4FBC900}" dt="2025-06-11T09:57:00.305" v="185" actId="20577"/>
          <ac:spMkLst>
            <pc:docMk/>
            <pc:sldMk cId="3489865888" sldId="2145708760"/>
            <ac:spMk id="3" creationId="{E2F2EA55-F46C-8AB0-0140-A4E9772F2B82}"/>
          </ac:spMkLst>
        </pc:spChg>
        <pc:spChg chg="add mod">
          <ac:chgData name="Ei Myat Mon" userId="e6357aa9-fa6e-4417-bbe1-b057167c5708" providerId="ADAL" clId="{52191A20-731C-4621-9F36-B28FC4FBC900}" dt="2025-07-08T04:17:31.394" v="3706" actId="1035"/>
          <ac:spMkLst>
            <pc:docMk/>
            <pc:sldMk cId="3489865888" sldId="2145708760"/>
            <ac:spMk id="6" creationId="{1424A366-1B5F-1CCD-6477-79A97E868083}"/>
          </ac:spMkLst>
        </pc:spChg>
        <pc:spChg chg="add mod">
          <ac:chgData name="Ei Myat Mon" userId="e6357aa9-fa6e-4417-bbe1-b057167c5708" providerId="ADAL" clId="{52191A20-731C-4621-9F36-B28FC4FBC900}" dt="2025-07-08T04:24:14.432" v="3798" actId="1035"/>
          <ac:spMkLst>
            <pc:docMk/>
            <pc:sldMk cId="3489865888" sldId="2145708760"/>
            <ac:spMk id="8" creationId="{D49BD8D4-76E4-E96B-8559-4CC53B4297B8}"/>
          </ac:spMkLst>
        </pc:spChg>
        <pc:graphicFrameChg chg="add mod modGraphic">
          <ac:chgData name="Ei Myat Mon" userId="e6357aa9-fa6e-4417-bbe1-b057167c5708" providerId="ADAL" clId="{52191A20-731C-4621-9F36-B28FC4FBC900}" dt="2025-07-10T07:00:05.360" v="3960" actId="20577"/>
          <ac:graphicFrameMkLst>
            <pc:docMk/>
            <pc:sldMk cId="3489865888" sldId="2145708760"/>
            <ac:graphicFrameMk id="4" creationId="{398AE5EF-5909-EC42-BCAA-9907DC0D466D}"/>
          </ac:graphicFrameMkLst>
        </pc:graphicFrameChg>
        <pc:graphicFrameChg chg="del">
          <ac:chgData name="Ei Myat Mon" userId="e6357aa9-fa6e-4417-bbe1-b057167c5708" providerId="ADAL" clId="{52191A20-731C-4621-9F36-B28FC4FBC900}" dt="2025-06-12T03:49:29.028" v="196" actId="478"/>
          <ac:graphicFrameMkLst>
            <pc:docMk/>
            <pc:sldMk cId="3489865888" sldId="2145708760"/>
            <ac:graphicFrameMk id="4" creationId="{D86AEC2E-9D21-4669-85D3-73EF3BB5D461}"/>
          </ac:graphicFrameMkLst>
        </pc:graphicFrameChg>
        <pc:graphicFrameChg chg="add mod modGraphic">
          <ac:chgData name="Ei Myat Mon" userId="e6357aa9-fa6e-4417-bbe1-b057167c5708" providerId="ADAL" clId="{52191A20-731C-4621-9F36-B28FC4FBC900}" dt="2025-07-10T07:00:09.837" v="3962" actId="20577"/>
          <ac:graphicFrameMkLst>
            <pc:docMk/>
            <pc:sldMk cId="3489865888" sldId="2145708760"/>
            <ac:graphicFrameMk id="9" creationId="{CFD50AB7-B461-B3E7-DA57-7C336546F6F6}"/>
          </ac:graphicFrameMkLst>
        </pc:graphicFrameChg>
      </pc:sldChg>
      <pc:sldChg chg="addSp delSp modSp add mod">
        <pc:chgData name="Ei Myat Mon" userId="e6357aa9-fa6e-4417-bbe1-b057167c5708" providerId="ADAL" clId="{52191A20-731C-4621-9F36-B28FC4FBC900}" dt="2025-07-10T07:11:12.852" v="4043" actId="20577"/>
        <pc:sldMkLst>
          <pc:docMk/>
          <pc:sldMk cId="1235559352" sldId="2145708761"/>
        </pc:sldMkLst>
        <pc:spChg chg="add del">
          <ac:chgData name="Ei Myat Mon" userId="e6357aa9-fa6e-4417-bbe1-b057167c5708" providerId="ADAL" clId="{52191A20-731C-4621-9F36-B28FC4FBC900}" dt="2025-06-25T15:48:35.340" v="1237"/>
          <ac:spMkLst>
            <pc:docMk/>
            <pc:sldMk cId="1235559352" sldId="2145708761"/>
            <ac:spMk id="4" creationId="{C297DCE1-8A95-5162-EF42-7E03311B3347}"/>
          </ac:spMkLst>
        </pc:spChg>
        <pc:spChg chg="add del">
          <ac:chgData name="Ei Myat Mon" userId="e6357aa9-fa6e-4417-bbe1-b057167c5708" providerId="ADAL" clId="{52191A20-731C-4621-9F36-B28FC4FBC900}" dt="2025-06-25T15:48:45.288" v="1239"/>
          <ac:spMkLst>
            <pc:docMk/>
            <pc:sldMk cId="1235559352" sldId="2145708761"/>
            <ac:spMk id="5" creationId="{1BE841D0-295C-1FE0-90EA-C6F299FC2054}"/>
          </ac:spMkLst>
        </pc:spChg>
        <pc:spChg chg="mod">
          <ac:chgData name="Ei Myat Mon" userId="e6357aa9-fa6e-4417-bbe1-b057167c5708" providerId="ADAL" clId="{52191A20-731C-4621-9F36-B28FC4FBC900}" dt="2025-07-10T07:11:12.852" v="4043" actId="20577"/>
          <ac:spMkLst>
            <pc:docMk/>
            <pc:sldMk cId="1235559352" sldId="2145708761"/>
            <ac:spMk id="19" creationId="{85B4683E-03BA-A611-0997-F9DE828A7C96}"/>
          </ac:spMkLst>
        </pc:spChg>
        <pc:graphicFrameChg chg="del modGraphic">
          <ac:chgData name="Ei Myat Mon" userId="e6357aa9-fa6e-4417-bbe1-b057167c5708" providerId="ADAL" clId="{52191A20-731C-4621-9F36-B28FC4FBC900}" dt="2025-06-25T15:43:28.970" v="1207" actId="478"/>
          <ac:graphicFrameMkLst>
            <pc:docMk/>
            <pc:sldMk cId="1235559352" sldId="2145708761"/>
            <ac:graphicFrameMk id="3" creationId="{5B271AF5-35D0-0510-4653-B3955AA94B92}"/>
          </ac:graphicFrameMkLst>
        </pc:graphicFrameChg>
      </pc:sldChg>
      <pc:sldChg chg="addSp delSp modSp new mod">
        <pc:chgData name="Ei Myat Mon" userId="e6357aa9-fa6e-4417-bbe1-b057167c5708" providerId="ADAL" clId="{52191A20-731C-4621-9F36-B28FC4FBC900}" dt="2025-07-10T06:57:03.213" v="3868"/>
        <pc:sldMkLst>
          <pc:docMk/>
          <pc:sldMk cId="1563390098" sldId="2145708762"/>
        </pc:sldMkLst>
        <pc:spChg chg="mod">
          <ac:chgData name="Ei Myat Mon" userId="e6357aa9-fa6e-4417-bbe1-b057167c5708" providerId="ADAL" clId="{52191A20-731C-4621-9F36-B28FC4FBC900}" dt="2025-06-25T05:07:44.555" v="831" actId="20577"/>
          <ac:spMkLst>
            <pc:docMk/>
            <pc:sldMk cId="1563390098" sldId="2145708762"/>
            <ac:spMk id="3" creationId="{E87A27D2-3989-9BB6-7123-D448AD8D2F09}"/>
          </ac:spMkLst>
        </pc:spChg>
        <pc:picChg chg="add del mod">
          <ac:chgData name="Ei Myat Mon" userId="e6357aa9-fa6e-4417-bbe1-b057167c5708" providerId="ADAL" clId="{52191A20-731C-4621-9F36-B28FC4FBC900}" dt="2025-07-10T06:55:20.090" v="3864" actId="478"/>
          <ac:picMkLst>
            <pc:docMk/>
            <pc:sldMk cId="1563390098" sldId="2145708762"/>
            <ac:picMk id="5" creationId="{650AA0EC-B214-2752-0464-2035BEA12CEA}"/>
          </ac:picMkLst>
        </pc:picChg>
        <pc:picChg chg="add del mod">
          <ac:chgData name="Ei Myat Mon" userId="e6357aa9-fa6e-4417-bbe1-b057167c5708" providerId="ADAL" clId="{52191A20-731C-4621-9F36-B28FC4FBC900}" dt="2025-07-10T06:55:37.606" v="3867" actId="478"/>
          <ac:picMkLst>
            <pc:docMk/>
            <pc:sldMk cId="1563390098" sldId="2145708762"/>
            <ac:picMk id="6" creationId="{51CFBB0B-2B53-BD35-F347-DA6ACAADE41E}"/>
          </ac:picMkLst>
        </pc:picChg>
        <pc:picChg chg="add mod">
          <ac:chgData name="Ei Myat Mon" userId="e6357aa9-fa6e-4417-bbe1-b057167c5708" providerId="ADAL" clId="{52191A20-731C-4621-9F36-B28FC4FBC900}" dt="2025-07-10T06:57:03.213" v="3868"/>
          <ac:picMkLst>
            <pc:docMk/>
            <pc:sldMk cId="1563390098" sldId="2145708762"/>
            <ac:picMk id="8" creationId="{06E2C659-16B3-9B33-D4AC-4E23B147969E}"/>
          </ac:picMkLst>
        </pc:picChg>
      </pc:sldChg>
      <pc:sldChg chg="addSp modSp new mod">
        <pc:chgData name="Ei Myat Mon" userId="e6357aa9-fa6e-4417-bbe1-b057167c5708" providerId="ADAL" clId="{52191A20-731C-4621-9F36-B28FC4FBC900}" dt="2025-07-08T03:52:35.816" v="3471" actId="1036"/>
        <pc:sldMkLst>
          <pc:docMk/>
          <pc:sldMk cId="3328870981" sldId="2145708763"/>
        </pc:sldMkLst>
        <pc:spChg chg="mod">
          <ac:chgData name="Ei Myat Mon" userId="e6357aa9-fa6e-4417-bbe1-b057167c5708" providerId="ADAL" clId="{52191A20-731C-4621-9F36-B28FC4FBC900}" dt="2025-07-08T03:51:01.633" v="3358" actId="20577"/>
          <ac:spMkLst>
            <pc:docMk/>
            <pc:sldMk cId="3328870981" sldId="2145708763"/>
            <ac:spMk id="3" creationId="{76FDE8BA-1206-F8D4-569F-C56F9AEFDB67}"/>
          </ac:spMkLst>
        </pc:spChg>
        <pc:spChg chg="add mod">
          <ac:chgData name="Ei Myat Mon" userId="e6357aa9-fa6e-4417-bbe1-b057167c5708" providerId="ADAL" clId="{52191A20-731C-4621-9F36-B28FC4FBC900}" dt="2025-07-08T03:52:35.816" v="3471" actId="1036"/>
          <ac:spMkLst>
            <pc:docMk/>
            <pc:sldMk cId="3328870981" sldId="2145708763"/>
            <ac:spMk id="5" creationId="{59D0D200-2EED-C57C-98B7-8FC7AA4B9674}"/>
          </ac:spMkLst>
        </pc:spChg>
        <pc:spChg chg="add mod">
          <ac:chgData name="Ei Myat Mon" userId="e6357aa9-fa6e-4417-bbe1-b057167c5708" providerId="ADAL" clId="{52191A20-731C-4621-9F36-B28FC4FBC900}" dt="2025-07-08T03:50:13.315" v="3332" actId="14100"/>
          <ac:spMkLst>
            <pc:docMk/>
            <pc:sldMk cId="3328870981" sldId="2145708763"/>
            <ac:spMk id="6" creationId="{54C370DD-37EF-855B-F0B0-18EAC0901655}"/>
          </ac:spMkLst>
        </pc:spChg>
        <pc:spChg chg="add mod">
          <ac:chgData name="Ei Myat Mon" userId="e6357aa9-fa6e-4417-bbe1-b057167c5708" providerId="ADAL" clId="{52191A20-731C-4621-9F36-B28FC4FBC900}" dt="2025-07-01T06:59:36.057" v="2452" actId="1036"/>
          <ac:spMkLst>
            <pc:docMk/>
            <pc:sldMk cId="3328870981" sldId="2145708763"/>
            <ac:spMk id="7" creationId="{FDBBC10D-45FC-FBD7-4C20-9E11A0F4FE32}"/>
          </ac:spMkLst>
        </pc:spChg>
        <pc:graphicFrameChg chg="add mod modGraphic">
          <ac:chgData name="Ei Myat Mon" userId="e6357aa9-fa6e-4417-bbe1-b057167c5708" providerId="ADAL" clId="{52191A20-731C-4621-9F36-B28FC4FBC900}" dt="2025-07-08T03:52:35.816" v="3471" actId="1036"/>
          <ac:graphicFrameMkLst>
            <pc:docMk/>
            <pc:sldMk cId="3328870981" sldId="2145708763"/>
            <ac:graphicFrameMk id="4" creationId="{18976A95-D610-5D4B-924A-1FC780380A62}"/>
          </ac:graphicFrameMkLst>
        </pc:graphicFrameChg>
      </pc:sldChg>
      <pc:sldChg chg="addSp delSp modSp new del mod">
        <pc:chgData name="Ei Myat Mon" userId="e6357aa9-fa6e-4417-bbe1-b057167c5708" providerId="ADAL" clId="{52191A20-731C-4621-9F36-B28FC4FBC900}" dt="2025-07-08T03:51:19.683" v="3359" actId="47"/>
        <pc:sldMkLst>
          <pc:docMk/>
          <pc:sldMk cId="3481656410" sldId="2145708764"/>
        </pc:sldMkLst>
        <pc:spChg chg="mod">
          <ac:chgData name="Ei Myat Mon" userId="e6357aa9-fa6e-4417-bbe1-b057167c5708" providerId="ADAL" clId="{52191A20-731C-4621-9F36-B28FC4FBC900}" dt="2025-06-25T05:22:33.842" v="1049" actId="20577"/>
          <ac:spMkLst>
            <pc:docMk/>
            <pc:sldMk cId="3481656410" sldId="2145708764"/>
            <ac:spMk id="3" creationId="{31366888-7FC4-F8EA-D09D-CD848609A35F}"/>
          </ac:spMkLst>
        </pc:spChg>
        <pc:spChg chg="add del mod">
          <ac:chgData name="Ei Myat Mon" userId="e6357aa9-fa6e-4417-bbe1-b057167c5708" providerId="ADAL" clId="{52191A20-731C-4621-9F36-B28FC4FBC900}" dt="2025-07-01T03:41:25.917" v="2093" actId="22"/>
          <ac:spMkLst>
            <pc:docMk/>
            <pc:sldMk cId="3481656410" sldId="2145708764"/>
            <ac:spMk id="6" creationId="{37B78E3D-2472-40BC-BDDA-7C064F54899F}"/>
          </ac:spMkLst>
        </pc:spChg>
        <pc:spChg chg="add mod">
          <ac:chgData name="Ei Myat Mon" userId="e6357aa9-fa6e-4417-bbe1-b057167c5708" providerId="ADAL" clId="{52191A20-731C-4621-9F36-B28FC4FBC900}" dt="2025-07-01T06:56:16.185" v="2233" actId="207"/>
          <ac:spMkLst>
            <pc:docMk/>
            <pc:sldMk cId="3481656410" sldId="2145708764"/>
            <ac:spMk id="8" creationId="{324C7135-F7C6-D8FC-FE8C-B31A3AA2CD3F}"/>
          </ac:spMkLst>
        </pc:spChg>
        <pc:spChg chg="add mod">
          <ac:chgData name="Ei Myat Mon" userId="e6357aa9-fa6e-4417-bbe1-b057167c5708" providerId="ADAL" clId="{52191A20-731C-4621-9F36-B28FC4FBC900}" dt="2025-07-08T03:47:55.235" v="3330" actId="20577"/>
          <ac:spMkLst>
            <pc:docMk/>
            <pc:sldMk cId="3481656410" sldId="2145708764"/>
            <ac:spMk id="10" creationId="{678C03E7-D50F-65AD-9084-3F311C6B1F04}"/>
          </ac:spMkLst>
        </pc:spChg>
        <pc:graphicFrameChg chg="add del mod modGraphic">
          <ac:chgData name="Ei Myat Mon" userId="e6357aa9-fa6e-4417-bbe1-b057167c5708" providerId="ADAL" clId="{52191A20-731C-4621-9F36-B28FC4FBC900}" dt="2025-07-01T06:52:10.407" v="2122" actId="478"/>
          <ac:graphicFrameMkLst>
            <pc:docMk/>
            <pc:sldMk cId="3481656410" sldId="2145708764"/>
            <ac:graphicFrameMk id="4" creationId="{0AA7FD6A-E839-5E24-7829-8BAB9EDFBC6E}"/>
          </ac:graphicFrameMkLst>
        </pc:graphicFrameChg>
      </pc:sldChg>
      <pc:sldChg chg="addSp delSp modSp new mod">
        <pc:chgData name="Ei Myat Mon" userId="e6357aa9-fa6e-4417-bbe1-b057167c5708" providerId="ADAL" clId="{52191A20-731C-4621-9F36-B28FC4FBC900}" dt="2025-07-10T06:59:39.300" v="3946" actId="1076"/>
        <pc:sldMkLst>
          <pc:docMk/>
          <pc:sldMk cId="1881148810" sldId="2145708765"/>
        </pc:sldMkLst>
        <pc:spChg chg="mod">
          <ac:chgData name="Ei Myat Mon" userId="e6357aa9-fa6e-4417-bbe1-b057167c5708" providerId="ADAL" clId="{52191A20-731C-4621-9F36-B28FC4FBC900}" dt="2025-06-25T16:32:17.429" v="1410" actId="20577"/>
          <ac:spMkLst>
            <pc:docMk/>
            <pc:sldMk cId="1881148810" sldId="2145708765"/>
            <ac:spMk id="3" creationId="{71D9137C-C8F4-1449-0661-6FECA1C355AD}"/>
          </ac:spMkLst>
        </pc:spChg>
        <pc:picChg chg="add del mod">
          <ac:chgData name="Ei Myat Mon" userId="e6357aa9-fa6e-4417-bbe1-b057167c5708" providerId="ADAL" clId="{52191A20-731C-4621-9F36-B28FC4FBC900}" dt="2025-07-10T06:58:56.132" v="3943" actId="478"/>
          <ac:picMkLst>
            <pc:docMk/>
            <pc:sldMk cId="1881148810" sldId="2145708765"/>
            <ac:picMk id="5" creationId="{A1200FBF-8139-EB3E-E509-23D31A3DB09E}"/>
          </ac:picMkLst>
        </pc:picChg>
        <pc:picChg chg="add mod">
          <ac:chgData name="Ei Myat Mon" userId="e6357aa9-fa6e-4417-bbe1-b057167c5708" providerId="ADAL" clId="{52191A20-731C-4621-9F36-B28FC4FBC900}" dt="2025-07-10T06:59:39.300" v="3946" actId="1076"/>
          <ac:picMkLst>
            <pc:docMk/>
            <pc:sldMk cId="1881148810" sldId="2145708765"/>
            <ac:picMk id="6" creationId="{00008E83-151E-8B5D-32E7-73057B83C066}"/>
          </ac:picMkLst>
        </pc:picChg>
      </pc:sldChg>
      <pc:sldChg chg="delSp new del">
        <pc:chgData name="Ei Myat Mon" userId="e6357aa9-fa6e-4417-bbe1-b057167c5708" providerId="ADAL" clId="{52191A20-731C-4621-9F36-B28FC4FBC900}" dt="2025-06-25T16:18:20.036" v="1334" actId="47"/>
        <pc:sldMkLst>
          <pc:docMk/>
          <pc:sldMk cId="3146924406" sldId="2145708765"/>
        </pc:sldMkLst>
        <pc:spChg chg="del">
          <ac:chgData name="Ei Myat Mon" userId="e6357aa9-fa6e-4417-bbe1-b057167c5708" providerId="ADAL" clId="{52191A20-731C-4621-9F36-B28FC4FBC900}" dt="2025-06-25T16:18:16.127" v="1333" actId="478"/>
          <ac:spMkLst>
            <pc:docMk/>
            <pc:sldMk cId="3146924406" sldId="2145708765"/>
            <ac:spMk id="3" creationId="{C5B69EFF-C6CE-0BAD-FCBB-A596612D62FB}"/>
          </ac:spMkLst>
        </pc:spChg>
      </pc:sldChg>
      <pc:sldChg chg="delSp modSp add mod">
        <pc:chgData name="Ei Myat Mon" userId="e6357aa9-fa6e-4417-bbe1-b057167c5708" providerId="ADAL" clId="{52191A20-731C-4621-9F36-B28FC4FBC900}" dt="2025-06-26T02:20:08.091" v="1765" actId="1036"/>
        <pc:sldMkLst>
          <pc:docMk/>
          <pc:sldMk cId="1784669213" sldId="2145708766"/>
        </pc:sldMkLst>
        <pc:spChg chg="mod">
          <ac:chgData name="Ei Myat Mon" userId="e6357aa9-fa6e-4417-bbe1-b057167c5708" providerId="ADAL" clId="{52191A20-731C-4621-9F36-B28FC4FBC900}" dt="2025-06-26T02:20:08.091" v="1765" actId="1036"/>
          <ac:spMkLst>
            <pc:docMk/>
            <pc:sldMk cId="1784669213" sldId="2145708766"/>
            <ac:spMk id="3" creationId="{E2F2EA55-F46C-8AB0-0140-A4E9772F2B82}"/>
          </ac:spMkLst>
        </pc:spChg>
        <pc:spChg chg="del">
          <ac:chgData name="Ei Myat Mon" userId="e6357aa9-fa6e-4417-bbe1-b057167c5708" providerId="ADAL" clId="{52191A20-731C-4621-9F36-B28FC4FBC900}" dt="2025-06-26T02:18:55.170" v="1730" actId="478"/>
          <ac:spMkLst>
            <pc:docMk/>
            <pc:sldMk cId="1784669213" sldId="2145708766"/>
            <ac:spMk id="6" creationId="{1424A366-1B5F-1CCD-6477-79A97E868083}"/>
          </ac:spMkLst>
        </pc:spChg>
        <pc:spChg chg="del">
          <ac:chgData name="Ei Myat Mon" userId="e6357aa9-fa6e-4417-bbe1-b057167c5708" providerId="ADAL" clId="{52191A20-731C-4621-9F36-B28FC4FBC900}" dt="2025-06-26T02:18:50.914" v="1728" actId="478"/>
          <ac:spMkLst>
            <pc:docMk/>
            <pc:sldMk cId="1784669213" sldId="2145708766"/>
            <ac:spMk id="8" creationId="{D49BD8D4-76E4-E96B-8559-4CC53B4297B8}"/>
          </ac:spMkLst>
        </pc:spChg>
        <pc:graphicFrameChg chg="del">
          <ac:chgData name="Ei Myat Mon" userId="e6357aa9-fa6e-4417-bbe1-b057167c5708" providerId="ADAL" clId="{52191A20-731C-4621-9F36-B28FC4FBC900}" dt="2025-06-26T02:18:48.338" v="1727" actId="478"/>
          <ac:graphicFrameMkLst>
            <pc:docMk/>
            <pc:sldMk cId="1784669213" sldId="2145708766"/>
            <ac:graphicFrameMk id="4" creationId="{398AE5EF-5909-EC42-BCAA-9907DC0D466D}"/>
          </ac:graphicFrameMkLst>
        </pc:graphicFrameChg>
        <pc:graphicFrameChg chg="del">
          <ac:chgData name="Ei Myat Mon" userId="e6357aa9-fa6e-4417-bbe1-b057167c5708" providerId="ADAL" clId="{52191A20-731C-4621-9F36-B28FC4FBC900}" dt="2025-06-26T02:18:51.773" v="1729" actId="478"/>
          <ac:graphicFrameMkLst>
            <pc:docMk/>
            <pc:sldMk cId="1784669213" sldId="2145708766"/>
            <ac:graphicFrameMk id="9" creationId="{CFD50AB7-B461-B3E7-DA57-7C336546F6F6}"/>
          </ac:graphicFrameMkLst>
        </pc:graphicFrameChg>
      </pc:sldChg>
      <pc:sldChg chg="addSp delSp modSp add mod ord">
        <pc:chgData name="Ei Myat Mon" userId="e6357aa9-fa6e-4417-bbe1-b057167c5708" providerId="ADAL" clId="{52191A20-731C-4621-9F36-B28FC4FBC900}" dt="2025-07-07T07:37:18.234" v="2930" actId="20577"/>
        <pc:sldMkLst>
          <pc:docMk/>
          <pc:sldMk cId="3233955761" sldId="2145708767"/>
        </pc:sldMkLst>
        <pc:spChg chg="del">
          <ac:chgData name="Ei Myat Mon" userId="e6357aa9-fa6e-4417-bbe1-b057167c5708" providerId="ADAL" clId="{52191A20-731C-4621-9F36-B28FC4FBC900}" dt="2025-07-01T03:46:18.306" v="2102" actId="478"/>
          <ac:spMkLst>
            <pc:docMk/>
            <pc:sldMk cId="3233955761" sldId="2145708767"/>
            <ac:spMk id="3" creationId="{E2F2EA55-F46C-8AB0-0140-A4E9772F2B82}"/>
          </ac:spMkLst>
        </pc:spChg>
        <pc:spChg chg="add mod">
          <ac:chgData name="Ei Myat Mon" userId="e6357aa9-fa6e-4417-bbe1-b057167c5708" providerId="ADAL" clId="{52191A20-731C-4621-9F36-B28FC4FBC900}" dt="2025-07-07T07:37:14.241" v="2929" actId="20577"/>
          <ac:spMkLst>
            <pc:docMk/>
            <pc:sldMk cId="3233955761" sldId="2145708767"/>
            <ac:spMk id="5" creationId="{A8A595C4-A8D1-1008-2F32-0E5C2D2C514F}"/>
          </ac:spMkLst>
        </pc:spChg>
        <pc:spChg chg="del">
          <ac:chgData name="Ei Myat Mon" userId="e6357aa9-fa6e-4417-bbe1-b057167c5708" providerId="ADAL" clId="{52191A20-731C-4621-9F36-B28FC4FBC900}" dt="2025-07-01T03:46:13.310" v="2100" actId="478"/>
          <ac:spMkLst>
            <pc:docMk/>
            <pc:sldMk cId="3233955761" sldId="2145708767"/>
            <ac:spMk id="6" creationId="{1424A366-1B5F-1CCD-6477-79A97E868083}"/>
          </ac:spMkLst>
        </pc:spChg>
        <pc:spChg chg="add mod">
          <ac:chgData name="Ei Myat Mon" userId="e6357aa9-fa6e-4417-bbe1-b057167c5708" providerId="ADAL" clId="{52191A20-731C-4621-9F36-B28FC4FBC900}" dt="2025-07-07T07:37:18.234" v="2930" actId="20577"/>
          <ac:spMkLst>
            <pc:docMk/>
            <pc:sldMk cId="3233955761" sldId="2145708767"/>
            <ac:spMk id="6" creationId="{52F1C4E0-B5C9-94A3-A6FC-E75BB4F5C23B}"/>
          </ac:spMkLst>
        </pc:spChg>
        <pc:spChg chg="del">
          <ac:chgData name="Ei Myat Mon" userId="e6357aa9-fa6e-4417-bbe1-b057167c5708" providerId="ADAL" clId="{52191A20-731C-4621-9F36-B28FC4FBC900}" dt="2025-07-01T03:46:15.036" v="2101" actId="478"/>
          <ac:spMkLst>
            <pc:docMk/>
            <pc:sldMk cId="3233955761" sldId="2145708767"/>
            <ac:spMk id="8" creationId="{D49BD8D4-76E4-E96B-8559-4CC53B4297B8}"/>
          </ac:spMkLst>
        </pc:spChg>
        <pc:spChg chg="add mod">
          <ac:chgData name="Ei Myat Mon" userId="e6357aa9-fa6e-4417-bbe1-b057167c5708" providerId="ADAL" clId="{52191A20-731C-4621-9F36-B28FC4FBC900}" dt="2025-07-07T07:26:20.693" v="2731" actId="1035"/>
          <ac:spMkLst>
            <pc:docMk/>
            <pc:sldMk cId="3233955761" sldId="2145708767"/>
            <ac:spMk id="10" creationId="{299F3B65-9F26-06BF-AC36-E199BBB71BD2}"/>
          </ac:spMkLst>
        </pc:spChg>
        <pc:graphicFrameChg chg="del">
          <ac:chgData name="Ei Myat Mon" userId="e6357aa9-fa6e-4417-bbe1-b057167c5708" providerId="ADAL" clId="{52191A20-731C-4621-9F36-B28FC4FBC900}" dt="2025-07-01T03:46:10.123" v="2099" actId="478"/>
          <ac:graphicFrameMkLst>
            <pc:docMk/>
            <pc:sldMk cId="3233955761" sldId="2145708767"/>
            <ac:graphicFrameMk id="4" creationId="{398AE5EF-5909-EC42-BCAA-9907DC0D466D}"/>
          </ac:graphicFrameMkLst>
        </pc:graphicFrameChg>
        <pc:graphicFrameChg chg="del">
          <ac:chgData name="Ei Myat Mon" userId="e6357aa9-fa6e-4417-bbe1-b057167c5708" providerId="ADAL" clId="{52191A20-731C-4621-9F36-B28FC4FBC900}" dt="2025-07-01T03:46:07.789" v="2098" actId="478"/>
          <ac:graphicFrameMkLst>
            <pc:docMk/>
            <pc:sldMk cId="3233955761" sldId="2145708767"/>
            <ac:graphicFrameMk id="9" creationId="{CFD50AB7-B461-B3E7-DA57-7C336546F6F6}"/>
          </ac:graphicFrameMkLst>
        </pc:graphicFrameChg>
      </pc:sldChg>
      <pc:sldChg chg="addSp delSp modSp new del mod ord">
        <pc:chgData name="Ei Myat Mon" userId="e6357aa9-fa6e-4417-bbe1-b057167c5708" providerId="ADAL" clId="{52191A20-731C-4621-9F36-B28FC4FBC900}" dt="2025-07-07T07:34:09.802" v="2843" actId="47"/>
        <pc:sldMkLst>
          <pc:docMk/>
          <pc:sldMk cId="2191693603" sldId="2145708768"/>
        </pc:sldMkLst>
        <pc:spChg chg="mod">
          <ac:chgData name="Ei Myat Mon" userId="e6357aa9-fa6e-4417-bbe1-b057167c5708" providerId="ADAL" clId="{52191A20-731C-4621-9F36-B28FC4FBC900}" dt="2025-07-07T07:33:07.932" v="2803" actId="20577"/>
          <ac:spMkLst>
            <pc:docMk/>
            <pc:sldMk cId="2191693603" sldId="2145708768"/>
            <ac:spMk id="3" creationId="{B6F1CD2F-FFCE-B2A2-A7C8-ABEB5DF7A842}"/>
          </ac:spMkLst>
        </pc:spChg>
        <pc:spChg chg="add del mod">
          <ac:chgData name="Ei Myat Mon" userId="e6357aa9-fa6e-4417-bbe1-b057167c5708" providerId="ADAL" clId="{52191A20-731C-4621-9F36-B28FC4FBC900}" dt="2025-07-07T07:33:50.199" v="2839"/>
          <ac:spMkLst>
            <pc:docMk/>
            <pc:sldMk cId="2191693603" sldId="2145708768"/>
            <ac:spMk id="5" creationId="{62242C5C-958E-5EE6-A834-E97489528FDB}"/>
          </ac:spMkLst>
        </pc:spChg>
      </pc:sldChg>
      <pc:sldChg chg="modSp add mod ord">
        <pc:chgData name="Ei Myat Mon" userId="e6357aa9-fa6e-4417-bbe1-b057167c5708" providerId="ADAL" clId="{52191A20-731C-4621-9F36-B28FC4FBC900}" dt="2025-07-07T07:52:46.789" v="3142" actId="1037"/>
        <pc:sldMkLst>
          <pc:docMk/>
          <pc:sldMk cId="527323572" sldId="2145708769"/>
        </pc:sldMkLst>
        <pc:spChg chg="mod">
          <ac:chgData name="Ei Myat Mon" userId="e6357aa9-fa6e-4417-bbe1-b057167c5708" providerId="ADAL" clId="{52191A20-731C-4621-9F36-B28FC4FBC900}" dt="2025-07-07T07:37:30.109" v="2933" actId="20577"/>
          <ac:spMkLst>
            <pc:docMk/>
            <pc:sldMk cId="527323572" sldId="2145708769"/>
            <ac:spMk id="3" creationId="{31366888-7FC4-F8EA-D09D-CD848609A35F}"/>
          </ac:spMkLst>
        </pc:spChg>
        <pc:spChg chg="mod">
          <ac:chgData name="Ei Myat Mon" userId="e6357aa9-fa6e-4417-bbe1-b057167c5708" providerId="ADAL" clId="{52191A20-731C-4621-9F36-B28FC4FBC900}" dt="2025-07-07T07:52:46.789" v="3142" actId="1037"/>
          <ac:spMkLst>
            <pc:docMk/>
            <pc:sldMk cId="527323572" sldId="2145708769"/>
            <ac:spMk id="8" creationId="{324C7135-F7C6-D8FC-FE8C-B31A3AA2CD3F}"/>
          </ac:spMkLst>
        </pc:spChg>
        <pc:spChg chg="mod">
          <ac:chgData name="Ei Myat Mon" userId="e6357aa9-fa6e-4417-bbe1-b057167c5708" providerId="ADAL" clId="{52191A20-731C-4621-9F36-B28FC4FBC900}" dt="2025-07-07T07:52:11.497" v="3118" actId="20577"/>
          <ac:spMkLst>
            <pc:docMk/>
            <pc:sldMk cId="527323572" sldId="2145708769"/>
            <ac:spMk id="10" creationId="{678C03E7-D50F-65AD-9084-3F311C6B1F04}"/>
          </ac:spMkLst>
        </pc:spChg>
      </pc:sldChg>
      <pc:sldChg chg="addSp delSp modSp add mod">
        <pc:chgData name="Ei Myat Mon" userId="e6357aa9-fa6e-4417-bbe1-b057167c5708" providerId="ADAL" clId="{52191A20-731C-4621-9F36-B28FC4FBC900}" dt="2025-07-10T06:58:46.205" v="3942" actId="1076"/>
        <pc:sldMkLst>
          <pc:docMk/>
          <pc:sldMk cId="2930741464" sldId="2145708770"/>
        </pc:sldMkLst>
        <pc:spChg chg="mod">
          <ac:chgData name="Ei Myat Mon" userId="e6357aa9-fa6e-4417-bbe1-b057167c5708" providerId="ADAL" clId="{52191A20-731C-4621-9F36-B28FC4FBC900}" dt="2025-07-10T06:58:30.618" v="3939" actId="20577"/>
          <ac:spMkLst>
            <pc:docMk/>
            <pc:sldMk cId="2930741464" sldId="2145708770"/>
            <ac:spMk id="3" creationId="{034BC941-541B-1E4C-3F34-859BB7109AA3}"/>
          </ac:spMkLst>
        </pc:spChg>
        <pc:picChg chg="add mod">
          <ac:chgData name="Ei Myat Mon" userId="e6357aa9-fa6e-4417-bbe1-b057167c5708" providerId="ADAL" clId="{52191A20-731C-4621-9F36-B28FC4FBC900}" dt="2025-07-10T06:58:46.205" v="3942" actId="1076"/>
          <ac:picMkLst>
            <pc:docMk/>
            <pc:sldMk cId="2930741464" sldId="2145708770"/>
            <ac:picMk id="5" creationId="{FA1DBE6E-796E-D5B4-2E2E-60FBB560A945}"/>
          </ac:picMkLst>
        </pc:picChg>
        <pc:picChg chg="del">
          <ac:chgData name="Ei Myat Mon" userId="e6357aa9-fa6e-4417-bbe1-b057167c5708" providerId="ADAL" clId="{52191A20-731C-4621-9F36-B28FC4FBC900}" dt="2025-07-10T06:58:24.574" v="3923" actId="478"/>
          <ac:picMkLst>
            <pc:docMk/>
            <pc:sldMk cId="2930741464" sldId="2145708770"/>
            <ac:picMk id="6" creationId="{8387E26C-1930-3DD9-1084-04C8B3BF8C2B}"/>
          </ac:picMkLst>
        </pc:picChg>
      </pc:sldChg>
    </pc:docChg>
  </pc:docChgLst>
  <pc:docChgLst>
    <pc:chgData name="Ei Myat Mon" userId="e6357aa9-fa6e-4417-bbe1-b057167c5708" providerId="ADAL" clId="{AEAB674A-923E-46CA-BFAF-5965F0535CA7}"/>
    <pc:docChg chg="undo custSel modSld">
      <pc:chgData name="Ei Myat Mon" userId="e6357aa9-fa6e-4417-bbe1-b057167c5708" providerId="ADAL" clId="{AEAB674A-923E-46CA-BFAF-5965F0535CA7}" dt="2025-12-12T08:57:16.252" v="49" actId="14100"/>
      <pc:docMkLst>
        <pc:docMk/>
      </pc:docMkLst>
      <pc:sldChg chg="addSp modSp mod">
        <pc:chgData name="Ei Myat Mon" userId="e6357aa9-fa6e-4417-bbe1-b057167c5708" providerId="ADAL" clId="{AEAB674A-923E-46CA-BFAF-5965F0535CA7}" dt="2025-12-12T06:44:25.851" v="23" actId="1076"/>
        <pc:sldMkLst>
          <pc:docMk/>
          <pc:sldMk cId="296769422" sldId="2145708757"/>
        </pc:sldMkLst>
        <pc:spChg chg="add mod">
          <ac:chgData name="Ei Myat Mon" userId="e6357aa9-fa6e-4417-bbe1-b057167c5708" providerId="ADAL" clId="{AEAB674A-923E-46CA-BFAF-5965F0535CA7}" dt="2025-12-12T03:17:17.471" v="20" actId="255"/>
          <ac:spMkLst>
            <pc:docMk/>
            <pc:sldMk cId="296769422" sldId="2145708757"/>
            <ac:spMk id="5" creationId="{5EA11346-B117-7460-D6BF-6354E886A4D2}"/>
          </ac:spMkLst>
        </pc:spChg>
        <pc:picChg chg="add mod">
          <ac:chgData name="Ei Myat Mon" userId="e6357aa9-fa6e-4417-bbe1-b057167c5708" providerId="ADAL" clId="{AEAB674A-923E-46CA-BFAF-5965F0535CA7}" dt="2025-12-12T06:44:25.851" v="23" actId="1076"/>
          <ac:picMkLst>
            <pc:docMk/>
            <pc:sldMk cId="296769422" sldId="2145708757"/>
            <ac:picMk id="7" creationId="{E2A940CF-2D15-547E-98B1-7FF28FDF7C34}"/>
          </ac:picMkLst>
        </pc:picChg>
      </pc:sldChg>
      <pc:sldChg chg="addSp modSp mod">
        <pc:chgData name="Ei Myat Mon" userId="e6357aa9-fa6e-4417-bbe1-b057167c5708" providerId="ADAL" clId="{AEAB674A-923E-46CA-BFAF-5965F0535CA7}" dt="2025-12-04T05:05:43.904" v="17" actId="1076"/>
        <pc:sldMkLst>
          <pc:docMk/>
          <pc:sldMk cId="3363287682" sldId="2145708758"/>
        </pc:sldMkLst>
        <pc:spChg chg="add mod">
          <ac:chgData name="Ei Myat Mon" userId="e6357aa9-fa6e-4417-bbe1-b057167c5708" providerId="ADAL" clId="{AEAB674A-923E-46CA-BFAF-5965F0535CA7}" dt="2025-12-04T05:05:43.904" v="17" actId="1076"/>
          <ac:spMkLst>
            <pc:docMk/>
            <pc:sldMk cId="3363287682" sldId="2145708758"/>
            <ac:spMk id="5" creationId="{82FAD60E-CFEC-2969-C965-6D7602D8379A}"/>
          </ac:spMkLst>
        </pc:spChg>
        <pc:picChg chg="add mod">
          <ac:chgData name="Ei Myat Mon" userId="e6357aa9-fa6e-4417-bbe1-b057167c5708" providerId="ADAL" clId="{AEAB674A-923E-46CA-BFAF-5965F0535CA7}" dt="2025-12-04T05:05:39.019" v="16" actId="1076"/>
          <ac:picMkLst>
            <pc:docMk/>
            <pc:sldMk cId="3363287682" sldId="2145708758"/>
            <ac:picMk id="7" creationId="{63DDF4DC-EFCA-12D3-89DC-683518865446}"/>
          </ac:picMkLst>
        </pc:picChg>
      </pc:sldChg>
      <pc:sldChg chg="addSp delSp modSp mod">
        <pc:chgData name="Ei Myat Mon" userId="e6357aa9-fa6e-4417-bbe1-b057167c5708" providerId="ADAL" clId="{AEAB674A-923E-46CA-BFAF-5965F0535CA7}" dt="2025-12-12T08:57:16.252" v="49" actId="14100"/>
        <pc:sldMkLst>
          <pc:docMk/>
          <pc:sldMk cId="1563390098" sldId="2145708762"/>
        </pc:sldMkLst>
        <pc:spChg chg="add mod">
          <ac:chgData name="Ei Myat Mon" userId="e6357aa9-fa6e-4417-bbe1-b057167c5708" providerId="ADAL" clId="{AEAB674A-923E-46CA-BFAF-5965F0535CA7}" dt="2025-12-12T08:47:22.080" v="41" actId="14100"/>
          <ac:spMkLst>
            <pc:docMk/>
            <pc:sldMk cId="1563390098" sldId="2145708762"/>
            <ac:spMk id="7" creationId="{CE745D66-859B-A9EB-87D5-0D075FFD9D01}"/>
          </ac:spMkLst>
        </pc:spChg>
        <pc:picChg chg="add del mod">
          <ac:chgData name="Ei Myat Mon" userId="e6357aa9-fa6e-4417-bbe1-b057167c5708" providerId="ADAL" clId="{AEAB674A-923E-46CA-BFAF-5965F0535CA7}" dt="2025-12-12T08:56:56.972" v="44" actId="478"/>
          <ac:picMkLst>
            <pc:docMk/>
            <pc:sldMk cId="1563390098" sldId="2145708762"/>
            <ac:picMk id="5" creationId="{16773B7C-74E1-0BAC-00E6-3ABB05E56865}"/>
          </ac:picMkLst>
        </pc:picChg>
        <pc:picChg chg="add mod">
          <ac:chgData name="Ei Myat Mon" userId="e6357aa9-fa6e-4417-bbe1-b057167c5708" providerId="ADAL" clId="{AEAB674A-923E-46CA-BFAF-5965F0535CA7}" dt="2025-12-12T08:57:16.252" v="49" actId="14100"/>
          <ac:picMkLst>
            <pc:docMk/>
            <pc:sldMk cId="1563390098" sldId="2145708762"/>
            <ac:picMk id="9" creationId="{899A5962-98FF-B136-73F3-60B851E0BA16}"/>
          </ac:picMkLst>
        </pc:picChg>
      </pc:sldChg>
      <pc:sldChg chg="addSp modSp mod">
        <pc:chgData name="Ei Myat Mon" userId="e6357aa9-fa6e-4417-bbe1-b057167c5708" providerId="ADAL" clId="{AEAB674A-923E-46CA-BFAF-5965F0535CA7}" dt="2025-12-12T08:06:25.850" v="32" actId="1076"/>
        <pc:sldMkLst>
          <pc:docMk/>
          <pc:sldMk cId="2224916" sldId="2145708773"/>
        </pc:sldMkLst>
        <pc:spChg chg="add mod">
          <ac:chgData name="Ei Myat Mon" userId="e6357aa9-fa6e-4417-bbe1-b057167c5708" providerId="ADAL" clId="{AEAB674A-923E-46CA-BFAF-5965F0535CA7}" dt="2025-12-12T08:06:25.850" v="32" actId="1076"/>
          <ac:spMkLst>
            <pc:docMk/>
            <pc:sldMk cId="2224916" sldId="2145708773"/>
            <ac:spMk id="7" creationId="{2DE14C54-E52B-D7B2-AEF3-2AB70C46F51C}"/>
          </ac:spMkLst>
        </pc:spChg>
        <pc:picChg chg="add mod">
          <ac:chgData name="Ei Myat Mon" userId="e6357aa9-fa6e-4417-bbe1-b057167c5708" providerId="ADAL" clId="{AEAB674A-923E-46CA-BFAF-5965F0535CA7}" dt="2025-12-12T08:02:42.670" v="26" actId="1076"/>
          <ac:picMkLst>
            <pc:docMk/>
            <pc:sldMk cId="2224916" sldId="2145708773"/>
            <ac:picMk id="5" creationId="{6EB207E7-4542-1289-3145-260DB3FAC1AB}"/>
          </ac:picMkLst>
        </pc:picChg>
      </pc:sldChg>
    </pc:docChg>
  </pc:docChgLst>
  <pc:docChgLst>
    <pc:chgData name="Aung Myo Aye" userId="e1862572-8acc-4a7b-a49a-743c77eeb174" providerId="ADAL" clId="{ED7FAEED-4319-4A65-8234-BC76AA74A5A5}"/>
    <pc:docChg chg="undo custSel addSld modSld sldOrd">
      <pc:chgData name="Aung Myo Aye" userId="e1862572-8acc-4a7b-a49a-743c77eeb174" providerId="ADAL" clId="{ED7FAEED-4319-4A65-8234-BC76AA74A5A5}" dt="2025-01-17T01:58:31.184" v="3651" actId="20577"/>
      <pc:docMkLst>
        <pc:docMk/>
      </pc:docMkLst>
      <pc:sldChg chg="modSp mod">
        <pc:chgData name="Aung Myo Aye" userId="e1862572-8acc-4a7b-a49a-743c77eeb174" providerId="ADAL" clId="{ED7FAEED-4319-4A65-8234-BC76AA74A5A5}" dt="2025-01-14T03:57:08.227" v="2010" actId="20577"/>
        <pc:sldMkLst>
          <pc:docMk/>
          <pc:sldMk cId="3913151875" sldId="2145708743"/>
        </pc:sldMkLst>
      </pc:sldChg>
      <pc:sldChg chg="modSp mod">
        <pc:chgData name="Aung Myo Aye" userId="e1862572-8acc-4a7b-a49a-743c77eeb174" providerId="ADAL" clId="{ED7FAEED-4319-4A65-8234-BC76AA74A5A5}" dt="2025-01-17T01:58:31.184" v="3651" actId="20577"/>
        <pc:sldMkLst>
          <pc:docMk/>
          <pc:sldMk cId="3156077037" sldId="2145708744"/>
        </pc:sldMkLst>
      </pc:sldChg>
      <pc:sldChg chg="modSp mod">
        <pc:chgData name="Aung Myo Aye" userId="e1862572-8acc-4a7b-a49a-743c77eeb174" providerId="ADAL" clId="{ED7FAEED-4319-4A65-8234-BC76AA74A5A5}" dt="2025-01-14T03:57:18.773" v="2030" actId="20577"/>
        <pc:sldMkLst>
          <pc:docMk/>
          <pc:sldMk cId="3570320426" sldId="2145708745"/>
        </pc:sldMkLst>
      </pc:sldChg>
      <pc:sldChg chg="addSp delSp modSp add mod ord">
        <pc:chgData name="Aung Myo Aye" userId="e1862572-8acc-4a7b-a49a-743c77eeb174" providerId="ADAL" clId="{ED7FAEED-4319-4A65-8234-BC76AA74A5A5}" dt="2025-01-14T04:04:06.598" v="2041" actId="14100"/>
        <pc:sldMkLst>
          <pc:docMk/>
          <pc:sldMk cId="440516599" sldId="2145708746"/>
        </pc:sldMkLst>
      </pc:sldChg>
      <pc:sldChg chg="addSp delSp modSp add mod">
        <pc:chgData name="Aung Myo Aye" userId="e1862572-8acc-4a7b-a49a-743c77eeb174" providerId="ADAL" clId="{ED7FAEED-4319-4A65-8234-BC76AA74A5A5}" dt="2025-01-14T07:07:16.858" v="3643" actId="313"/>
        <pc:sldMkLst>
          <pc:docMk/>
          <pc:sldMk cId="3618114981" sldId="2145708747"/>
        </pc:sldMkLst>
      </pc:sldChg>
    </pc:docChg>
  </pc:docChgLst>
  <pc:docChgLst>
    <pc:chgData name="Cynthia Nyein" userId="S::cynthia.nyein@cdsg.com.mm::073e3caf-4790-4810-9055-bae9186b44dc" providerId="AD" clId="Web-{FCAEA65D-D7AE-2D29-15F2-9EE498284A9E}"/>
    <pc:docChg chg="modSld">
      <pc:chgData name="Cynthia Nyein" userId="S::cynthia.nyein@cdsg.com.mm::073e3caf-4790-4810-9055-bae9186b44dc" providerId="AD" clId="Web-{FCAEA65D-D7AE-2D29-15F2-9EE498284A9E}" dt="2025-02-13T08:44:13.800" v="35"/>
      <pc:docMkLst>
        <pc:docMk/>
      </pc:docMkLst>
      <pc:sldChg chg="modSp">
        <pc:chgData name="Cynthia Nyein" userId="S::cynthia.nyein@cdsg.com.mm::073e3caf-4790-4810-9055-bae9186b44dc" providerId="AD" clId="Web-{FCAEA65D-D7AE-2D29-15F2-9EE498284A9E}" dt="2025-02-13T08:44:13.800" v="35"/>
        <pc:sldMkLst>
          <pc:docMk/>
          <pc:sldMk cId="307570946" sldId="2145708750"/>
        </pc:sldMkLst>
        <pc:graphicFrameChg chg="mod modGraphic">
          <ac:chgData name="Cynthia Nyein" userId="S::cynthia.nyein@cdsg.com.mm::073e3caf-4790-4810-9055-bae9186b44dc" providerId="AD" clId="Web-{FCAEA65D-D7AE-2D29-15F2-9EE498284A9E}" dt="2025-02-13T08:44:13.800" v="35"/>
          <ac:graphicFrameMkLst>
            <pc:docMk/>
            <pc:sldMk cId="307570946" sldId="2145708750"/>
            <ac:graphicFrameMk id="6" creationId="{7EDF3696-2580-A2BE-4F4A-B797B6E59272}"/>
          </ac:graphicFrameMkLst>
        </pc:graphicFrameChg>
      </pc:sldChg>
    </pc:docChg>
  </pc:docChgLst>
  <pc:docChgLst>
    <pc:chgData name="Cynthia Nyein" userId="S::cynthia.nyein@cdsg.com.mm::073e3caf-4790-4810-9055-bae9186b44dc" providerId="AD" clId="Web-{ED7F8E27-C9B2-D4D0-E1AC-697ADC2FCCBF}"/>
    <pc:docChg chg="addSld modSld">
      <pc:chgData name="Cynthia Nyein" userId="S::cynthia.nyein@cdsg.com.mm::073e3caf-4790-4810-9055-bae9186b44dc" providerId="AD" clId="Web-{ED7F8E27-C9B2-D4D0-E1AC-697ADC2FCCBF}" dt="2025-02-11T09:57:29.054" v="95"/>
      <pc:docMkLst>
        <pc:docMk/>
      </pc:docMkLst>
      <pc:sldChg chg="modSp">
        <pc:chgData name="Cynthia Nyein" userId="S::cynthia.nyein@cdsg.com.mm::073e3caf-4790-4810-9055-bae9186b44dc" providerId="AD" clId="Web-{ED7F8E27-C9B2-D4D0-E1AC-697ADC2FCCBF}" dt="2025-02-11T09:57:11.147" v="91"/>
        <pc:sldMkLst>
          <pc:docMk/>
          <pc:sldMk cId="3282884465" sldId="2145708749"/>
        </pc:sldMkLst>
        <pc:spChg chg="mod">
          <ac:chgData name="Cynthia Nyein" userId="S::cynthia.nyein@cdsg.com.mm::073e3caf-4790-4810-9055-bae9186b44dc" providerId="AD" clId="Web-{ED7F8E27-C9B2-D4D0-E1AC-697ADC2FCCBF}" dt="2025-02-11T09:54:51.315" v="0" actId="1076"/>
          <ac:spMkLst>
            <pc:docMk/>
            <pc:sldMk cId="3282884465" sldId="2145708749"/>
            <ac:spMk id="4" creationId="{2CDADCFD-D045-887D-4F38-80FEF26CEC08}"/>
          </ac:spMkLst>
        </pc:spChg>
        <pc:graphicFrameChg chg="mod modGraphic">
          <ac:chgData name="Cynthia Nyein" userId="S::cynthia.nyein@cdsg.com.mm::073e3caf-4790-4810-9055-bae9186b44dc" providerId="AD" clId="Web-{ED7F8E27-C9B2-D4D0-E1AC-697ADC2FCCBF}" dt="2025-02-11T09:57:11.147" v="91"/>
          <ac:graphicFrameMkLst>
            <pc:docMk/>
            <pc:sldMk cId="3282884465" sldId="2145708749"/>
            <ac:graphicFrameMk id="6" creationId="{67431946-B77E-F2FB-6CA8-E500E07A93C3}"/>
          </ac:graphicFrameMkLst>
        </pc:graphicFrameChg>
      </pc:sldChg>
      <pc:sldChg chg="delSp modSp add replId">
        <pc:chgData name="Cynthia Nyein" userId="S::cynthia.nyein@cdsg.com.mm::073e3caf-4790-4810-9055-bae9186b44dc" providerId="AD" clId="Web-{ED7F8E27-C9B2-D4D0-E1AC-697ADC2FCCBF}" dt="2025-02-11T09:57:29.054" v="95"/>
        <pc:sldMkLst>
          <pc:docMk/>
          <pc:sldMk cId="1951609717" sldId="2145708751"/>
        </pc:sldMkLst>
      </pc:sldChg>
    </pc:docChg>
  </pc:docChgLst>
  <pc:docChgLst>
    <pc:chgData name="Ei Myat Mon" userId="S::eimyat.mon@cdsg.com.mm::e6357aa9-fa6e-4417-bbe1-b057167c5708" providerId="AD" clId="Web-{1E16787E-2E38-86C1-5C64-AF0A642E86A0}"/>
    <pc:docChg chg="modSld">
      <pc:chgData name="Ei Myat Mon" userId="S::eimyat.mon@cdsg.com.mm::e6357aa9-fa6e-4417-bbe1-b057167c5708" providerId="AD" clId="Web-{1E16787E-2E38-86C1-5C64-AF0A642E86A0}" dt="2025-06-08T14:31:11.020" v="5"/>
      <pc:docMkLst>
        <pc:docMk/>
      </pc:docMkLst>
      <pc:sldChg chg="addSp delSp modSp">
        <pc:chgData name="Ei Myat Mon" userId="S::eimyat.mon@cdsg.com.mm::e6357aa9-fa6e-4417-bbe1-b057167c5708" providerId="AD" clId="Web-{1E16787E-2E38-86C1-5C64-AF0A642E86A0}" dt="2025-06-08T14:31:11.020" v="5"/>
        <pc:sldMkLst>
          <pc:docMk/>
          <pc:sldMk cId="1691034162" sldId="2145708751"/>
        </pc:sldMkLst>
        <pc:picChg chg="add del mod">
          <ac:chgData name="Ei Myat Mon" userId="S::eimyat.mon@cdsg.com.mm::e6357aa9-fa6e-4417-bbe1-b057167c5708" providerId="AD" clId="Web-{1E16787E-2E38-86C1-5C64-AF0A642E86A0}" dt="2025-06-08T14:31:11.020" v="5"/>
          <ac:picMkLst>
            <pc:docMk/>
            <pc:sldMk cId="1691034162" sldId="2145708751"/>
            <ac:picMk id="4" creationId="{4B11EA42-12C0-F11D-53C1-04C0751A7573}"/>
          </ac:picMkLst>
        </pc:picChg>
      </pc:sldChg>
    </pc:docChg>
  </pc:docChgLst>
  <pc:docChgLst>
    <pc:chgData name="Ba Thein Naing" userId="35d28a5d50ce0cfe" providerId="LiveId" clId="{2C6F86D1-93C2-465E-AC81-9B62652E6ADB}"/>
    <pc:docChg chg="undo redo custSel addSld delSld modSld sldOrd modMainMaster">
      <pc:chgData name="Ba Thein Naing" userId="35d28a5d50ce0cfe" providerId="LiveId" clId="{2C6F86D1-93C2-465E-AC81-9B62652E6ADB}" dt="2024-12-18T01:10:59.958" v="3086" actId="47"/>
      <pc:docMkLst>
        <pc:docMk/>
      </pc:docMkLst>
      <pc:sldChg chg="add del">
        <pc:chgData name="Ba Thein Naing" userId="35d28a5d50ce0cfe" providerId="LiveId" clId="{2C6F86D1-93C2-465E-AC81-9B62652E6ADB}" dt="2024-12-17T05:34:19.576" v="138" actId="47"/>
        <pc:sldMkLst>
          <pc:docMk/>
          <pc:sldMk cId="2005336888" sldId="557"/>
        </pc:sldMkLst>
      </pc:sldChg>
      <pc:sldChg chg="addSp delSp modSp add del mod modClrScheme chgLayout">
        <pc:chgData name="Ba Thein Naing" userId="35d28a5d50ce0cfe" providerId="LiveId" clId="{2C6F86D1-93C2-465E-AC81-9B62652E6ADB}" dt="2024-12-17T05:32:58.530" v="87" actId="47"/>
        <pc:sldMkLst>
          <pc:docMk/>
          <pc:sldMk cId="2977785055" sldId="558"/>
        </pc:sldMkLst>
      </pc:sldChg>
      <pc:sldChg chg="addSp delSp modSp add del mod modClrScheme chgLayout">
        <pc:chgData name="Ba Thein Naing" userId="35d28a5d50ce0cfe" providerId="LiveId" clId="{2C6F86D1-93C2-465E-AC81-9B62652E6ADB}" dt="2024-12-17T05:32:58.530" v="87" actId="47"/>
        <pc:sldMkLst>
          <pc:docMk/>
          <pc:sldMk cId="1252460617" sldId="559"/>
        </pc:sldMkLst>
      </pc:sldChg>
      <pc:sldChg chg="addSp delSp modSp add del mod modClrScheme chgLayout">
        <pc:chgData name="Ba Thein Naing" userId="35d28a5d50ce0cfe" providerId="LiveId" clId="{2C6F86D1-93C2-465E-AC81-9B62652E6ADB}" dt="2024-12-17T05:32:58.530" v="87" actId="47"/>
        <pc:sldMkLst>
          <pc:docMk/>
          <pc:sldMk cId="1119298670" sldId="560"/>
        </pc:sldMkLst>
      </pc:sldChg>
      <pc:sldChg chg="addSp delSp modSp add del mod modClrScheme chgLayout">
        <pc:chgData name="Ba Thein Naing" userId="35d28a5d50ce0cfe" providerId="LiveId" clId="{2C6F86D1-93C2-465E-AC81-9B62652E6ADB}" dt="2024-12-17T05:32:58.530" v="87" actId="47"/>
        <pc:sldMkLst>
          <pc:docMk/>
          <pc:sldMk cId="530744575" sldId="561"/>
        </pc:sldMkLst>
      </pc:sldChg>
      <pc:sldChg chg="addSp delSp modSp add del mod modClrScheme chgLayout">
        <pc:chgData name="Ba Thein Naing" userId="35d28a5d50ce0cfe" providerId="LiveId" clId="{2C6F86D1-93C2-465E-AC81-9B62652E6ADB}" dt="2024-12-17T05:33:00.028" v="88" actId="47"/>
        <pc:sldMkLst>
          <pc:docMk/>
          <pc:sldMk cId="2851597010" sldId="562"/>
        </pc:sldMkLst>
      </pc:sldChg>
      <pc:sldChg chg="addSp delSp modSp add del mod modClrScheme chgLayout">
        <pc:chgData name="Ba Thein Naing" userId="35d28a5d50ce0cfe" providerId="LiveId" clId="{2C6F86D1-93C2-465E-AC81-9B62652E6ADB}" dt="2024-12-17T05:32:58.530" v="87" actId="47"/>
        <pc:sldMkLst>
          <pc:docMk/>
          <pc:sldMk cId="3169987321" sldId="564"/>
        </pc:sldMkLst>
      </pc:sldChg>
      <pc:sldChg chg="addSp delSp modSp mod chgLayout">
        <pc:chgData name="Ba Thein Naing" userId="35d28a5d50ce0cfe" providerId="LiveId" clId="{2C6F86D1-93C2-465E-AC81-9B62652E6ADB}" dt="2024-12-18T00:51:11.376" v="2741" actId="20577"/>
        <pc:sldMkLst>
          <pc:docMk/>
          <pc:sldMk cId="691411247" sldId="1021"/>
        </pc:sldMkLst>
      </pc:sldChg>
      <pc:sldChg chg="addSp delSp modSp add mod ord modClrScheme chgLayout">
        <pc:chgData name="Ba Thein Naing" userId="35d28a5d50ce0cfe" providerId="LiveId" clId="{2C6F86D1-93C2-465E-AC81-9B62652E6ADB}" dt="2024-12-17T08:44:30.049" v="2454"/>
        <pc:sldMkLst>
          <pc:docMk/>
          <pc:sldMk cId="3909403657" sldId="1081"/>
        </pc:sldMkLst>
      </pc:sldChg>
      <pc:sldChg chg="add del ord">
        <pc:chgData name="Ba Thein Naing" userId="35d28a5d50ce0cfe" providerId="LiveId" clId="{2C6F86D1-93C2-465E-AC81-9B62652E6ADB}" dt="2024-12-17T07:14:53.836" v="674" actId="47"/>
        <pc:sldMkLst>
          <pc:docMk/>
          <pc:sldMk cId="552092180" sldId="1083"/>
        </pc:sldMkLst>
      </pc:sldChg>
      <pc:sldChg chg="addSp delSp modSp add del mod ord modClrScheme chgLayout">
        <pc:chgData name="Ba Thein Naing" userId="35d28a5d50ce0cfe" providerId="LiveId" clId="{2C6F86D1-93C2-465E-AC81-9B62652E6ADB}" dt="2024-12-17T08:33:27.507" v="1990" actId="47"/>
        <pc:sldMkLst>
          <pc:docMk/>
          <pc:sldMk cId="829221988" sldId="1084"/>
        </pc:sldMkLst>
      </pc:sldChg>
      <pc:sldChg chg="add del">
        <pc:chgData name="Ba Thein Naing" userId="35d28a5d50ce0cfe" providerId="LiveId" clId="{2C6F86D1-93C2-465E-AC81-9B62652E6ADB}" dt="2024-12-17T05:34:46.675" v="143" actId="47"/>
        <pc:sldMkLst>
          <pc:docMk/>
          <pc:sldMk cId="1654532799" sldId="4744"/>
        </pc:sldMkLst>
      </pc:sldChg>
      <pc:sldChg chg="addSp delSp modSp add mod ord modClrScheme chgLayout">
        <pc:chgData name="Ba Thein Naing" userId="35d28a5d50ce0cfe" providerId="LiveId" clId="{2C6F86D1-93C2-465E-AC81-9B62652E6ADB}" dt="2024-12-17T08:44:30.049" v="2454"/>
        <pc:sldMkLst>
          <pc:docMk/>
          <pc:sldMk cId="3895704166" sldId="4759"/>
        </pc:sldMkLst>
      </pc:sldChg>
      <pc:sldChg chg="addSp delSp modSp add mod ord modClrScheme chgLayout">
        <pc:chgData name="Ba Thein Naing" userId="35d28a5d50ce0cfe" providerId="LiveId" clId="{2C6F86D1-93C2-465E-AC81-9B62652E6ADB}" dt="2024-12-17T08:44:30.049" v="2454"/>
        <pc:sldMkLst>
          <pc:docMk/>
          <pc:sldMk cId="4251562097" sldId="4760"/>
        </pc:sldMkLst>
      </pc:sldChg>
      <pc:sldChg chg="add del ord">
        <pc:chgData name="Ba Thein Naing" userId="35d28a5d50ce0cfe" providerId="LiveId" clId="{2C6F86D1-93C2-465E-AC81-9B62652E6ADB}" dt="2024-12-17T07:14:05.596" v="663" actId="47"/>
        <pc:sldMkLst>
          <pc:docMk/>
          <pc:sldMk cId="1291708723" sldId="4773"/>
        </pc:sldMkLst>
      </pc:sldChg>
      <pc:sldChg chg="addSp delSp modSp add del mod modClrScheme chgLayout">
        <pc:chgData name="Ba Thein Naing" userId="35d28a5d50ce0cfe" providerId="LiveId" clId="{2C6F86D1-93C2-465E-AC81-9B62652E6ADB}" dt="2024-12-17T07:18:21.513" v="713" actId="47"/>
        <pc:sldMkLst>
          <pc:docMk/>
          <pc:sldMk cId="517067848" sldId="4792"/>
        </pc:sldMkLst>
      </pc:sldChg>
      <pc:sldChg chg="addSp delSp modSp add mod ord modClrScheme chgLayout">
        <pc:chgData name="Ba Thein Naing" userId="35d28a5d50ce0cfe" providerId="LiveId" clId="{2C6F86D1-93C2-465E-AC81-9B62652E6ADB}" dt="2024-12-17T08:44:30.049" v="2454"/>
        <pc:sldMkLst>
          <pc:docMk/>
          <pc:sldMk cId="700882500" sldId="4794"/>
        </pc:sldMkLst>
      </pc:sldChg>
      <pc:sldChg chg="add del ord">
        <pc:chgData name="Ba Thein Naing" userId="35d28a5d50ce0cfe" providerId="LiveId" clId="{2C6F86D1-93C2-465E-AC81-9B62652E6ADB}" dt="2024-12-18T01:10:59.958" v="3086" actId="47"/>
        <pc:sldMkLst>
          <pc:docMk/>
          <pc:sldMk cId="2981310560" sldId="4799"/>
        </pc:sldMkLst>
      </pc:sldChg>
      <pc:sldChg chg="addSp delSp modSp add mod ord modClrScheme chgLayout">
        <pc:chgData name="Ba Thein Naing" userId="35d28a5d50ce0cfe" providerId="LiveId" clId="{2C6F86D1-93C2-465E-AC81-9B62652E6ADB}" dt="2024-12-17T08:44:30.049" v="2454"/>
        <pc:sldMkLst>
          <pc:docMk/>
          <pc:sldMk cId="3948196440" sldId="4800"/>
        </pc:sldMkLst>
      </pc:sldChg>
      <pc:sldChg chg="addSp delSp modSp new mod">
        <pc:chgData name="Ba Thein Naing" userId="35d28a5d50ce0cfe" providerId="LiveId" clId="{2C6F86D1-93C2-465E-AC81-9B62652E6ADB}" dt="2024-12-18T01:08:58.899" v="3085"/>
        <pc:sldMkLst>
          <pc:docMk/>
          <pc:sldMk cId="3308366527" sldId="4801"/>
        </pc:sldMkLst>
      </pc:sldChg>
      <pc:sldChg chg="modSp new del mod ord">
        <pc:chgData name="Ba Thein Naing" userId="35d28a5d50ce0cfe" providerId="LiveId" clId="{2C6F86D1-93C2-465E-AC81-9B62652E6ADB}" dt="2024-12-17T07:11:35.574" v="630" actId="47"/>
        <pc:sldMkLst>
          <pc:docMk/>
          <pc:sldMk cId="813239752" sldId="4802"/>
        </pc:sldMkLst>
      </pc:sldChg>
      <pc:sldChg chg="modSp new add del mod ord">
        <pc:chgData name="Ba Thein Naing" userId="35d28a5d50ce0cfe" providerId="LiveId" clId="{2C6F86D1-93C2-465E-AC81-9B62652E6ADB}" dt="2024-12-18T01:04:40.529" v="3039" actId="20577"/>
        <pc:sldMkLst>
          <pc:docMk/>
          <pc:sldMk cId="858962034" sldId="4802"/>
        </pc:sldMkLst>
      </pc:sldChg>
      <pc:sldChg chg="addSp modSp new del">
        <pc:chgData name="Ba Thein Naing" userId="35d28a5d50ce0cfe" providerId="LiveId" clId="{2C6F86D1-93C2-465E-AC81-9B62652E6ADB}" dt="2024-12-17T07:12:28.994" v="641" actId="680"/>
        <pc:sldMkLst>
          <pc:docMk/>
          <pc:sldMk cId="3794021572" sldId="4802"/>
        </pc:sldMkLst>
      </pc:sldChg>
      <pc:sldChg chg="addSp delSp modSp new mod">
        <pc:chgData name="Ba Thein Naing" userId="35d28a5d50ce0cfe" providerId="LiveId" clId="{2C6F86D1-93C2-465E-AC81-9B62652E6ADB}" dt="2024-12-18T01:06:18.564" v="3048" actId="14100"/>
        <pc:sldMkLst>
          <pc:docMk/>
          <pc:sldMk cId="2062535619" sldId="4803"/>
        </pc:sldMkLst>
      </pc:sldChg>
      <pc:sldChg chg="addSp delSp modSp add del">
        <pc:chgData name="Ba Thein Naing" userId="35d28a5d50ce0cfe" providerId="LiveId" clId="{2C6F86D1-93C2-465E-AC81-9B62652E6ADB}" dt="2024-12-17T07:15:50.622" v="683" actId="47"/>
        <pc:sldMkLst>
          <pc:docMk/>
          <pc:sldMk cId="2752721793" sldId="4803"/>
        </pc:sldMkLst>
      </pc:sldChg>
      <pc:sldChg chg="addSp delSp modSp add ord">
        <pc:chgData name="Ba Thein Naing" userId="35d28a5d50ce0cfe" providerId="LiveId" clId="{2C6F86D1-93C2-465E-AC81-9B62652E6ADB}" dt="2024-12-17T08:44:30.049" v="2454"/>
        <pc:sldMkLst>
          <pc:docMk/>
          <pc:sldMk cId="3557654588" sldId="4804"/>
        </pc:sldMkLst>
      </pc:sldChg>
      <pc:sldChg chg="addSp delSp modSp new mod">
        <pc:chgData name="Ba Thein Naing" userId="35d28a5d50ce0cfe" providerId="LiveId" clId="{2C6F86D1-93C2-465E-AC81-9B62652E6ADB}" dt="2024-12-17T08:52:06.676" v="2621" actId="20577"/>
        <pc:sldMkLst>
          <pc:docMk/>
          <pc:sldMk cId="3544591455" sldId="4805"/>
        </pc:sldMkLst>
      </pc:sldChg>
      <pc:sldChg chg="addSp delSp modSp new mod">
        <pc:chgData name="Ba Thein Naing" userId="35d28a5d50ce0cfe" providerId="LiveId" clId="{2C6F86D1-93C2-465E-AC81-9B62652E6ADB}" dt="2024-12-18T00:51:57.382" v="2769" actId="20577"/>
        <pc:sldMkLst>
          <pc:docMk/>
          <pc:sldMk cId="1178377525" sldId="4806"/>
        </pc:sldMkLst>
      </pc:sldChg>
      <pc:sldChg chg="add del">
        <pc:chgData name="Ba Thein Naing" userId="35d28a5d50ce0cfe" providerId="LiveId" clId="{2C6F86D1-93C2-465E-AC81-9B62652E6ADB}" dt="2024-12-17T08:32:15.400" v="1962"/>
        <pc:sldMkLst>
          <pc:docMk/>
          <pc:sldMk cId="1383093931" sldId="2145708739"/>
        </pc:sldMkLst>
      </pc:sldChg>
      <pc:sldChg chg="addSp delSp modSp add mod">
        <pc:chgData name="Ba Thein Naing" userId="35d28a5d50ce0cfe" providerId="LiveId" clId="{2C6F86D1-93C2-465E-AC81-9B62652E6ADB}" dt="2024-12-18T01:00:48.596" v="2961" actId="20577"/>
        <pc:sldMkLst>
          <pc:docMk/>
          <pc:sldMk cId="2639535741" sldId="2145708740"/>
        </pc:sldMkLst>
      </pc:sldChg>
      <pc:sldChg chg="del">
        <pc:chgData name="Ba Thein Naing" userId="35d28a5d50ce0cfe" providerId="LiveId" clId="{2C6F86D1-93C2-465E-AC81-9B62652E6ADB}" dt="2024-12-16T07:36:47.788" v="0" actId="47"/>
        <pc:sldMkLst>
          <pc:docMk/>
          <pc:sldMk cId="2755403398" sldId="2145708740"/>
        </pc:sldMkLst>
      </pc:sldChg>
      <pc:sldChg chg="modSp new mod">
        <pc:chgData name="Ba Thein Naing" userId="35d28a5d50ce0cfe" providerId="LiveId" clId="{2C6F86D1-93C2-465E-AC81-9B62652E6ADB}" dt="2024-12-17T08:53:07.288" v="2681" actId="20577"/>
        <pc:sldMkLst>
          <pc:docMk/>
          <pc:sldMk cId="1889133097" sldId="2145708741"/>
        </pc:sldMkLst>
      </pc:sldChg>
      <pc:sldChg chg="del">
        <pc:chgData name="Ba Thein Naing" userId="35d28a5d50ce0cfe" providerId="LiveId" clId="{2C6F86D1-93C2-465E-AC81-9B62652E6ADB}" dt="2024-12-16T07:36:47.788" v="0" actId="47"/>
        <pc:sldMkLst>
          <pc:docMk/>
          <pc:sldMk cId="3985844814" sldId="2145708741"/>
        </pc:sldMkLst>
      </pc:sldChg>
      <pc:sldChg chg="add">
        <pc:chgData name="Ba Thein Naing" userId="35d28a5d50ce0cfe" providerId="LiveId" clId="{2C6F86D1-93C2-465E-AC81-9B62652E6ADB}" dt="2024-12-17T08:54:31.035" v="2682"/>
        <pc:sldMkLst>
          <pc:docMk/>
          <pc:sldMk cId="1478767576" sldId="2145708742"/>
        </pc:sldMkLst>
      </pc:sldChg>
      <pc:sldChg chg="del">
        <pc:chgData name="Ba Thein Naing" userId="35d28a5d50ce0cfe" providerId="LiveId" clId="{2C6F86D1-93C2-465E-AC81-9B62652E6ADB}" dt="2024-12-16T07:36:47.788" v="0" actId="47"/>
        <pc:sldMkLst>
          <pc:docMk/>
          <pc:sldMk cId="2074982228" sldId="2145708742"/>
        </pc:sldMkLst>
      </pc:sldChg>
      <pc:sldChg chg="del">
        <pc:chgData name="Ba Thein Naing" userId="35d28a5d50ce0cfe" providerId="LiveId" clId="{2C6F86D1-93C2-465E-AC81-9B62652E6ADB}" dt="2024-12-16T07:36:47.788" v="0" actId="47"/>
        <pc:sldMkLst>
          <pc:docMk/>
          <pc:sldMk cId="3119337142" sldId="2145708744"/>
        </pc:sldMkLst>
      </pc:sldChg>
      <pc:sldChg chg="del">
        <pc:chgData name="Ba Thein Naing" userId="35d28a5d50ce0cfe" providerId="LiveId" clId="{2C6F86D1-93C2-465E-AC81-9B62652E6ADB}" dt="2024-12-16T07:36:47.788" v="0" actId="47"/>
        <pc:sldMkLst>
          <pc:docMk/>
          <pc:sldMk cId="2460170361" sldId="2145708745"/>
        </pc:sldMkLst>
      </pc:sldChg>
      <pc:sldChg chg="del">
        <pc:chgData name="Ba Thein Naing" userId="35d28a5d50ce0cfe" providerId="LiveId" clId="{2C6F86D1-93C2-465E-AC81-9B62652E6ADB}" dt="2024-12-16T07:36:47.788" v="0" actId="47"/>
        <pc:sldMkLst>
          <pc:docMk/>
          <pc:sldMk cId="3749780199" sldId="2145708746"/>
        </pc:sldMkLst>
      </pc:sldChg>
      <pc:sldChg chg="del">
        <pc:chgData name="Ba Thein Naing" userId="35d28a5d50ce0cfe" providerId="LiveId" clId="{2C6F86D1-93C2-465E-AC81-9B62652E6ADB}" dt="2024-12-16T07:36:47.788" v="0" actId="47"/>
        <pc:sldMkLst>
          <pc:docMk/>
          <pc:sldMk cId="3727556282" sldId="2145708747"/>
        </pc:sldMkLst>
      </pc:sldChg>
      <pc:sldChg chg="del">
        <pc:chgData name="Ba Thein Naing" userId="35d28a5d50ce0cfe" providerId="LiveId" clId="{2C6F86D1-93C2-465E-AC81-9B62652E6ADB}" dt="2024-12-16T07:36:47.788" v="0" actId="47"/>
        <pc:sldMkLst>
          <pc:docMk/>
          <pc:sldMk cId="794277017" sldId="2145708748"/>
        </pc:sldMkLst>
      </pc:sldChg>
      <pc:sldChg chg="del">
        <pc:chgData name="Ba Thein Naing" userId="35d28a5d50ce0cfe" providerId="LiveId" clId="{2C6F86D1-93C2-465E-AC81-9B62652E6ADB}" dt="2024-12-16T07:36:47.788" v="0" actId="47"/>
        <pc:sldMkLst>
          <pc:docMk/>
          <pc:sldMk cId="1369501962" sldId="2145708749"/>
        </pc:sldMkLst>
      </pc:sldChg>
      <pc:sldChg chg="del">
        <pc:chgData name="Ba Thein Naing" userId="35d28a5d50ce0cfe" providerId="LiveId" clId="{2C6F86D1-93C2-465E-AC81-9B62652E6ADB}" dt="2024-12-16T07:36:47.788" v="0" actId="47"/>
        <pc:sldMkLst>
          <pc:docMk/>
          <pc:sldMk cId="1315168957" sldId="2145708750"/>
        </pc:sldMkLst>
      </pc:sldChg>
      <pc:sldChg chg="del">
        <pc:chgData name="Ba Thein Naing" userId="35d28a5d50ce0cfe" providerId="LiveId" clId="{2C6F86D1-93C2-465E-AC81-9B62652E6ADB}" dt="2024-12-16T07:36:47.788" v="0" actId="47"/>
        <pc:sldMkLst>
          <pc:docMk/>
          <pc:sldMk cId="869080509" sldId="2145708751"/>
        </pc:sldMkLst>
      </pc:sldChg>
      <pc:sldChg chg="del">
        <pc:chgData name="Ba Thein Naing" userId="35d28a5d50ce0cfe" providerId="LiveId" clId="{2C6F86D1-93C2-465E-AC81-9B62652E6ADB}" dt="2024-12-16T07:36:47.788" v="0" actId="47"/>
        <pc:sldMkLst>
          <pc:docMk/>
          <pc:sldMk cId="3439094535" sldId="2145708752"/>
        </pc:sldMkLst>
      </pc:sldChg>
      <pc:sldChg chg="del">
        <pc:chgData name="Ba Thein Naing" userId="35d28a5d50ce0cfe" providerId="LiveId" clId="{2C6F86D1-93C2-465E-AC81-9B62652E6ADB}" dt="2024-12-16T07:36:47.788" v="0" actId="47"/>
        <pc:sldMkLst>
          <pc:docMk/>
          <pc:sldMk cId="3898807591" sldId="2145708753"/>
        </pc:sldMkLst>
      </pc:sldChg>
      <pc:sldChg chg="del">
        <pc:chgData name="Ba Thein Naing" userId="35d28a5d50ce0cfe" providerId="LiveId" clId="{2C6F86D1-93C2-465E-AC81-9B62652E6ADB}" dt="2024-12-16T07:36:47.788" v="0" actId="47"/>
        <pc:sldMkLst>
          <pc:docMk/>
          <pc:sldMk cId="1921309905" sldId="2145708754"/>
        </pc:sldMkLst>
      </pc:sldChg>
      <pc:sldChg chg="del">
        <pc:chgData name="Ba Thein Naing" userId="35d28a5d50ce0cfe" providerId="LiveId" clId="{2C6F86D1-93C2-465E-AC81-9B62652E6ADB}" dt="2024-12-16T07:36:47.788" v="0" actId="47"/>
        <pc:sldMkLst>
          <pc:docMk/>
          <pc:sldMk cId="74446894" sldId="2145708756"/>
        </pc:sldMkLst>
      </pc:sldChg>
      <pc:sldChg chg="del">
        <pc:chgData name="Ba Thein Naing" userId="35d28a5d50ce0cfe" providerId="LiveId" clId="{2C6F86D1-93C2-465E-AC81-9B62652E6ADB}" dt="2024-12-16T07:36:47.788" v="0" actId="47"/>
        <pc:sldMkLst>
          <pc:docMk/>
          <pc:sldMk cId="36781880" sldId="2145708757"/>
        </pc:sldMkLst>
      </pc:sldChg>
      <pc:sldChg chg="del">
        <pc:chgData name="Ba Thein Naing" userId="35d28a5d50ce0cfe" providerId="LiveId" clId="{2C6F86D1-93C2-465E-AC81-9B62652E6ADB}" dt="2024-12-16T07:36:47.788" v="0" actId="47"/>
        <pc:sldMkLst>
          <pc:docMk/>
          <pc:sldMk cId="2145537419" sldId="2145708758"/>
        </pc:sldMkLst>
      </pc:sldChg>
      <pc:sldChg chg="del">
        <pc:chgData name="Ba Thein Naing" userId="35d28a5d50ce0cfe" providerId="LiveId" clId="{2C6F86D1-93C2-465E-AC81-9B62652E6ADB}" dt="2024-12-16T07:36:47.788" v="0" actId="47"/>
        <pc:sldMkLst>
          <pc:docMk/>
          <pc:sldMk cId="2191777018" sldId="2145708760"/>
        </pc:sldMkLst>
      </pc:sldChg>
      <pc:sldChg chg="del">
        <pc:chgData name="Ba Thein Naing" userId="35d28a5d50ce0cfe" providerId="LiveId" clId="{2C6F86D1-93C2-465E-AC81-9B62652E6ADB}" dt="2024-12-16T07:36:47.788" v="0" actId="47"/>
        <pc:sldMkLst>
          <pc:docMk/>
          <pc:sldMk cId="254285969" sldId="2145708761"/>
        </pc:sldMkLst>
      </pc:sldChg>
      <pc:sldMasterChg chg="delSldLayout modSldLayout sldLayoutOrd">
        <pc:chgData name="Ba Thein Naing" userId="35d28a5d50ce0cfe" providerId="LiveId" clId="{2C6F86D1-93C2-465E-AC81-9B62652E6ADB}" dt="2024-12-17T05:45:59.740" v="438" actId="14100"/>
        <pc:sldMasterMkLst>
          <pc:docMk/>
          <pc:sldMasterMk cId="1892677854" sldId="2147483661"/>
        </pc:sldMasterMkLst>
        <pc:sldLayoutChg chg="delSp modSp">
          <pc:chgData name="Ba Thein Naing" userId="35d28a5d50ce0cfe" providerId="LiveId" clId="{2C6F86D1-93C2-465E-AC81-9B62652E6ADB}" dt="2024-12-17T05:45:59.740" v="438" actId="14100"/>
          <pc:sldLayoutMkLst>
            <pc:docMk/>
            <pc:sldMasterMk cId="1892677854" sldId="2147483661"/>
            <pc:sldLayoutMk cId="1517239369" sldId="2147483662"/>
          </pc:sldLayoutMkLst>
          <pc:spChg chg="mod">
            <ac:chgData name="Ba Thein Naing" userId="35d28a5d50ce0cfe" providerId="LiveId" clId="{2C6F86D1-93C2-465E-AC81-9B62652E6ADB}" dt="2024-12-17T05:45:59.740" v="438" actId="14100"/>
            <ac:spMkLst>
              <pc:docMk/>
              <pc:sldMasterMk cId="1892677854" sldId="2147483661"/>
              <pc:sldLayoutMk cId="1517239369" sldId="2147483662"/>
              <ac:spMk id="18" creationId="{86C0EAA3-C71A-43A2-91D0-C6C31102094E}"/>
            </ac:spMkLst>
          </pc:spChg>
        </pc:sldLayoutChg>
        <pc:sldLayoutChg chg="modSp ord">
          <pc:chgData name="Ba Thein Naing" userId="35d28a5d50ce0cfe" providerId="LiveId" clId="{2C6F86D1-93C2-465E-AC81-9B62652E6ADB}" dt="2024-12-17T05:27:20.541" v="53" actId="14100"/>
          <pc:sldLayoutMkLst>
            <pc:docMk/>
            <pc:sldMasterMk cId="1892677854" sldId="2147483661"/>
            <pc:sldLayoutMk cId="422516848" sldId="2147483664"/>
          </pc:sldLayoutMkLst>
        </pc:sldLayoutChg>
        <pc:sldLayoutChg chg="del">
          <pc:chgData name="Ba Thein Naing" userId="35d28a5d50ce0cfe" providerId="LiveId" clId="{2C6F86D1-93C2-465E-AC81-9B62652E6ADB}" dt="2024-12-16T07:36:47.788" v="0" actId="47"/>
          <pc:sldLayoutMkLst>
            <pc:docMk/>
            <pc:sldMasterMk cId="1892677854" sldId="2147483661"/>
            <pc:sldLayoutMk cId="1257053046" sldId="2147483679"/>
          </pc:sldLayoutMkLst>
        </pc:sldLayoutChg>
        <pc:sldLayoutChg chg="delSp">
          <pc:chgData name="Ba Thein Naing" userId="35d28a5d50ce0cfe" providerId="LiveId" clId="{2C6F86D1-93C2-465E-AC81-9B62652E6ADB}" dt="2024-12-17T05:28:25.772" v="64" actId="478"/>
          <pc:sldLayoutMkLst>
            <pc:docMk/>
            <pc:sldMasterMk cId="1892677854" sldId="2147483661"/>
            <pc:sldLayoutMk cId="3889387020" sldId="2147483679"/>
          </pc:sldLayoutMkLst>
        </pc:sldLayoutChg>
        <pc:sldLayoutChg chg="del">
          <pc:chgData name="Ba Thein Naing" userId="35d28a5d50ce0cfe" providerId="LiveId" clId="{2C6F86D1-93C2-465E-AC81-9B62652E6ADB}" dt="2024-12-16T07:36:47.788" v="0" actId="47"/>
          <pc:sldLayoutMkLst>
            <pc:docMk/>
            <pc:sldMasterMk cId="1892677854" sldId="2147483661"/>
            <pc:sldLayoutMk cId="1158554751" sldId="2147483680"/>
          </pc:sldLayoutMkLst>
        </pc:sldLayoutChg>
        <pc:sldLayoutChg chg="del">
          <pc:chgData name="Ba Thein Naing" userId="35d28a5d50ce0cfe" providerId="LiveId" clId="{2C6F86D1-93C2-465E-AC81-9B62652E6ADB}" dt="2024-12-17T05:34:19.576" v="138" actId="47"/>
          <pc:sldLayoutMkLst>
            <pc:docMk/>
            <pc:sldMasterMk cId="1892677854" sldId="2147483661"/>
            <pc:sldLayoutMk cId="1292883619" sldId="2147483680"/>
          </pc:sldLayoutMkLst>
        </pc:sldLayoutChg>
      </pc:sldMasterChg>
    </pc:docChg>
  </pc:docChgLst>
  <pc:docChgLst>
    <pc:chgData name="Pyae Phyo Aung" userId="S::pyaephyo.aung@cdsg.com.mm::faf9559a-86c8-4531-9072-0bb9fb9689f8" providerId="AD" clId="Web-{546F6A9B-70BF-AB80-92BF-42B0D60C6F89}"/>
    <pc:docChg chg="modSld">
      <pc:chgData name="Pyae Phyo Aung" userId="S::pyaephyo.aung@cdsg.com.mm::faf9559a-86c8-4531-9072-0bb9fb9689f8" providerId="AD" clId="Web-{546F6A9B-70BF-AB80-92BF-42B0D60C6F89}" dt="2025-02-11T11:37:38.526" v="28" actId="1076"/>
      <pc:docMkLst>
        <pc:docMk/>
      </pc:docMkLst>
      <pc:sldChg chg="addSp delSp modSp">
        <pc:chgData name="Pyae Phyo Aung" userId="S::pyaephyo.aung@cdsg.com.mm::faf9559a-86c8-4531-9072-0bb9fb9689f8" providerId="AD" clId="Web-{546F6A9B-70BF-AB80-92BF-42B0D60C6F89}" dt="2025-02-11T11:37:38.526" v="28" actId="1076"/>
        <pc:sldMkLst>
          <pc:docMk/>
          <pc:sldMk cId="307570946" sldId="2145708750"/>
        </pc:sldMkLst>
        <pc:spChg chg="mod">
          <ac:chgData name="Pyae Phyo Aung" userId="S::pyaephyo.aung@cdsg.com.mm::faf9559a-86c8-4531-9072-0bb9fb9689f8" providerId="AD" clId="Web-{546F6A9B-70BF-AB80-92BF-42B0D60C6F89}" dt="2025-02-11T11:36:38.384" v="9" actId="14100"/>
          <ac:spMkLst>
            <pc:docMk/>
            <pc:sldMk cId="307570946" sldId="2145708750"/>
            <ac:spMk id="4" creationId="{71AF4D64-2810-4074-1315-5AF0DD7E6873}"/>
          </ac:spMkLst>
        </pc:spChg>
        <pc:graphicFrameChg chg="mod modGraphic">
          <ac:chgData name="Pyae Phyo Aung" userId="S::pyaephyo.aung@cdsg.com.mm::faf9559a-86c8-4531-9072-0bb9fb9689f8" providerId="AD" clId="Web-{546F6A9B-70BF-AB80-92BF-42B0D60C6F89}" dt="2025-02-11T11:37:07.385" v="23"/>
          <ac:graphicFrameMkLst>
            <pc:docMk/>
            <pc:sldMk cId="307570946" sldId="2145708750"/>
            <ac:graphicFrameMk id="6" creationId="{7EDF3696-2580-A2BE-4F4A-B797B6E59272}"/>
          </ac:graphicFrameMkLst>
        </pc:graphicFrameChg>
      </pc:sldChg>
    </pc:docChg>
  </pc:docChgLst>
  <pc:docChgLst>
    <pc:chgData name="Ei Myat Mon" userId="e6357aa9-fa6e-4417-bbe1-b057167c5708" providerId="ADAL" clId="{F6E3D79F-8865-4301-8308-895C759B23C8}"/>
    <pc:docChg chg="undo custSel addSld delSld modSld">
      <pc:chgData name="Ei Myat Mon" userId="e6357aa9-fa6e-4417-bbe1-b057167c5708" providerId="ADAL" clId="{F6E3D79F-8865-4301-8308-895C759B23C8}" dt="2025-08-05T02:19:17.968" v="166"/>
      <pc:docMkLst>
        <pc:docMk/>
      </pc:docMkLst>
      <pc:sldChg chg="modSp mod">
        <pc:chgData name="Ei Myat Mon" userId="e6357aa9-fa6e-4417-bbe1-b057167c5708" providerId="ADAL" clId="{F6E3D79F-8865-4301-8308-895C759B23C8}" dt="2025-08-05T02:18:51.137" v="165" actId="20577"/>
        <pc:sldMkLst>
          <pc:docMk/>
          <pc:sldMk cId="615142532" sldId="2145708750"/>
        </pc:sldMkLst>
        <pc:graphicFrameChg chg="mod modGraphic">
          <ac:chgData name="Ei Myat Mon" userId="e6357aa9-fa6e-4417-bbe1-b057167c5708" providerId="ADAL" clId="{F6E3D79F-8865-4301-8308-895C759B23C8}" dt="2025-08-05T02:18:51.137" v="165" actId="20577"/>
          <ac:graphicFrameMkLst>
            <pc:docMk/>
            <pc:sldMk cId="615142532" sldId="2145708750"/>
            <ac:graphicFrameMk id="4" creationId="{7DAAC8F7-9035-8E1E-2CD1-C78762AA6E00}"/>
          </ac:graphicFrameMkLst>
        </pc:graphicFrameChg>
      </pc:sldChg>
      <pc:sldChg chg="modSp mod">
        <pc:chgData name="Ei Myat Mon" userId="e6357aa9-fa6e-4417-bbe1-b057167c5708" providerId="ADAL" clId="{F6E3D79F-8865-4301-8308-895C759B23C8}" dt="2025-08-05T02:18:22.886" v="151" actId="20577"/>
        <pc:sldMkLst>
          <pc:docMk/>
          <pc:sldMk cId="2253167209" sldId="2145708752"/>
        </pc:sldMkLst>
        <pc:spChg chg="mod">
          <ac:chgData name="Ei Myat Mon" userId="e6357aa9-fa6e-4417-bbe1-b057167c5708" providerId="ADAL" clId="{F6E3D79F-8865-4301-8308-895C759B23C8}" dt="2025-08-05T02:18:22.886" v="151" actId="20577"/>
          <ac:spMkLst>
            <pc:docMk/>
            <pc:sldMk cId="2253167209" sldId="2145708752"/>
            <ac:spMk id="6" creationId="{4A08F4D0-3A0B-98D3-152B-8DA7EAE1C4AE}"/>
          </ac:spMkLst>
        </pc:spChg>
      </pc:sldChg>
      <pc:sldChg chg="modSp mod">
        <pc:chgData name="Ei Myat Mon" userId="e6357aa9-fa6e-4417-bbe1-b057167c5708" providerId="ADAL" clId="{F6E3D79F-8865-4301-8308-895C759B23C8}" dt="2025-08-05T02:18:35.773" v="158" actId="20577"/>
        <pc:sldMkLst>
          <pc:docMk/>
          <pc:sldMk cId="3932400498" sldId="2145708753"/>
        </pc:sldMkLst>
        <pc:spChg chg="mod">
          <ac:chgData name="Ei Myat Mon" userId="e6357aa9-fa6e-4417-bbe1-b057167c5708" providerId="ADAL" clId="{F6E3D79F-8865-4301-8308-895C759B23C8}" dt="2025-08-05T02:18:35.773" v="158" actId="20577"/>
          <ac:spMkLst>
            <pc:docMk/>
            <pc:sldMk cId="3932400498" sldId="2145708753"/>
            <ac:spMk id="5" creationId="{566B8245-5E31-8595-1259-F8F47FB33882}"/>
          </ac:spMkLst>
        </pc:spChg>
      </pc:sldChg>
      <pc:sldChg chg="addSp delSp modSp mod">
        <pc:chgData name="Ei Myat Mon" userId="e6357aa9-fa6e-4417-bbe1-b057167c5708" providerId="ADAL" clId="{F6E3D79F-8865-4301-8308-895C759B23C8}" dt="2025-08-05T02:15:11.266" v="127" actId="1076"/>
        <pc:sldMkLst>
          <pc:docMk/>
          <pc:sldMk cId="3136416228" sldId="2145708755"/>
        </pc:sldMkLst>
        <pc:picChg chg="del">
          <ac:chgData name="Ei Myat Mon" userId="e6357aa9-fa6e-4417-bbe1-b057167c5708" providerId="ADAL" clId="{F6E3D79F-8865-4301-8308-895C759B23C8}" dt="2025-08-05T02:14:58.248" v="124" actId="478"/>
          <ac:picMkLst>
            <pc:docMk/>
            <pc:sldMk cId="3136416228" sldId="2145708755"/>
            <ac:picMk id="5" creationId="{3CFBFB0F-F0DE-35A8-D789-5EE14015B058}"/>
          </ac:picMkLst>
        </pc:picChg>
        <pc:picChg chg="add mod">
          <ac:chgData name="Ei Myat Mon" userId="e6357aa9-fa6e-4417-bbe1-b057167c5708" providerId="ADAL" clId="{F6E3D79F-8865-4301-8308-895C759B23C8}" dt="2025-08-05T02:15:11.266" v="127" actId="1076"/>
          <ac:picMkLst>
            <pc:docMk/>
            <pc:sldMk cId="3136416228" sldId="2145708755"/>
            <ac:picMk id="6" creationId="{E15C50F9-4D6A-A972-F9E1-92C2609FBFAB}"/>
          </ac:picMkLst>
        </pc:picChg>
      </pc:sldChg>
      <pc:sldChg chg="addSp delSp modSp mod">
        <pc:chgData name="Ei Myat Mon" userId="e6357aa9-fa6e-4417-bbe1-b057167c5708" providerId="ADAL" clId="{F6E3D79F-8865-4301-8308-895C759B23C8}" dt="2025-08-04T09:03:16.391" v="101"/>
        <pc:sldMkLst>
          <pc:docMk/>
          <pc:sldMk cId="4188361211" sldId="2145708756"/>
        </pc:sldMkLst>
        <pc:graphicFrameChg chg="del">
          <ac:chgData name="Ei Myat Mon" userId="e6357aa9-fa6e-4417-bbe1-b057167c5708" providerId="ADAL" clId="{F6E3D79F-8865-4301-8308-895C759B23C8}" dt="2025-08-04T09:03:15.210" v="100" actId="478"/>
          <ac:graphicFrameMkLst>
            <pc:docMk/>
            <pc:sldMk cId="4188361211" sldId="2145708756"/>
            <ac:graphicFrameMk id="4" creationId="{D86AEC2E-9D21-4669-85D3-73EF3BB5D461}"/>
          </ac:graphicFrameMkLst>
        </pc:graphicFrameChg>
        <pc:graphicFrameChg chg="add mod">
          <ac:chgData name="Ei Myat Mon" userId="e6357aa9-fa6e-4417-bbe1-b057167c5708" providerId="ADAL" clId="{F6E3D79F-8865-4301-8308-895C759B23C8}" dt="2025-08-04T09:03:16.391" v="101"/>
          <ac:graphicFrameMkLst>
            <pc:docMk/>
            <pc:sldMk cId="4188361211" sldId="2145708756"/>
            <ac:graphicFrameMk id="5" creationId="{CDA86A76-0050-A116-53D0-1EEEC0343FD5}"/>
          </ac:graphicFrameMkLst>
        </pc:graphicFrameChg>
      </pc:sldChg>
      <pc:sldChg chg="addSp delSp modSp add del mod">
        <pc:chgData name="Ei Myat Mon" userId="e6357aa9-fa6e-4417-bbe1-b057167c5708" providerId="ADAL" clId="{F6E3D79F-8865-4301-8308-895C759B23C8}" dt="2025-08-05T02:14:20.117" v="105" actId="14100"/>
        <pc:sldMkLst>
          <pc:docMk/>
          <pc:sldMk cId="3363287682" sldId="2145708758"/>
        </pc:sldMkLst>
        <pc:picChg chg="add del mod">
          <ac:chgData name="Ei Myat Mon" userId="e6357aa9-fa6e-4417-bbe1-b057167c5708" providerId="ADAL" clId="{F6E3D79F-8865-4301-8308-895C759B23C8}" dt="2025-08-05T02:14:05.072" v="102" actId="478"/>
          <ac:picMkLst>
            <pc:docMk/>
            <pc:sldMk cId="3363287682" sldId="2145708758"/>
            <ac:picMk id="5" creationId="{35F0FBA8-3413-4B1F-2D14-EA8E5A9F860E}"/>
          </ac:picMkLst>
        </pc:picChg>
        <pc:picChg chg="add mod">
          <ac:chgData name="Ei Myat Mon" userId="e6357aa9-fa6e-4417-bbe1-b057167c5708" providerId="ADAL" clId="{F6E3D79F-8865-4301-8308-895C759B23C8}" dt="2025-08-05T02:14:20.117" v="105" actId="14100"/>
          <ac:picMkLst>
            <pc:docMk/>
            <pc:sldMk cId="3363287682" sldId="2145708758"/>
            <ac:picMk id="6" creationId="{5277F33A-8C16-3944-9EC2-8101D6FBF7B0}"/>
          </ac:picMkLst>
        </pc:picChg>
        <pc:picChg chg="del">
          <ac:chgData name="Ei Myat Mon" userId="e6357aa9-fa6e-4417-bbe1-b057167c5708" providerId="ADAL" clId="{F6E3D79F-8865-4301-8308-895C759B23C8}" dt="2025-08-04T08:53:11.880" v="94" actId="478"/>
          <ac:picMkLst>
            <pc:docMk/>
            <pc:sldMk cId="3363287682" sldId="2145708758"/>
            <ac:picMk id="6" creationId="{B1709687-71C1-DF3F-C673-458EE4FB09FB}"/>
          </ac:picMkLst>
        </pc:picChg>
      </pc:sldChg>
      <pc:sldChg chg="modSp mod">
        <pc:chgData name="Ei Myat Mon" userId="e6357aa9-fa6e-4417-bbe1-b057167c5708" providerId="ADAL" clId="{F6E3D79F-8865-4301-8308-895C759B23C8}" dt="2025-08-05T02:19:17.968" v="166"/>
        <pc:sldMkLst>
          <pc:docMk/>
          <pc:sldMk cId="1235559352" sldId="2145708761"/>
        </pc:sldMkLst>
        <pc:spChg chg="mod">
          <ac:chgData name="Ei Myat Mon" userId="e6357aa9-fa6e-4417-bbe1-b057167c5708" providerId="ADAL" clId="{F6E3D79F-8865-4301-8308-895C759B23C8}" dt="2025-08-05T02:19:17.968" v="166"/>
          <ac:spMkLst>
            <pc:docMk/>
            <pc:sldMk cId="1235559352" sldId="2145708761"/>
            <ac:spMk id="19" creationId="{85B4683E-03BA-A611-0997-F9DE828A7C96}"/>
          </ac:spMkLst>
        </pc:spChg>
      </pc:sldChg>
      <pc:sldChg chg="addSp delSp modSp mod">
        <pc:chgData name="Ei Myat Mon" userId="e6357aa9-fa6e-4417-bbe1-b057167c5708" providerId="ADAL" clId="{F6E3D79F-8865-4301-8308-895C759B23C8}" dt="2025-08-05T02:14:42.786" v="123" actId="1035"/>
        <pc:sldMkLst>
          <pc:docMk/>
          <pc:sldMk cId="1563390098" sldId="2145708762"/>
        </pc:sldMkLst>
        <pc:picChg chg="add del mod">
          <ac:chgData name="Ei Myat Mon" userId="e6357aa9-fa6e-4417-bbe1-b057167c5708" providerId="ADAL" clId="{F6E3D79F-8865-4301-8308-895C759B23C8}" dt="2025-08-05T02:14:24.846" v="106" actId="478"/>
          <ac:picMkLst>
            <pc:docMk/>
            <pc:sldMk cId="1563390098" sldId="2145708762"/>
            <ac:picMk id="5" creationId="{7E2A147B-DBB7-308B-EEF6-4168CCE03261}"/>
          </ac:picMkLst>
        </pc:picChg>
        <pc:picChg chg="add mod">
          <ac:chgData name="Ei Myat Mon" userId="e6357aa9-fa6e-4417-bbe1-b057167c5708" providerId="ADAL" clId="{F6E3D79F-8865-4301-8308-895C759B23C8}" dt="2025-08-05T02:14:42.786" v="123" actId="1035"/>
          <ac:picMkLst>
            <pc:docMk/>
            <pc:sldMk cId="1563390098" sldId="2145708762"/>
            <ac:picMk id="6" creationId="{89AA8618-7F9D-EA28-A380-94806547AF43}"/>
          </ac:picMkLst>
        </pc:picChg>
        <pc:picChg chg="del">
          <ac:chgData name="Ei Myat Mon" userId="e6357aa9-fa6e-4417-bbe1-b057167c5708" providerId="ADAL" clId="{F6E3D79F-8865-4301-8308-895C759B23C8}" dt="2025-08-04T08:53:40.116" v="98" actId="478"/>
          <ac:picMkLst>
            <pc:docMk/>
            <pc:sldMk cId="1563390098" sldId="2145708762"/>
            <ac:picMk id="8" creationId="{06E2C659-16B3-9B33-D4AC-4E23B147969E}"/>
          </ac:picMkLst>
        </pc:picChg>
      </pc:sldChg>
    </pc:docChg>
  </pc:docChgLst>
  <pc:docChgLst>
    <pc:chgData name="Aung Myo Aye" userId="c3d7fd38c0bd61f1" providerId="LiveId" clId="{F612EA70-A341-4C73-AA14-4E3282D2A819}"/>
    <pc:docChg chg="modSld">
      <pc:chgData name="Aung Myo Aye" userId="c3d7fd38c0bd61f1" providerId="LiveId" clId="{F612EA70-A341-4C73-AA14-4E3282D2A819}" dt="2024-12-19T10:20:21.070" v="11" actId="20577"/>
      <pc:docMkLst>
        <pc:docMk/>
      </pc:docMkLst>
      <pc:sldChg chg="modSp mod">
        <pc:chgData name="Aung Myo Aye" userId="c3d7fd38c0bd61f1" providerId="LiveId" clId="{F612EA70-A341-4C73-AA14-4E3282D2A819}" dt="2024-12-19T10:17:44.423" v="5" actId="2711"/>
        <pc:sldMkLst>
          <pc:docMk/>
          <pc:sldMk cId="691411247" sldId="1021"/>
        </pc:sldMkLst>
      </pc:sldChg>
      <pc:sldChg chg="modSp mod">
        <pc:chgData name="Aung Myo Aye" userId="c3d7fd38c0bd61f1" providerId="LiveId" clId="{F612EA70-A341-4C73-AA14-4E3282D2A819}" dt="2024-12-19T10:20:21.070" v="11" actId="20577"/>
        <pc:sldMkLst>
          <pc:docMk/>
          <pc:sldMk cId="1478767576" sldId="2145708742"/>
        </pc:sldMkLst>
      </pc:sldChg>
    </pc:docChg>
  </pc:docChgLst>
  <pc:docChgLst>
    <pc:chgData name="Pyae Phyo Aung" userId="S::pyaephyo.aung@cdsg.com.mm::faf9559a-86c8-4531-9072-0bb9fb9689f8" providerId="AD" clId="Web-{F1949A8B-214C-66EF-3643-7E983E961CEF}"/>
    <pc:docChg chg="modSld">
      <pc:chgData name="Pyae Phyo Aung" userId="S::pyaephyo.aung@cdsg.com.mm::faf9559a-86c8-4531-9072-0bb9fb9689f8" providerId="AD" clId="Web-{F1949A8B-214C-66EF-3643-7E983E961CEF}" dt="2025-02-10T03:58:49.558" v="232"/>
      <pc:docMkLst>
        <pc:docMk/>
      </pc:docMkLst>
      <pc:sldChg chg="addSp delSp modSp">
        <pc:chgData name="Pyae Phyo Aung" userId="S::pyaephyo.aung@cdsg.com.mm::faf9559a-86c8-4531-9072-0bb9fb9689f8" providerId="AD" clId="Web-{F1949A8B-214C-66EF-3643-7E983E961CEF}" dt="2025-02-10T03:58:49.558" v="232"/>
        <pc:sldMkLst>
          <pc:docMk/>
          <pc:sldMk cId="307570946" sldId="2145708750"/>
        </pc:sldMkLst>
        <pc:spChg chg="mod">
          <ac:chgData name="Pyae Phyo Aung" userId="S::pyaephyo.aung@cdsg.com.mm::faf9559a-86c8-4531-9072-0bb9fb9689f8" providerId="AD" clId="Web-{F1949A8B-214C-66EF-3643-7E983E961CEF}" dt="2025-02-10T03:55:18.979" v="33" actId="14100"/>
          <ac:spMkLst>
            <pc:docMk/>
            <pc:sldMk cId="307570946" sldId="2145708750"/>
            <ac:spMk id="4" creationId="{71AF4D64-2810-4074-1315-5AF0DD7E6873}"/>
          </ac:spMkLst>
        </pc:spChg>
        <pc:graphicFrameChg chg="mod modGraphic">
          <ac:chgData name="Pyae Phyo Aung" userId="S::pyaephyo.aung@cdsg.com.mm::faf9559a-86c8-4531-9072-0bb9fb9689f8" providerId="AD" clId="Web-{F1949A8B-214C-66EF-3643-7E983E961CEF}" dt="2025-02-10T03:58:49.558" v="232"/>
          <ac:graphicFrameMkLst>
            <pc:docMk/>
            <pc:sldMk cId="307570946" sldId="2145708750"/>
            <ac:graphicFrameMk id="6" creationId="{7EDF3696-2580-A2BE-4F4A-B797B6E59272}"/>
          </ac:graphicFrameMkLst>
        </pc:graphicFrameChg>
      </pc:sldChg>
    </pc:docChg>
  </pc:docChgLst>
  <pc:docChgLst>
    <pc:chgData name="Pyae Phyo Aung" userId="S::pyaephyo.aung@cdsg.com.mm::faf9559a-86c8-4531-9072-0bb9fb9689f8" providerId="AD" clId="Web-{5F8C203B-DC17-783F-2B79-AD1954821256}"/>
    <pc:docChg chg="modSld">
      <pc:chgData name="Pyae Phyo Aung" userId="S::pyaephyo.aung@cdsg.com.mm::faf9559a-86c8-4531-9072-0bb9fb9689f8" providerId="AD" clId="Web-{5F8C203B-DC17-783F-2B79-AD1954821256}" dt="2025-02-06T09:17:30.813" v="0" actId="14100"/>
      <pc:docMkLst>
        <pc:docMk/>
      </pc:docMkLst>
      <pc:sldChg chg="modSp">
        <pc:chgData name="Pyae Phyo Aung" userId="S::pyaephyo.aung@cdsg.com.mm::faf9559a-86c8-4531-9072-0bb9fb9689f8" providerId="AD" clId="Web-{5F8C203B-DC17-783F-2B79-AD1954821256}" dt="2025-02-06T09:17:30.813" v="0" actId="14100"/>
        <pc:sldMkLst>
          <pc:docMk/>
          <pc:sldMk cId="307570946" sldId="2145708750"/>
        </pc:sldMkLst>
        <pc:spChg chg="mod">
          <ac:chgData name="Pyae Phyo Aung" userId="S::pyaephyo.aung@cdsg.com.mm::faf9559a-86c8-4531-9072-0bb9fb9689f8" providerId="AD" clId="Web-{5F8C203B-DC17-783F-2B79-AD1954821256}" dt="2025-02-06T09:17:30.813" v="0" actId="14100"/>
          <ac:spMkLst>
            <pc:docMk/>
            <pc:sldMk cId="307570946" sldId="2145708750"/>
            <ac:spMk id="4" creationId="{71AF4D64-2810-4074-1315-5AF0DD7E6873}"/>
          </ac:spMkLst>
        </pc:spChg>
      </pc:sldChg>
    </pc:docChg>
  </pc:docChgLst>
  <pc:docChgLst>
    <pc:chgData name="Ei Myat Mon" userId="e6357aa9-fa6e-4417-bbe1-b057167c5708" providerId="ADAL" clId="{DF4A567D-5C2B-4460-BE52-FC91439008E9}"/>
    <pc:docChg chg="addSld delSld modSld sldOrd">
      <pc:chgData name="Ei Myat Mon" userId="e6357aa9-fa6e-4417-bbe1-b057167c5708" providerId="ADAL" clId="{DF4A567D-5C2B-4460-BE52-FC91439008E9}" dt="2026-01-06T04:00:37.763" v="27" actId="113"/>
      <pc:docMkLst>
        <pc:docMk/>
      </pc:docMkLst>
      <pc:sldChg chg="del">
        <pc:chgData name="Ei Myat Mon" userId="e6357aa9-fa6e-4417-bbe1-b057167c5708" providerId="ADAL" clId="{DF4A567D-5C2B-4460-BE52-FC91439008E9}" dt="2026-01-06T03:56:57.789" v="0" actId="2696"/>
        <pc:sldMkLst>
          <pc:docMk/>
          <pc:sldMk cId="3932400498" sldId="2145708753"/>
        </pc:sldMkLst>
      </pc:sldChg>
      <pc:sldChg chg="modSp mod">
        <pc:chgData name="Ei Myat Mon" userId="e6357aa9-fa6e-4417-bbe1-b057167c5708" providerId="ADAL" clId="{DF4A567D-5C2B-4460-BE52-FC91439008E9}" dt="2026-01-06T04:00:37.763" v="27" actId="113"/>
        <pc:sldMkLst>
          <pc:docMk/>
          <pc:sldMk cId="2341347600" sldId="2145708775"/>
        </pc:sldMkLst>
        <pc:spChg chg="mod">
          <ac:chgData name="Ei Myat Mon" userId="e6357aa9-fa6e-4417-bbe1-b057167c5708" providerId="ADAL" clId="{DF4A567D-5C2B-4460-BE52-FC91439008E9}" dt="2026-01-06T04:00:37.763" v="27" actId="113"/>
          <ac:spMkLst>
            <pc:docMk/>
            <pc:sldMk cId="2341347600" sldId="2145708775"/>
            <ac:spMk id="5" creationId="{22509ED9-06DF-70F4-C752-38470969F884}"/>
          </ac:spMkLst>
        </pc:spChg>
      </pc:sldChg>
      <pc:sldChg chg="addSp modSp new mod ord">
        <pc:chgData name="Ei Myat Mon" userId="e6357aa9-fa6e-4417-bbe1-b057167c5708" providerId="ADAL" clId="{DF4A567D-5C2B-4460-BE52-FC91439008E9}" dt="2026-01-06T04:00:01.799" v="26"/>
        <pc:sldMkLst>
          <pc:docMk/>
          <pc:sldMk cId="3811131600" sldId="2145708778"/>
        </pc:sldMkLst>
        <pc:spChg chg="mod">
          <ac:chgData name="Ei Myat Mon" userId="e6357aa9-fa6e-4417-bbe1-b057167c5708" providerId="ADAL" clId="{DF4A567D-5C2B-4460-BE52-FC91439008E9}" dt="2026-01-06T03:58:12.198" v="15" actId="20577"/>
          <ac:spMkLst>
            <pc:docMk/>
            <pc:sldMk cId="3811131600" sldId="2145708778"/>
            <ac:spMk id="3" creationId="{1CEB25EF-88E3-154B-60A8-18D70F3CBC48}"/>
          </ac:spMkLst>
        </pc:spChg>
        <pc:spChg chg="add mod">
          <ac:chgData name="Ei Myat Mon" userId="e6357aa9-fa6e-4417-bbe1-b057167c5708" providerId="ADAL" clId="{DF4A567D-5C2B-4460-BE52-FC91439008E9}" dt="2026-01-06T03:59:40.598" v="20" actId="113"/>
          <ac:spMkLst>
            <pc:docMk/>
            <pc:sldMk cId="3811131600" sldId="2145708778"/>
            <ac:spMk id="5" creationId="{D616CE12-C861-B003-EC41-2E1FA93E7570}"/>
          </ac:spMkLst>
        </pc:spChg>
      </pc:sldChg>
    </pc:docChg>
  </pc:docChgLst>
  <pc:docChgLst>
    <pc:chgData name="Pyae Phyo Aung" userId="faf9559a-86c8-4531-9072-0bb9fb9689f8" providerId="ADAL" clId="{E10AC9A8-E9BA-41FB-86FE-C9B3D27EC546}"/>
    <pc:docChg chg="custSel modSld">
      <pc:chgData name="Pyae Phyo Aung" userId="faf9559a-86c8-4531-9072-0bb9fb9689f8" providerId="ADAL" clId="{E10AC9A8-E9BA-41FB-86FE-C9B3D27EC546}" dt="2025-02-06T05:22:33.338" v="74" actId="20577"/>
      <pc:docMkLst>
        <pc:docMk/>
      </pc:docMkLst>
      <pc:sldChg chg="addSp delSp modSp mod">
        <pc:chgData name="Pyae Phyo Aung" userId="faf9559a-86c8-4531-9072-0bb9fb9689f8" providerId="ADAL" clId="{E10AC9A8-E9BA-41FB-86FE-C9B3D27EC546}" dt="2025-02-06T05:22:33.338" v="74" actId="20577"/>
        <pc:sldMkLst>
          <pc:docMk/>
          <pc:sldMk cId="307570946" sldId="2145708750"/>
        </pc:sldMkLst>
        <pc:spChg chg="add mod">
          <ac:chgData name="Pyae Phyo Aung" userId="faf9559a-86c8-4531-9072-0bb9fb9689f8" providerId="ADAL" clId="{E10AC9A8-E9BA-41FB-86FE-C9B3D27EC546}" dt="2025-02-06T05:22:06.462" v="53" actId="1076"/>
          <ac:spMkLst>
            <pc:docMk/>
            <pc:sldMk cId="307570946" sldId="2145708750"/>
            <ac:spMk id="4" creationId="{71AF4D64-2810-4074-1315-5AF0DD7E6873}"/>
          </ac:spMkLst>
        </pc:spChg>
        <pc:graphicFrameChg chg="mod modGraphic">
          <ac:chgData name="Pyae Phyo Aung" userId="faf9559a-86c8-4531-9072-0bb9fb9689f8" providerId="ADAL" clId="{E10AC9A8-E9BA-41FB-86FE-C9B3D27EC546}" dt="2025-02-06T05:22:33.338" v="74" actId="20577"/>
          <ac:graphicFrameMkLst>
            <pc:docMk/>
            <pc:sldMk cId="307570946" sldId="2145708750"/>
            <ac:graphicFrameMk id="6" creationId="{7EDF3696-2580-A2BE-4F4A-B797B6E59272}"/>
          </ac:graphicFrameMkLst>
        </pc:graphicFrameChg>
      </pc:sldChg>
    </pc:docChg>
  </pc:docChgLst>
  <pc:docChgLst>
    <pc:chgData name="Ba Thein Naing" userId="35d28a5d50ce0cfe" providerId="LiveId" clId="{3F84ACA9-DE29-468A-B3C4-7115F148ABE8}"/>
    <pc:docChg chg="custSel addSld modSld sldOrd">
      <pc:chgData name="Ba Thein Naing" userId="35d28a5d50ce0cfe" providerId="LiveId" clId="{3F84ACA9-DE29-468A-B3C4-7115F148ABE8}" dt="2024-12-16T04:44:52.740" v="2250" actId="6549"/>
      <pc:docMkLst>
        <pc:docMk/>
      </pc:docMkLst>
      <pc:sldChg chg="delSp modSp mod">
        <pc:chgData name="Ba Thein Naing" userId="35d28a5d50ce0cfe" providerId="LiveId" clId="{3F84ACA9-DE29-468A-B3C4-7115F148ABE8}" dt="2024-12-16T02:14:12.949" v="1604" actId="113"/>
        <pc:sldMkLst>
          <pc:docMk/>
          <pc:sldMk cId="1383093931" sldId="2145708739"/>
        </pc:sldMkLst>
      </pc:sldChg>
      <pc:sldChg chg="modSp mod">
        <pc:chgData name="Ba Thein Naing" userId="35d28a5d50ce0cfe" providerId="LiveId" clId="{3F84ACA9-DE29-468A-B3C4-7115F148ABE8}" dt="2024-12-16T02:01:47.734" v="1460" actId="20577"/>
        <pc:sldMkLst>
          <pc:docMk/>
          <pc:sldMk cId="2755403398" sldId="2145708740"/>
        </pc:sldMkLst>
      </pc:sldChg>
      <pc:sldChg chg="modSp mod">
        <pc:chgData name="Ba Thein Naing" userId="35d28a5d50ce0cfe" providerId="LiveId" clId="{3F84ACA9-DE29-468A-B3C4-7115F148ABE8}" dt="2024-12-15T17:37:05.030" v="1" actId="1076"/>
        <pc:sldMkLst>
          <pc:docMk/>
          <pc:sldMk cId="3985844814" sldId="2145708741"/>
        </pc:sldMkLst>
      </pc:sldChg>
      <pc:sldChg chg="modSp mod">
        <pc:chgData name="Ba Thein Naing" userId="35d28a5d50ce0cfe" providerId="LiveId" clId="{3F84ACA9-DE29-468A-B3C4-7115F148ABE8}" dt="2024-12-16T03:13:38.963" v="2170" actId="20577"/>
        <pc:sldMkLst>
          <pc:docMk/>
          <pc:sldMk cId="2074982228" sldId="2145708742"/>
        </pc:sldMkLst>
      </pc:sldChg>
      <pc:sldChg chg="modSp mod">
        <pc:chgData name="Ba Thein Naing" userId="35d28a5d50ce0cfe" providerId="LiveId" clId="{3F84ACA9-DE29-468A-B3C4-7115F148ABE8}" dt="2024-12-16T03:54:09.387" v="2179" actId="20577"/>
        <pc:sldMkLst>
          <pc:docMk/>
          <pc:sldMk cId="3749780199" sldId="2145708746"/>
        </pc:sldMkLst>
      </pc:sldChg>
      <pc:sldChg chg="modSp mod">
        <pc:chgData name="Ba Thein Naing" userId="35d28a5d50ce0cfe" providerId="LiveId" clId="{3F84ACA9-DE29-468A-B3C4-7115F148ABE8}" dt="2024-12-16T02:12:40.278" v="1585" actId="1036"/>
        <pc:sldMkLst>
          <pc:docMk/>
          <pc:sldMk cId="3727556282" sldId="2145708747"/>
        </pc:sldMkLst>
      </pc:sldChg>
      <pc:sldChg chg="modSp mod">
        <pc:chgData name="Ba Thein Naing" userId="35d28a5d50ce0cfe" providerId="LiveId" clId="{3F84ACA9-DE29-468A-B3C4-7115F148ABE8}" dt="2024-12-16T03:29:54.903" v="2173" actId="20577"/>
        <pc:sldMkLst>
          <pc:docMk/>
          <pc:sldMk cId="1369501962" sldId="2145708749"/>
        </pc:sldMkLst>
      </pc:sldChg>
      <pc:sldChg chg="modSp mod">
        <pc:chgData name="Ba Thein Naing" userId="35d28a5d50ce0cfe" providerId="LiveId" clId="{3F84ACA9-DE29-468A-B3C4-7115F148ABE8}" dt="2024-12-15T18:19:25.859" v="251" actId="20577"/>
        <pc:sldMkLst>
          <pc:docMk/>
          <pc:sldMk cId="1315168957" sldId="2145708750"/>
        </pc:sldMkLst>
      </pc:sldChg>
      <pc:sldChg chg="modSp ord">
        <pc:chgData name="Ba Thein Naing" userId="35d28a5d50ce0cfe" providerId="LiveId" clId="{3F84ACA9-DE29-468A-B3C4-7115F148ABE8}" dt="2024-12-16T02:25:18.140" v="2169" actId="2711"/>
        <pc:sldMkLst>
          <pc:docMk/>
          <pc:sldMk cId="869080509" sldId="2145708751"/>
        </pc:sldMkLst>
      </pc:sldChg>
      <pc:sldChg chg="modSp mod">
        <pc:chgData name="Ba Thein Naing" userId="35d28a5d50ce0cfe" providerId="LiveId" clId="{3F84ACA9-DE29-468A-B3C4-7115F148ABE8}" dt="2024-12-16T02:13:31.089" v="1598" actId="20577"/>
        <pc:sldMkLst>
          <pc:docMk/>
          <pc:sldMk cId="1921309905" sldId="2145708754"/>
        </pc:sldMkLst>
      </pc:sldChg>
      <pc:sldChg chg="addSp delSp modSp mod">
        <pc:chgData name="Ba Thein Naing" userId="35d28a5d50ce0cfe" providerId="LiveId" clId="{3F84ACA9-DE29-468A-B3C4-7115F148ABE8}" dt="2024-12-16T04:43:30.008" v="2203" actId="1076"/>
        <pc:sldMkLst>
          <pc:docMk/>
          <pc:sldMk cId="74446894" sldId="2145708756"/>
        </pc:sldMkLst>
      </pc:sldChg>
      <pc:sldChg chg="modSp mod">
        <pc:chgData name="Ba Thein Naing" userId="35d28a5d50ce0cfe" providerId="LiveId" clId="{3F84ACA9-DE29-468A-B3C4-7115F148ABE8}" dt="2024-12-16T02:00:29.102" v="1371" actId="27636"/>
        <pc:sldMkLst>
          <pc:docMk/>
          <pc:sldMk cId="2145537419" sldId="2145708758"/>
        </pc:sldMkLst>
      </pc:sldChg>
      <pc:sldChg chg="modSp mod">
        <pc:chgData name="Ba Thein Naing" userId="35d28a5d50ce0cfe" providerId="LiveId" clId="{3F84ACA9-DE29-468A-B3C4-7115F148ABE8}" dt="2024-12-16T04:44:52.740" v="2250" actId="6549"/>
        <pc:sldMkLst>
          <pc:docMk/>
          <pc:sldMk cId="2191777018" sldId="2145708760"/>
        </pc:sldMkLst>
      </pc:sldChg>
      <pc:sldChg chg="addSp delSp modSp add mod ord modClrScheme chgLayout">
        <pc:chgData name="Ba Thein Naing" userId="35d28a5d50ce0cfe" providerId="LiveId" clId="{3F84ACA9-DE29-468A-B3C4-7115F148ABE8}" dt="2024-12-16T04:16:43.126" v="2200" actId="20577"/>
        <pc:sldMkLst>
          <pc:docMk/>
          <pc:sldMk cId="254285969" sldId="2145708761"/>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FB89EC9-ADF7-4CD8-A359-4B3486574A56}" type="datetimeFigureOut">
              <a:rPr lang="en-US" smtClean="0"/>
              <a:t>1/6/2026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4180750-FA6C-4B62-A27E-0AEE5A77FE02}" type="slidenum">
              <a:rPr lang="en-US" smtClean="0"/>
              <a:t>‹#›</a:t>
            </a:fld>
            <a:endParaRPr lang="en-US"/>
          </a:p>
        </p:txBody>
      </p:sp>
    </p:spTree>
    <p:extLst>
      <p:ext uri="{BB962C8B-B14F-4D97-AF65-F5344CB8AC3E}">
        <p14:creationId xmlns:p14="http://schemas.microsoft.com/office/powerpoint/2010/main" val="37124672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4180750-FA6C-4B62-A27E-0AEE5A77FE02}" type="slidenum">
              <a:rPr lang="en-US" smtClean="0"/>
              <a:t>6</a:t>
            </a:fld>
            <a:endParaRPr lang="en-US"/>
          </a:p>
        </p:txBody>
      </p:sp>
    </p:spTree>
    <p:extLst>
      <p:ext uri="{BB962C8B-B14F-4D97-AF65-F5344CB8AC3E}">
        <p14:creationId xmlns:p14="http://schemas.microsoft.com/office/powerpoint/2010/main" val="264562844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4180750-FA6C-4B62-A27E-0AEE5A77FE02}" type="slidenum">
              <a:rPr lang="en-US" smtClean="0"/>
              <a:t>9</a:t>
            </a:fld>
            <a:endParaRPr lang="en-US"/>
          </a:p>
        </p:txBody>
      </p:sp>
    </p:spTree>
    <p:extLst>
      <p:ext uri="{BB962C8B-B14F-4D97-AF65-F5344CB8AC3E}">
        <p14:creationId xmlns:p14="http://schemas.microsoft.com/office/powerpoint/2010/main" val="427981002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963136-BFF8-EB78-2165-16658AEC1345}"/>
              </a:ext>
            </a:extLst>
          </p:cNvPr>
          <p:cNvSpPr>
            <a:spLocks noGrp="1"/>
          </p:cNvSpPr>
          <p:nvPr>
            <p:ph type="title"/>
          </p:nvPr>
        </p:nvSpPr>
        <p:spPr/>
        <p:txBody>
          <a:bodyPr/>
          <a:lstStyle/>
          <a:p>
            <a:r>
              <a:rPr lang="en-US"/>
              <a:t>Click to edit Master title style</a:t>
            </a:r>
          </a:p>
        </p:txBody>
      </p:sp>
      <p:sp>
        <p:nvSpPr>
          <p:cNvPr id="5" name="Footer Placeholder 4">
            <a:extLst>
              <a:ext uri="{FF2B5EF4-FFF2-40B4-BE49-F238E27FC236}">
                <a16:creationId xmlns:a16="http://schemas.microsoft.com/office/drawing/2014/main" id="{2AB4DD45-BABB-0DD6-2A45-730A5E2A305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2A64DEE-651B-DBFF-6616-A6F7523F1B48}"/>
              </a:ext>
            </a:extLst>
          </p:cNvPr>
          <p:cNvSpPr>
            <a:spLocks noGrp="1"/>
          </p:cNvSpPr>
          <p:nvPr>
            <p:ph type="sldNum" sz="quarter" idx="12"/>
          </p:nvPr>
        </p:nvSpPr>
        <p:spPr/>
        <p:txBody>
          <a:bodyPr/>
          <a:lstStyle/>
          <a:p>
            <a:fld id="{24FE4A72-F922-477C-8EF1-5A284132E052}" type="slidenum">
              <a:rPr lang="en-US" smtClean="0"/>
              <a:t>‹#›</a:t>
            </a:fld>
            <a:endParaRPr lang="en-US"/>
          </a:p>
        </p:txBody>
      </p:sp>
    </p:spTree>
    <p:extLst>
      <p:ext uri="{BB962C8B-B14F-4D97-AF65-F5344CB8AC3E}">
        <p14:creationId xmlns:p14="http://schemas.microsoft.com/office/powerpoint/2010/main" val="38893870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18" name="Text Placeholder 17">
            <a:extLst>
              <a:ext uri="{FF2B5EF4-FFF2-40B4-BE49-F238E27FC236}">
                <a16:creationId xmlns:a16="http://schemas.microsoft.com/office/drawing/2014/main" id="{86C0EAA3-C71A-43A2-91D0-C6C31102094E}"/>
              </a:ext>
            </a:extLst>
          </p:cNvPr>
          <p:cNvSpPr>
            <a:spLocks noGrp="1"/>
          </p:cNvSpPr>
          <p:nvPr>
            <p:ph type="body" sz="quarter" idx="13"/>
          </p:nvPr>
        </p:nvSpPr>
        <p:spPr>
          <a:xfrm>
            <a:off x="544635" y="3447317"/>
            <a:ext cx="7676173" cy="1893748"/>
          </a:xfrm>
        </p:spPr>
        <p:txBody>
          <a:bodyPr/>
          <a:lstStyle>
            <a:lvl1pPr>
              <a:buNone/>
              <a:defRPr sz="3600"/>
            </a:lvl1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pPr>
              <a:defRPr/>
            </a:pPr>
            <a:fld id="{9428A08A-DC60-4455-BFC7-21B4F189180D}" type="datetime1">
              <a:rPr lang="en-US" smtClean="0">
                <a:solidFill>
                  <a:prstClr val="black">
                    <a:tint val="75000"/>
                  </a:prstClr>
                </a:solidFill>
              </a:rPr>
              <a:t>1/6/2026</a:t>
            </a:fld>
            <a:endParaRPr lang="en-US">
              <a:solidFill>
                <a:prstClr val="black">
                  <a:tint val="75000"/>
                </a:prstClr>
              </a:solidFill>
            </a:endParaRPr>
          </a:p>
        </p:txBody>
      </p:sp>
      <p:sp>
        <p:nvSpPr>
          <p:cNvPr id="5" name="Footer Placeholder 4"/>
          <p:cNvSpPr>
            <a:spLocks noGrp="1"/>
          </p:cNvSpPr>
          <p:nvPr>
            <p:ph type="ftr" sz="quarter" idx="11"/>
          </p:nvPr>
        </p:nvSpPr>
        <p:spPr/>
        <p:txBody>
          <a:bodyPr/>
          <a:lstStyle>
            <a:lvl1pPr>
              <a:defRPr/>
            </a:lvl1pPr>
          </a:lstStyle>
          <a:p>
            <a:pPr>
              <a:defRPr/>
            </a:pPr>
            <a:endParaRPr lang="en-US">
              <a:solidFill>
                <a:prstClr val="black">
                  <a:tint val="75000"/>
                </a:prstClr>
              </a:solidFill>
            </a:endParaRPr>
          </a:p>
        </p:txBody>
      </p:sp>
      <p:sp>
        <p:nvSpPr>
          <p:cNvPr id="7" name="Rectangle 6"/>
          <p:cNvSpPr/>
          <p:nvPr userDrawn="1"/>
        </p:nvSpPr>
        <p:spPr>
          <a:xfrm>
            <a:off x="0" y="6408288"/>
            <a:ext cx="12192000" cy="248443"/>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0" fontAlgn="base" hangingPunct="0">
              <a:spcBef>
                <a:spcPct val="0"/>
              </a:spcBef>
              <a:spcAft>
                <a:spcPct val="0"/>
              </a:spcAft>
            </a:pPr>
            <a:endParaRPr lang="en-SG" sz="1800">
              <a:solidFill>
                <a:prstClr val="white"/>
              </a:solidFill>
            </a:endParaRPr>
          </a:p>
        </p:txBody>
      </p:sp>
      <p:sp>
        <p:nvSpPr>
          <p:cNvPr id="6" name="Slide Number Placeholder 5"/>
          <p:cNvSpPr>
            <a:spLocks noGrp="1"/>
          </p:cNvSpPr>
          <p:nvPr>
            <p:ph type="sldNum" sz="quarter" idx="12"/>
          </p:nvPr>
        </p:nvSpPr>
        <p:spPr/>
        <p:txBody>
          <a:bodyPr/>
          <a:lstStyle>
            <a:lvl1pPr>
              <a:defRPr/>
            </a:lvl1pPr>
          </a:lstStyle>
          <a:p>
            <a:pPr>
              <a:defRPr/>
            </a:pPr>
            <a:fld id="{4204250C-5885-48A6-8300-C696669B24AB}" type="slidenum">
              <a:rPr lang="en-US">
                <a:solidFill>
                  <a:prstClr val="white">
                    <a:lumMod val="50000"/>
                  </a:prstClr>
                </a:solidFill>
              </a:rPr>
              <a:pPr>
                <a:defRPr/>
              </a:pPr>
              <a:t>‹#›</a:t>
            </a:fld>
            <a:endParaRPr lang="en-US">
              <a:solidFill>
                <a:prstClr val="white">
                  <a:lumMod val="50000"/>
                </a:prstClr>
              </a:solidFill>
            </a:endParaRPr>
          </a:p>
        </p:txBody>
      </p:sp>
      <p:pic>
        <p:nvPicPr>
          <p:cNvPr id="12" name="Picture 11">
            <a:extLst>
              <a:ext uri="{FF2B5EF4-FFF2-40B4-BE49-F238E27FC236}">
                <a16:creationId xmlns:a16="http://schemas.microsoft.com/office/drawing/2014/main" id="{CCC60379-4B22-4A26-8D53-7990592BE2BE}"/>
              </a:ext>
            </a:extLst>
          </p:cNvPr>
          <p:cNvPicPr>
            <a:picLocks noChangeAspect="1" noChangeArrowheads="1"/>
          </p:cNvPicPr>
          <p:nvPr userDrawn="1"/>
        </p:nvPicPr>
        <p:blipFill>
          <a:blip r:embed="rId2">
            <a:extLst>
              <a:ext uri="{28A0092B-C50C-407E-A947-70E740481C1C}">
                <a14:useLocalDpi xmlns:a14="http://schemas.microsoft.com/office/drawing/2010/main"/>
              </a:ext>
            </a:extLst>
          </a:blip>
          <a:srcRect/>
          <a:stretch>
            <a:fillRect/>
          </a:stretch>
        </p:blipFill>
        <p:spPr bwMode="auto">
          <a:xfrm>
            <a:off x="320387" y="6259368"/>
            <a:ext cx="1356013" cy="5085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 name="Rectangle 8">
            <a:extLst>
              <a:ext uri="{FF2B5EF4-FFF2-40B4-BE49-F238E27FC236}">
                <a16:creationId xmlns:a16="http://schemas.microsoft.com/office/drawing/2014/main" id="{8FA9DCE2-9A27-41CD-AA22-E05C8C5DA730}"/>
              </a:ext>
            </a:extLst>
          </p:cNvPr>
          <p:cNvSpPr/>
          <p:nvPr userDrawn="1"/>
        </p:nvSpPr>
        <p:spPr>
          <a:xfrm>
            <a:off x="0" y="410547"/>
            <a:ext cx="589497" cy="335039"/>
          </a:xfrm>
          <a:prstGeom prst="rect">
            <a:avLst/>
          </a:prstGeom>
          <a:solidFill>
            <a:srgbClr val="4F81B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68BA8CB8-EDC3-4B46-9A15-ACDB3324900B}"/>
              </a:ext>
            </a:extLst>
          </p:cNvPr>
          <p:cNvSpPr/>
          <p:nvPr userDrawn="1"/>
        </p:nvSpPr>
        <p:spPr>
          <a:xfrm>
            <a:off x="0" y="0"/>
            <a:ext cx="12192000" cy="74295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0" fontAlgn="base" hangingPunct="0">
              <a:spcBef>
                <a:spcPct val="0"/>
              </a:spcBef>
              <a:spcAft>
                <a:spcPct val="0"/>
              </a:spcAft>
            </a:pPr>
            <a:endParaRPr lang="en-SG">
              <a:solidFill>
                <a:prstClr val="white"/>
              </a:solidFill>
            </a:endParaRPr>
          </a:p>
        </p:txBody>
      </p:sp>
      <p:sp>
        <p:nvSpPr>
          <p:cNvPr id="13" name="Rectangle 12">
            <a:extLst>
              <a:ext uri="{FF2B5EF4-FFF2-40B4-BE49-F238E27FC236}">
                <a16:creationId xmlns:a16="http://schemas.microsoft.com/office/drawing/2014/main" id="{2A1BDA31-1101-46FE-8D24-6516A8D2B08F}"/>
              </a:ext>
            </a:extLst>
          </p:cNvPr>
          <p:cNvSpPr/>
          <p:nvPr userDrawn="1"/>
        </p:nvSpPr>
        <p:spPr>
          <a:xfrm>
            <a:off x="0" y="6185647"/>
            <a:ext cx="12192000" cy="6858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0" fontAlgn="base" hangingPunct="0">
              <a:spcBef>
                <a:spcPct val="0"/>
              </a:spcBef>
              <a:spcAft>
                <a:spcPct val="0"/>
              </a:spcAft>
            </a:pPr>
            <a:endParaRPr lang="en-SG">
              <a:solidFill>
                <a:prstClr val="white"/>
              </a:solidFill>
            </a:endParaRPr>
          </a:p>
        </p:txBody>
      </p:sp>
      <p:pic>
        <p:nvPicPr>
          <p:cNvPr id="14" name="Picture 7">
            <a:extLst>
              <a:ext uri="{FF2B5EF4-FFF2-40B4-BE49-F238E27FC236}">
                <a16:creationId xmlns:a16="http://schemas.microsoft.com/office/drawing/2014/main" id="{0D347471-B928-4112-A3B7-7591089D2ED3}"/>
              </a:ext>
            </a:extLst>
          </p:cNvPr>
          <p:cNvPicPr>
            <a:picLocks noChangeAspect="1" noChangeArrowheads="1"/>
          </p:cNvPicPr>
          <p:nvPr userDrawn="1"/>
        </p:nvPicPr>
        <p:blipFill>
          <a:blip r:embed="rId2">
            <a:extLst>
              <a:ext uri="{28A0092B-C50C-407E-A947-70E740481C1C}">
                <a14:useLocalDpi xmlns:a14="http://schemas.microsoft.com/office/drawing/2010/main"/>
              </a:ext>
            </a:extLst>
          </a:blip>
          <a:srcRect/>
          <a:stretch>
            <a:fillRect/>
          </a:stretch>
        </p:blipFill>
        <p:spPr bwMode="auto">
          <a:xfrm>
            <a:off x="539462" y="2158515"/>
            <a:ext cx="3173267" cy="11899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7" name="TextBox 16">
            <a:extLst>
              <a:ext uri="{FF2B5EF4-FFF2-40B4-BE49-F238E27FC236}">
                <a16:creationId xmlns:a16="http://schemas.microsoft.com/office/drawing/2014/main" id="{BDBDD774-C799-4B89-A9B2-280F767B7AD9}"/>
              </a:ext>
            </a:extLst>
          </p:cNvPr>
          <p:cNvSpPr txBox="1"/>
          <p:nvPr userDrawn="1"/>
        </p:nvSpPr>
        <p:spPr>
          <a:xfrm>
            <a:off x="0" y="6629249"/>
            <a:ext cx="12192000" cy="230832"/>
          </a:xfrm>
          <a:prstGeom prst="rect">
            <a:avLst/>
          </a:prstGeom>
          <a:noFill/>
        </p:spPr>
        <p:txBody>
          <a:bodyPr wrap="square" rtlCol="0">
            <a:spAutoFit/>
          </a:bodyPr>
          <a:lstStyle/>
          <a:p>
            <a:pPr algn="ctr"/>
            <a:r>
              <a:rPr lang="en-US" sz="900" i="1">
                <a:solidFill>
                  <a:schemeClr val="bg1"/>
                </a:solidFill>
                <a:latin typeface="Arial" panose="020B0604020202020204" pitchFamily="34" charset="0"/>
                <a:cs typeface="Arial" panose="020B0604020202020204" pitchFamily="34" charset="0"/>
              </a:rPr>
              <a:t>The information on this document is confidential and proprietary to CDSG. Do not copy or distribute this document.</a:t>
            </a:r>
          </a:p>
        </p:txBody>
      </p:sp>
    </p:spTree>
    <p:extLst>
      <p:ext uri="{BB962C8B-B14F-4D97-AF65-F5344CB8AC3E}">
        <p14:creationId xmlns:p14="http://schemas.microsoft.com/office/powerpoint/2010/main" val="15172393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Two Content">
    <p:bg>
      <p:bgPr>
        <a:solidFill>
          <a:schemeClr val="accent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E3C4130-7473-4328-9DB3-C3281C7D1F05}"/>
              </a:ext>
            </a:extLst>
          </p:cNvPr>
          <p:cNvSpPr/>
          <p:nvPr userDrawn="1"/>
        </p:nvSpPr>
        <p:spPr>
          <a:xfrm>
            <a:off x="0" y="6147547"/>
            <a:ext cx="12192000" cy="6858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0" fontAlgn="base" hangingPunct="0">
              <a:spcBef>
                <a:spcPct val="0"/>
              </a:spcBef>
              <a:spcAft>
                <a:spcPct val="0"/>
              </a:spcAft>
            </a:pPr>
            <a:endParaRPr lang="en-SG">
              <a:solidFill>
                <a:prstClr val="white"/>
              </a:solidFill>
            </a:endParaRPr>
          </a:p>
        </p:txBody>
      </p:sp>
      <p:sp>
        <p:nvSpPr>
          <p:cNvPr id="8" name="Rectangle 7">
            <a:extLst>
              <a:ext uri="{FF2B5EF4-FFF2-40B4-BE49-F238E27FC236}">
                <a16:creationId xmlns:a16="http://schemas.microsoft.com/office/drawing/2014/main" id="{D12D724A-26F3-49B6-9B01-1DED33C73C61}"/>
              </a:ext>
            </a:extLst>
          </p:cNvPr>
          <p:cNvSpPr/>
          <p:nvPr userDrawn="1"/>
        </p:nvSpPr>
        <p:spPr>
          <a:xfrm>
            <a:off x="0" y="5995147"/>
            <a:ext cx="12192000" cy="6858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0" fontAlgn="base" hangingPunct="0">
              <a:spcBef>
                <a:spcPct val="0"/>
              </a:spcBef>
              <a:spcAft>
                <a:spcPct val="0"/>
              </a:spcAft>
            </a:pPr>
            <a:endParaRPr lang="en-SG">
              <a:solidFill>
                <a:prstClr val="white"/>
              </a:solidFill>
            </a:endParaRPr>
          </a:p>
        </p:txBody>
      </p:sp>
      <p:pic>
        <p:nvPicPr>
          <p:cNvPr id="9" name="Picture 8">
            <a:extLst>
              <a:ext uri="{FF2B5EF4-FFF2-40B4-BE49-F238E27FC236}">
                <a16:creationId xmlns:a16="http://schemas.microsoft.com/office/drawing/2014/main" id="{4B9C6C64-80AF-412B-BDCC-C9B570CB105D}"/>
              </a:ext>
            </a:extLst>
          </p:cNvPr>
          <p:cNvPicPr>
            <a:picLocks noChangeAspect="1" noChangeArrowheads="1"/>
          </p:cNvPicPr>
          <p:nvPr userDrawn="1"/>
        </p:nvPicPr>
        <p:blipFill>
          <a:blip r:embed="rId2">
            <a:extLst>
              <a:ext uri="{28A0092B-C50C-407E-A947-70E740481C1C}">
                <a14:useLocalDpi xmlns:a14="http://schemas.microsoft.com/office/drawing/2010/main"/>
              </a:ext>
            </a:extLst>
          </a:blip>
          <a:srcRect/>
          <a:stretch>
            <a:fillRect/>
          </a:stretch>
        </p:blipFill>
        <p:spPr bwMode="auto">
          <a:xfrm>
            <a:off x="263237" y="6011718"/>
            <a:ext cx="1748750" cy="6557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Text Placeholder 11">
            <a:extLst>
              <a:ext uri="{FF2B5EF4-FFF2-40B4-BE49-F238E27FC236}">
                <a16:creationId xmlns:a16="http://schemas.microsoft.com/office/drawing/2014/main" id="{DE81DD9C-07D6-4C15-AFFE-0D6D655994AF}"/>
              </a:ext>
            </a:extLst>
          </p:cNvPr>
          <p:cNvSpPr>
            <a:spLocks noGrp="1"/>
          </p:cNvSpPr>
          <p:nvPr>
            <p:ph type="body" sz="quarter" idx="10"/>
          </p:nvPr>
        </p:nvSpPr>
        <p:spPr>
          <a:xfrm>
            <a:off x="508000" y="508000"/>
            <a:ext cx="7137400" cy="914400"/>
          </a:xfrm>
        </p:spPr>
        <p:txBody>
          <a:bodyPr/>
          <a:lstStyle>
            <a:lvl1pPr marL="0" indent="0">
              <a:buNone/>
              <a:defRPr sz="2800" b="1">
                <a:solidFill>
                  <a:schemeClr val="bg1"/>
                </a:solidFill>
                <a:latin typeface="Arial" panose="020B0604020202020204" pitchFamily="34" charset="0"/>
                <a:cs typeface="Arial" panose="020B0604020202020204" pitchFamily="34" charset="0"/>
              </a:defRPr>
            </a:lvl1pPr>
          </a:lstStyle>
          <a:p>
            <a:pPr lvl="0"/>
            <a:endParaRPr lang="en-US"/>
          </a:p>
        </p:txBody>
      </p:sp>
      <p:sp>
        <p:nvSpPr>
          <p:cNvPr id="3" name="TextBox 2">
            <a:extLst>
              <a:ext uri="{FF2B5EF4-FFF2-40B4-BE49-F238E27FC236}">
                <a16:creationId xmlns:a16="http://schemas.microsoft.com/office/drawing/2014/main" id="{94CA29E5-4CD2-456D-8C37-AEF850980098}"/>
              </a:ext>
            </a:extLst>
          </p:cNvPr>
          <p:cNvSpPr txBox="1"/>
          <p:nvPr userDrawn="1"/>
        </p:nvSpPr>
        <p:spPr>
          <a:xfrm>
            <a:off x="0" y="6629249"/>
            <a:ext cx="12192000" cy="230832"/>
          </a:xfrm>
          <a:prstGeom prst="rect">
            <a:avLst/>
          </a:prstGeom>
          <a:noFill/>
        </p:spPr>
        <p:txBody>
          <a:bodyPr wrap="square" rtlCol="0">
            <a:spAutoFit/>
          </a:bodyPr>
          <a:lstStyle/>
          <a:p>
            <a:pPr algn="ctr"/>
            <a:r>
              <a:rPr lang="en-US" sz="900" i="1">
                <a:solidFill>
                  <a:schemeClr val="bg1"/>
                </a:solidFill>
                <a:latin typeface="Arial" panose="020B0604020202020204" pitchFamily="34" charset="0"/>
                <a:cs typeface="Arial" panose="020B0604020202020204" pitchFamily="34" charset="0"/>
              </a:rPr>
              <a:t>The information on this document is confidential and proprietary to CDSG. Do not copy or distribute this document.</a:t>
            </a:r>
          </a:p>
        </p:txBody>
      </p:sp>
    </p:spTree>
    <p:extLst>
      <p:ext uri="{BB962C8B-B14F-4D97-AF65-F5344CB8AC3E}">
        <p14:creationId xmlns:p14="http://schemas.microsoft.com/office/powerpoint/2010/main" val="331974107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userDrawn="1">
  <p:cSld name="1_Blank">
    <p:spTree>
      <p:nvGrpSpPr>
        <p:cNvPr id="1" name=""/>
        <p:cNvGrpSpPr/>
        <p:nvPr/>
      </p:nvGrpSpPr>
      <p:grpSpPr>
        <a:xfrm>
          <a:off x="0" y="0"/>
          <a:ext cx="0" cy="0"/>
          <a:chOff x="0" y="0"/>
          <a:chExt cx="0" cy="0"/>
        </a:xfrm>
      </p:grpSpPr>
      <p:sp>
        <p:nvSpPr>
          <p:cNvPr id="5" name="Date Placeholder 4"/>
          <p:cNvSpPr>
            <a:spLocks noGrp="1"/>
          </p:cNvSpPr>
          <p:nvPr>
            <p:ph type="dt" sz="half" idx="10"/>
          </p:nvPr>
        </p:nvSpPr>
        <p:spPr/>
        <p:txBody>
          <a:bodyPr/>
          <a:lstStyle/>
          <a:p>
            <a:fld id="{A1CDCD78-8B7B-4976-8AE0-648AF1DF3CEB}" type="datetime1">
              <a:rPr lang="en-US" smtClean="0"/>
              <a:t>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3288B1A-0894-4E52-95D8-2AC74CBED725}" type="slidenum">
              <a:rPr lang="en-US" smtClean="0"/>
              <a:t>‹#›</a:t>
            </a:fld>
            <a:endParaRPr lang="en-US"/>
          </a:p>
        </p:txBody>
      </p:sp>
      <p:pic>
        <p:nvPicPr>
          <p:cNvPr id="8" name="Picture 7">
            <a:extLst>
              <a:ext uri="{FF2B5EF4-FFF2-40B4-BE49-F238E27FC236}">
                <a16:creationId xmlns:a16="http://schemas.microsoft.com/office/drawing/2014/main" id="{6E5A1445-8CA7-4094-8A1D-DA20D230DC40}"/>
              </a:ext>
            </a:extLst>
          </p:cNvPr>
          <p:cNvPicPr>
            <a:picLocks noChangeAspect="1"/>
          </p:cNvPicPr>
          <p:nvPr userDrawn="1"/>
        </p:nvPicPr>
        <p:blipFill>
          <a:blip r:embed="rId2"/>
          <a:stretch>
            <a:fillRect/>
          </a:stretch>
        </p:blipFill>
        <p:spPr>
          <a:xfrm>
            <a:off x="10505838" y="-2643"/>
            <a:ext cx="1686161" cy="733528"/>
          </a:xfrm>
          <a:prstGeom prst="rect">
            <a:avLst/>
          </a:prstGeom>
        </p:spPr>
      </p:pic>
      <p:sp>
        <p:nvSpPr>
          <p:cNvPr id="9" name="Text Placeholder 2">
            <a:extLst>
              <a:ext uri="{FF2B5EF4-FFF2-40B4-BE49-F238E27FC236}">
                <a16:creationId xmlns:a16="http://schemas.microsoft.com/office/drawing/2014/main" id="{8A781350-F6E0-498B-8852-5718643728AE}"/>
              </a:ext>
            </a:extLst>
          </p:cNvPr>
          <p:cNvSpPr>
            <a:spLocks noGrp="1"/>
          </p:cNvSpPr>
          <p:nvPr>
            <p:ph type="body" idx="1"/>
          </p:nvPr>
        </p:nvSpPr>
        <p:spPr>
          <a:xfrm>
            <a:off x="81002" y="136525"/>
            <a:ext cx="10226779" cy="465975"/>
          </a:xfrm>
        </p:spPr>
        <p:txBody>
          <a:bodyPr anchor="b">
            <a:normAutofit/>
          </a:bodyPr>
          <a:lstStyle>
            <a:lvl1pPr marL="0" indent="0">
              <a:spcBef>
                <a:spcPts val="0"/>
              </a:spcBef>
              <a:buNone/>
              <a:defRPr sz="2000" b="1">
                <a:solidFill>
                  <a:schemeClr val="tx1">
                    <a:lumMod val="65000"/>
                    <a:lumOff val="3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Rectangle 9">
            <a:extLst>
              <a:ext uri="{FF2B5EF4-FFF2-40B4-BE49-F238E27FC236}">
                <a16:creationId xmlns:a16="http://schemas.microsoft.com/office/drawing/2014/main" id="{8A9EBFB5-A964-42F9-B79F-978885BFC2B4}"/>
              </a:ext>
            </a:extLst>
          </p:cNvPr>
          <p:cNvSpPr/>
          <p:nvPr userDrawn="1"/>
        </p:nvSpPr>
        <p:spPr>
          <a:xfrm>
            <a:off x="81001" y="602501"/>
            <a:ext cx="10226779" cy="201064"/>
          </a:xfrm>
          <a:prstGeom prst="rect">
            <a:avLst/>
          </a:prstGeom>
          <a:solidFill>
            <a:srgbClr val="4472C4"/>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196515263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1.jpeg"/><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260392" y="90127"/>
            <a:ext cx="11657086" cy="5085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260392" y="695618"/>
            <a:ext cx="11657086" cy="54990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eaLnBrk="1" hangingPunct="1">
              <a:defRPr sz="1200">
                <a:solidFill>
                  <a:schemeClr val="tx1">
                    <a:tint val="75000"/>
                  </a:schemeClr>
                </a:solidFill>
                <a:latin typeface="Aptos" panose="020B0004020202020204" pitchFamily="34" charset="0"/>
                <a:cs typeface="Arial" charset="0"/>
              </a:defRPr>
            </a:lvl1pPr>
          </a:lstStyle>
          <a:p>
            <a:pPr fontAlgn="base">
              <a:spcBef>
                <a:spcPct val="0"/>
              </a:spcBef>
              <a:spcAft>
                <a:spcPct val="0"/>
              </a:spcAft>
              <a:defRPr/>
            </a:pPr>
            <a:fld id="{9F8D69B2-525F-4B3D-93C2-BAAB7414FB32}" type="datetime1">
              <a:rPr lang="en-US" smtClean="0">
                <a:solidFill>
                  <a:prstClr val="black">
                    <a:tint val="75000"/>
                  </a:prstClr>
                </a:solidFill>
              </a:rPr>
              <a:pPr fontAlgn="base">
                <a:spcBef>
                  <a:spcPct val="0"/>
                </a:spcBef>
                <a:spcAft>
                  <a:spcPct val="0"/>
                </a:spcAft>
                <a:defRPr/>
              </a:pPr>
              <a:t>1/6/2026</a:t>
            </a:fld>
            <a:endParaRPr lang="en-US">
              <a:solidFill>
                <a:prstClr val="black">
                  <a:tint val="75000"/>
                </a:prstClr>
              </a:solidFill>
            </a:endParaRPr>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eaLnBrk="1" hangingPunct="1">
              <a:defRPr sz="1200" dirty="0">
                <a:solidFill>
                  <a:schemeClr val="tx1">
                    <a:tint val="75000"/>
                  </a:schemeClr>
                </a:solidFill>
                <a:latin typeface="Aptos" panose="020B0004020202020204" pitchFamily="34" charset="0"/>
                <a:cs typeface="Arial" charset="0"/>
              </a:defRPr>
            </a:lvl1pPr>
          </a:lstStyle>
          <a:p>
            <a:pPr fontAlgn="base">
              <a:spcBef>
                <a:spcPct val="0"/>
              </a:spcBef>
              <a:spcAft>
                <a:spcPct val="0"/>
              </a:spcAft>
              <a:defRPr/>
            </a:pPr>
            <a:endParaRPr lang="en-US">
              <a:solidFill>
                <a:prstClr val="black">
                  <a:tint val="75000"/>
                </a:prstClr>
              </a:solidFill>
            </a:endParaRPr>
          </a:p>
        </p:txBody>
      </p:sp>
      <p:sp>
        <p:nvSpPr>
          <p:cNvPr id="9" name="Rectangle 8"/>
          <p:cNvSpPr/>
          <p:nvPr userDrawn="1"/>
        </p:nvSpPr>
        <p:spPr>
          <a:xfrm>
            <a:off x="0" y="6408288"/>
            <a:ext cx="12192000" cy="248443"/>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0" fontAlgn="base" hangingPunct="0">
              <a:spcBef>
                <a:spcPct val="0"/>
              </a:spcBef>
              <a:spcAft>
                <a:spcPct val="0"/>
              </a:spcAft>
            </a:pPr>
            <a:endParaRPr lang="en-SG" sz="1800">
              <a:solidFill>
                <a:prstClr val="white"/>
              </a:solidFill>
              <a:latin typeface="Aptos" panose="020B0004020202020204" pitchFamily="34" charset="0"/>
            </a:endParaRPr>
          </a:p>
        </p:txBody>
      </p:sp>
      <p:sp>
        <p:nvSpPr>
          <p:cNvPr id="6" name="Slide Number Placeholder 5"/>
          <p:cNvSpPr>
            <a:spLocks noGrp="1"/>
          </p:cNvSpPr>
          <p:nvPr>
            <p:ph type="sldNum" sz="quarter" idx="4"/>
          </p:nvPr>
        </p:nvSpPr>
        <p:spPr>
          <a:xfrm>
            <a:off x="9144000" y="6356351"/>
            <a:ext cx="2844800" cy="365125"/>
          </a:xfrm>
          <a:prstGeom prst="rect">
            <a:avLst/>
          </a:prstGeom>
        </p:spPr>
        <p:txBody>
          <a:bodyPr vert="horz" wrap="square" lIns="91440" tIns="45720" rIns="91440" bIns="45720" numCol="1" anchor="ctr" anchorCtr="0" compatLnSpc="1">
            <a:prstTxWarp prst="textNoShape">
              <a:avLst/>
            </a:prstTxWarp>
          </a:bodyPr>
          <a:lstStyle>
            <a:lvl1pPr algn="r" eaLnBrk="1" hangingPunct="1">
              <a:defRPr sz="1200">
                <a:solidFill>
                  <a:schemeClr val="bg1">
                    <a:lumMod val="50000"/>
                  </a:schemeClr>
                </a:solidFill>
                <a:latin typeface="Aptos" panose="020B0004020202020204" pitchFamily="34" charset="0"/>
              </a:defRPr>
            </a:lvl1pPr>
          </a:lstStyle>
          <a:p>
            <a:pPr fontAlgn="base">
              <a:spcBef>
                <a:spcPct val="0"/>
              </a:spcBef>
              <a:spcAft>
                <a:spcPct val="0"/>
              </a:spcAft>
              <a:defRPr/>
            </a:pPr>
            <a:fld id="{12769493-3986-45F8-8FCB-9328DFEE46FF}" type="slidenum">
              <a:rPr lang="en-US" smtClean="0">
                <a:solidFill>
                  <a:prstClr val="white">
                    <a:lumMod val="50000"/>
                  </a:prstClr>
                </a:solidFill>
                <a:cs typeface="Arial" panose="020B0604020202020204" pitchFamily="34" charset="0"/>
              </a:rPr>
              <a:pPr fontAlgn="base">
                <a:spcBef>
                  <a:spcPct val="0"/>
                </a:spcBef>
                <a:spcAft>
                  <a:spcPct val="0"/>
                </a:spcAft>
                <a:defRPr/>
              </a:pPr>
              <a:t>‹#›</a:t>
            </a:fld>
            <a:endParaRPr lang="en-US">
              <a:solidFill>
                <a:prstClr val="white">
                  <a:lumMod val="50000"/>
                </a:prstClr>
              </a:solidFill>
              <a:cs typeface="Arial" panose="020B0604020202020204" pitchFamily="34" charset="0"/>
            </a:endParaRPr>
          </a:p>
        </p:txBody>
      </p:sp>
      <p:pic>
        <p:nvPicPr>
          <p:cNvPr id="2" name="Picture 1">
            <a:extLst>
              <a:ext uri="{FF2B5EF4-FFF2-40B4-BE49-F238E27FC236}">
                <a16:creationId xmlns:a16="http://schemas.microsoft.com/office/drawing/2014/main" id="{21CC0ADF-48E4-418A-A013-832BC4C38D06}"/>
              </a:ext>
            </a:extLst>
          </p:cNvPr>
          <p:cNvPicPr>
            <a:picLocks noChangeAspect="1" noChangeArrowheads="1"/>
          </p:cNvPicPr>
          <p:nvPr userDrawn="1"/>
        </p:nvPicPr>
        <p:blipFill>
          <a:blip r:embed="rId6">
            <a:extLst>
              <a:ext uri="{28A0092B-C50C-407E-A947-70E740481C1C}">
                <a14:useLocalDpi xmlns:a14="http://schemas.microsoft.com/office/drawing/2010/main"/>
              </a:ext>
            </a:extLst>
          </a:blip>
          <a:srcRect/>
          <a:stretch>
            <a:fillRect/>
          </a:stretch>
        </p:blipFill>
        <p:spPr bwMode="auto">
          <a:xfrm>
            <a:off x="320387" y="6259368"/>
            <a:ext cx="1356013" cy="5085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TextBox 2">
            <a:extLst>
              <a:ext uri="{FF2B5EF4-FFF2-40B4-BE49-F238E27FC236}">
                <a16:creationId xmlns:a16="http://schemas.microsoft.com/office/drawing/2014/main" id="{30EFCD6E-A29E-4E94-8D63-F18873FB12A3}"/>
              </a:ext>
            </a:extLst>
          </p:cNvPr>
          <p:cNvSpPr txBox="1"/>
          <p:nvPr userDrawn="1"/>
        </p:nvSpPr>
        <p:spPr>
          <a:xfrm>
            <a:off x="0" y="6629249"/>
            <a:ext cx="12192000" cy="230832"/>
          </a:xfrm>
          <a:prstGeom prst="rect">
            <a:avLst/>
          </a:prstGeom>
          <a:noFill/>
        </p:spPr>
        <p:txBody>
          <a:bodyPr wrap="square" rtlCol="0">
            <a:spAutoFit/>
          </a:bodyPr>
          <a:lstStyle/>
          <a:p>
            <a:pPr algn="ctr"/>
            <a:r>
              <a:rPr lang="en-US" sz="900" i="1">
                <a:solidFill>
                  <a:schemeClr val="tx1">
                    <a:lumMod val="50000"/>
                    <a:lumOff val="50000"/>
                  </a:schemeClr>
                </a:solidFill>
                <a:latin typeface="Aptos" panose="020B0004020202020204" pitchFamily="34" charset="0"/>
                <a:cs typeface="Arial" panose="020B0604020202020204" pitchFamily="34" charset="0"/>
              </a:rPr>
              <a:t>The information on this document is confidential and proprietary to CDSG. Do not copy or distribute this document.</a:t>
            </a:r>
          </a:p>
        </p:txBody>
      </p:sp>
    </p:spTree>
    <p:extLst>
      <p:ext uri="{BB962C8B-B14F-4D97-AF65-F5344CB8AC3E}">
        <p14:creationId xmlns:p14="http://schemas.microsoft.com/office/powerpoint/2010/main" val="1892677854"/>
      </p:ext>
    </p:extLst>
  </p:cSld>
  <p:clrMap bg1="lt1" tx1="dk1" bg2="lt2" tx2="dk2" accent1="accent1" accent2="accent2" accent3="accent3" accent4="accent4" accent5="accent5" accent6="accent6" hlink="hlink" folHlink="folHlink"/>
  <p:sldLayoutIdLst>
    <p:sldLayoutId id="2147483679" r:id="rId1"/>
    <p:sldLayoutId id="2147483662" r:id="rId2"/>
    <p:sldLayoutId id="2147483663" r:id="rId3"/>
    <p:sldLayoutId id="2147483682" r:id="rId4"/>
  </p:sldLayoutIdLst>
  <p:hf hdr="0" ftr="0" dt="0"/>
  <p:txStyles>
    <p:titleStyle>
      <a:lvl1pPr algn="l" rtl="0" eaLnBrk="0" fontAlgn="base" hangingPunct="0">
        <a:spcBef>
          <a:spcPct val="0"/>
        </a:spcBef>
        <a:spcAft>
          <a:spcPct val="0"/>
        </a:spcAft>
        <a:defRPr sz="2800" kern="1200">
          <a:solidFill>
            <a:schemeClr val="tx1"/>
          </a:solidFill>
          <a:latin typeface="Aptos" panose="020B0004020202020204" pitchFamily="34" charset="0"/>
          <a:ea typeface="+mj-ea"/>
          <a:cs typeface="Arial" pitchFamily="34" charset="0"/>
        </a:defRPr>
      </a:lvl1pPr>
      <a:lvl2pPr algn="ctr" rtl="0" eaLnBrk="0" fontAlgn="base" hangingPunct="0">
        <a:spcBef>
          <a:spcPct val="0"/>
        </a:spcBef>
        <a:spcAft>
          <a:spcPct val="0"/>
        </a:spcAft>
        <a:defRPr sz="4400">
          <a:solidFill>
            <a:schemeClr val="tx1"/>
          </a:solidFill>
          <a:latin typeface="Calibri" pitchFamily="34" charset="0"/>
        </a:defRPr>
      </a:lvl2pPr>
      <a:lvl3pPr algn="ctr" rtl="0" eaLnBrk="0" fontAlgn="base" hangingPunct="0">
        <a:spcBef>
          <a:spcPct val="0"/>
        </a:spcBef>
        <a:spcAft>
          <a:spcPct val="0"/>
        </a:spcAft>
        <a:defRPr sz="4400">
          <a:solidFill>
            <a:schemeClr val="tx1"/>
          </a:solidFill>
          <a:latin typeface="Calibri" pitchFamily="34" charset="0"/>
        </a:defRPr>
      </a:lvl3pPr>
      <a:lvl4pPr algn="ctr" rtl="0" eaLnBrk="0" fontAlgn="base" hangingPunct="0">
        <a:spcBef>
          <a:spcPct val="0"/>
        </a:spcBef>
        <a:spcAft>
          <a:spcPct val="0"/>
        </a:spcAft>
        <a:defRPr sz="4400">
          <a:solidFill>
            <a:schemeClr val="tx1"/>
          </a:solidFill>
          <a:latin typeface="Calibri" pitchFamily="34" charset="0"/>
        </a:defRPr>
      </a:lvl4pPr>
      <a:lvl5pPr algn="ctr" rtl="0" eaLnBrk="0" fontAlgn="base" hangingPunct="0">
        <a:spcBef>
          <a:spcPct val="0"/>
        </a:spcBef>
        <a:spcAft>
          <a:spcPct val="0"/>
        </a:spcAft>
        <a:defRPr sz="4400">
          <a:solidFill>
            <a:schemeClr val="tx1"/>
          </a:solidFill>
          <a:latin typeface="Calibri" pitchFamily="34" charset="0"/>
        </a:defRPr>
      </a:lvl5pPr>
      <a:lvl6pPr marL="457200" algn="ctr" rtl="0" fontAlgn="base">
        <a:spcBef>
          <a:spcPct val="0"/>
        </a:spcBef>
        <a:spcAft>
          <a:spcPct val="0"/>
        </a:spcAft>
        <a:defRPr sz="4400">
          <a:solidFill>
            <a:schemeClr val="tx1"/>
          </a:solidFill>
          <a:latin typeface="Calibri" pitchFamily="34" charset="0"/>
        </a:defRPr>
      </a:lvl6pPr>
      <a:lvl7pPr marL="914400" algn="ctr" rtl="0" fontAlgn="base">
        <a:spcBef>
          <a:spcPct val="0"/>
        </a:spcBef>
        <a:spcAft>
          <a:spcPct val="0"/>
        </a:spcAft>
        <a:defRPr sz="4400">
          <a:solidFill>
            <a:schemeClr val="tx1"/>
          </a:solidFill>
          <a:latin typeface="Calibri" pitchFamily="34" charset="0"/>
        </a:defRPr>
      </a:lvl7pPr>
      <a:lvl8pPr marL="1371600" algn="ctr" rtl="0" fontAlgn="base">
        <a:spcBef>
          <a:spcPct val="0"/>
        </a:spcBef>
        <a:spcAft>
          <a:spcPct val="0"/>
        </a:spcAft>
        <a:defRPr sz="4400">
          <a:solidFill>
            <a:schemeClr val="tx1"/>
          </a:solidFill>
          <a:latin typeface="Calibri" pitchFamily="34" charset="0"/>
        </a:defRPr>
      </a:lvl8pPr>
      <a:lvl9pPr marL="1828800" algn="ctr" rtl="0" fontAlgn="base">
        <a:spcBef>
          <a:spcPct val="0"/>
        </a:spcBef>
        <a:spcAft>
          <a:spcPct val="0"/>
        </a:spcAft>
        <a:defRPr sz="4400">
          <a:solidFill>
            <a:schemeClr val="tx1"/>
          </a:solidFill>
          <a:latin typeface="Calibri" pitchFamily="34" charset="0"/>
        </a:defRPr>
      </a:lvl9pPr>
    </p:titleStyle>
    <p:bodyStyle>
      <a:lvl1pPr marL="342900" indent="-342900" algn="l" rtl="0" eaLnBrk="0" fontAlgn="base" hangingPunct="0">
        <a:spcBef>
          <a:spcPct val="20000"/>
        </a:spcBef>
        <a:spcAft>
          <a:spcPct val="0"/>
        </a:spcAft>
        <a:buFont typeface="Arial" panose="020B0604020202020204" pitchFamily="34" charset="0"/>
        <a:buChar char="•"/>
        <a:defRPr sz="2000" b="1" kern="1200">
          <a:solidFill>
            <a:schemeClr val="tx1"/>
          </a:solidFill>
          <a:latin typeface="Aptos" panose="020B0004020202020204" pitchFamily="34" charset="0"/>
          <a:ea typeface="+mn-ea"/>
          <a:cs typeface="Arial" pitchFamily="34" charset="0"/>
        </a:defRPr>
      </a:lvl1pPr>
      <a:lvl2pPr marL="800100" indent="-342900" algn="l" rtl="0" eaLnBrk="0" fontAlgn="base" hangingPunct="0">
        <a:spcBef>
          <a:spcPct val="20000"/>
        </a:spcBef>
        <a:spcAft>
          <a:spcPct val="0"/>
        </a:spcAft>
        <a:buFont typeface="Arial" panose="020B0604020202020204" pitchFamily="34" charset="0"/>
        <a:buChar char="•"/>
        <a:defRPr sz="2000" kern="1200">
          <a:solidFill>
            <a:schemeClr val="tx1"/>
          </a:solidFill>
          <a:latin typeface="Aptos" panose="020B0004020202020204"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ptos" panose="020B0004020202020204"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89CF22F-5AA4-B171-99C4-50EE2DCE24BE}"/>
              </a:ext>
            </a:extLst>
          </p:cNvPr>
          <p:cNvSpPr>
            <a:spLocks noGrp="1"/>
          </p:cNvSpPr>
          <p:nvPr>
            <p:ph type="body" sz="quarter" idx="10"/>
          </p:nvPr>
        </p:nvSpPr>
        <p:spPr>
          <a:xfrm>
            <a:off x="1647568" y="1581665"/>
            <a:ext cx="8491043" cy="1705232"/>
          </a:xfrm>
        </p:spPr>
        <p:txBody>
          <a:bodyPr/>
          <a:lstStyle/>
          <a:p>
            <a:pPr algn="ctr"/>
            <a:r>
              <a:rPr lang="en-GB" sz="3600" dirty="0">
                <a:latin typeface="Aptos Narrow" panose="020B0004020202020204" pitchFamily="34" charset="0"/>
              </a:rPr>
              <a:t>ABC Project</a:t>
            </a:r>
          </a:p>
          <a:p>
            <a:pPr algn="ctr"/>
            <a:r>
              <a:rPr lang="en-GB" sz="3600" b="0" dirty="0">
                <a:latin typeface="Aptos Narrow" panose="020B0004020202020204" pitchFamily="34" charset="0"/>
              </a:rPr>
              <a:t>Solution Architecture Proposal</a:t>
            </a:r>
          </a:p>
          <a:p>
            <a:pPr algn="ctr"/>
            <a:endParaRPr lang="en-GB" sz="3600" b="0" dirty="0">
              <a:latin typeface="Aptos Narrow" panose="020B0004020202020204" pitchFamily="34" charset="0"/>
            </a:endParaRPr>
          </a:p>
          <a:p>
            <a:pPr algn="ctr"/>
            <a:endParaRPr lang="en-GB" sz="3600" b="0" dirty="0">
              <a:latin typeface="Aptos Narrow" panose="020B0004020202020204" pitchFamily="34" charset="0"/>
            </a:endParaRPr>
          </a:p>
        </p:txBody>
      </p:sp>
      <p:sp>
        <p:nvSpPr>
          <p:cNvPr id="4" name="TextBox 3">
            <a:extLst>
              <a:ext uri="{FF2B5EF4-FFF2-40B4-BE49-F238E27FC236}">
                <a16:creationId xmlns:a16="http://schemas.microsoft.com/office/drawing/2014/main" id="{DC6C52E4-7A16-A6FD-0E8E-5DB151B24147}"/>
              </a:ext>
            </a:extLst>
          </p:cNvPr>
          <p:cNvSpPr txBox="1"/>
          <p:nvPr/>
        </p:nvSpPr>
        <p:spPr>
          <a:xfrm>
            <a:off x="9827741" y="5272219"/>
            <a:ext cx="2195285" cy="646331"/>
          </a:xfrm>
          <a:prstGeom prst="rect">
            <a:avLst/>
          </a:prstGeom>
          <a:noFill/>
        </p:spPr>
        <p:txBody>
          <a:bodyPr wrap="square" rtlCol="0">
            <a:spAutoFit/>
          </a:bodyPr>
          <a:lstStyle/>
          <a:p>
            <a:r>
              <a:rPr lang="en-US" dirty="0">
                <a:solidFill>
                  <a:schemeClr val="bg1"/>
                </a:solidFill>
              </a:rPr>
              <a:t>Solution Architect</a:t>
            </a:r>
          </a:p>
          <a:p>
            <a:r>
              <a:rPr lang="en-US" dirty="0">
                <a:solidFill>
                  <a:schemeClr val="bg1"/>
                </a:solidFill>
              </a:rPr>
              <a:t>Date</a:t>
            </a:r>
          </a:p>
        </p:txBody>
      </p:sp>
    </p:spTree>
    <p:extLst>
      <p:ext uri="{BB962C8B-B14F-4D97-AF65-F5344CB8AC3E}">
        <p14:creationId xmlns:p14="http://schemas.microsoft.com/office/powerpoint/2010/main" val="30881628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EAFEB63-53AA-830E-7FB7-37CB890CDED1}"/>
              </a:ext>
            </a:extLst>
          </p:cNvPr>
          <p:cNvSpPr>
            <a:spLocks noGrp="1"/>
          </p:cNvSpPr>
          <p:nvPr>
            <p:ph type="sldNum" sz="quarter" idx="12"/>
          </p:nvPr>
        </p:nvSpPr>
        <p:spPr/>
        <p:txBody>
          <a:bodyPr/>
          <a:lstStyle/>
          <a:p>
            <a:fld id="{93288B1A-0894-4E52-95D8-2AC74CBED725}" type="slidenum">
              <a:rPr lang="en-US" smtClean="0"/>
              <a:t>2</a:t>
            </a:fld>
            <a:endParaRPr lang="en-US"/>
          </a:p>
        </p:txBody>
      </p:sp>
      <p:sp>
        <p:nvSpPr>
          <p:cNvPr id="3" name="Text Placeholder 2">
            <a:extLst>
              <a:ext uri="{FF2B5EF4-FFF2-40B4-BE49-F238E27FC236}">
                <a16:creationId xmlns:a16="http://schemas.microsoft.com/office/drawing/2014/main" id="{98A3D199-E19C-0DAE-7DFD-CE93861118C8}"/>
              </a:ext>
            </a:extLst>
          </p:cNvPr>
          <p:cNvSpPr>
            <a:spLocks noGrp="1"/>
          </p:cNvSpPr>
          <p:nvPr>
            <p:ph type="body" idx="1"/>
          </p:nvPr>
        </p:nvSpPr>
        <p:spPr/>
        <p:txBody>
          <a:bodyPr/>
          <a:lstStyle/>
          <a:p>
            <a:r>
              <a:rPr lang="en-US" dirty="0"/>
              <a:t>Executive Summary</a:t>
            </a:r>
          </a:p>
        </p:txBody>
      </p:sp>
      <p:sp>
        <p:nvSpPr>
          <p:cNvPr id="5" name="TextBox 4">
            <a:extLst>
              <a:ext uri="{FF2B5EF4-FFF2-40B4-BE49-F238E27FC236}">
                <a16:creationId xmlns:a16="http://schemas.microsoft.com/office/drawing/2014/main" id="{D3771C60-1D3F-DE00-5BFB-A54ED1175548}"/>
              </a:ext>
            </a:extLst>
          </p:cNvPr>
          <p:cNvSpPr txBox="1"/>
          <p:nvPr/>
        </p:nvSpPr>
        <p:spPr>
          <a:xfrm>
            <a:off x="140043" y="1029730"/>
            <a:ext cx="9003957" cy="1351588"/>
          </a:xfrm>
          <a:prstGeom prst="rect">
            <a:avLst/>
          </a:prstGeom>
          <a:noFill/>
        </p:spPr>
        <p:txBody>
          <a:bodyPr wrap="square">
            <a:spAutoFit/>
          </a:bodyPr>
          <a:lstStyle/>
          <a:p>
            <a:pPr>
              <a:lnSpc>
                <a:spcPct val="150000"/>
              </a:lnSpc>
            </a:pPr>
            <a:r>
              <a:rPr lang="en-US" sz="1400" dirty="0"/>
              <a:t>Describe the summary of the solution proposal, including the overall scope of architecture covered in this document. Highlight the key design decisions taken during the solution analysis. Include other important considerations such as regulatory requirements, architectural constraints, integration needs, security considerations, and any dependencies that may impact the design.</a:t>
            </a:r>
          </a:p>
        </p:txBody>
      </p:sp>
    </p:spTree>
    <p:extLst>
      <p:ext uri="{BB962C8B-B14F-4D97-AF65-F5344CB8AC3E}">
        <p14:creationId xmlns:p14="http://schemas.microsoft.com/office/powerpoint/2010/main" val="162334378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4829482-12A2-CA82-7477-896C25456FC9}"/>
              </a:ext>
            </a:extLst>
          </p:cNvPr>
          <p:cNvSpPr>
            <a:spLocks noGrp="1"/>
          </p:cNvSpPr>
          <p:nvPr>
            <p:ph type="sldNum" sz="quarter" idx="12"/>
          </p:nvPr>
        </p:nvSpPr>
        <p:spPr/>
        <p:txBody>
          <a:bodyPr/>
          <a:lstStyle/>
          <a:p>
            <a:fld id="{93288B1A-0894-4E52-95D8-2AC74CBED725}" type="slidenum">
              <a:rPr lang="en-US" smtClean="0"/>
              <a:t>3</a:t>
            </a:fld>
            <a:endParaRPr lang="en-US"/>
          </a:p>
        </p:txBody>
      </p:sp>
      <p:sp>
        <p:nvSpPr>
          <p:cNvPr id="3" name="Text Placeholder 2">
            <a:extLst>
              <a:ext uri="{FF2B5EF4-FFF2-40B4-BE49-F238E27FC236}">
                <a16:creationId xmlns:a16="http://schemas.microsoft.com/office/drawing/2014/main" id="{D7528F96-2813-B2FF-27CB-B48BDCF5FB8F}"/>
              </a:ext>
            </a:extLst>
          </p:cNvPr>
          <p:cNvSpPr>
            <a:spLocks noGrp="1"/>
          </p:cNvSpPr>
          <p:nvPr>
            <p:ph type="body" idx="1"/>
          </p:nvPr>
        </p:nvSpPr>
        <p:spPr/>
        <p:txBody>
          <a:bodyPr/>
          <a:lstStyle/>
          <a:p>
            <a:r>
              <a:rPr lang="en-US" dirty="0"/>
              <a:t>Objectives </a:t>
            </a:r>
          </a:p>
        </p:txBody>
      </p:sp>
      <p:sp>
        <p:nvSpPr>
          <p:cNvPr id="6" name="TextBox 5">
            <a:extLst>
              <a:ext uri="{FF2B5EF4-FFF2-40B4-BE49-F238E27FC236}">
                <a16:creationId xmlns:a16="http://schemas.microsoft.com/office/drawing/2014/main" id="{EF4BA4C9-E752-8EAC-898A-F5518684F3C0}"/>
              </a:ext>
            </a:extLst>
          </p:cNvPr>
          <p:cNvSpPr txBox="1"/>
          <p:nvPr/>
        </p:nvSpPr>
        <p:spPr>
          <a:xfrm>
            <a:off x="81002" y="1013255"/>
            <a:ext cx="9062998" cy="705258"/>
          </a:xfrm>
          <a:prstGeom prst="rect">
            <a:avLst/>
          </a:prstGeom>
          <a:noFill/>
        </p:spPr>
        <p:txBody>
          <a:bodyPr wrap="square">
            <a:spAutoFit/>
          </a:bodyPr>
          <a:lstStyle/>
          <a:p>
            <a:pPr>
              <a:lnSpc>
                <a:spcPct val="150000"/>
              </a:lnSpc>
            </a:pPr>
            <a:r>
              <a:rPr lang="en-US" sz="1400" dirty="0"/>
              <a:t>Describe the key goals that the proposed solution aims to achieve, focusing on business needs, regulatory requirements, and architectural improvements.</a:t>
            </a:r>
          </a:p>
        </p:txBody>
      </p:sp>
    </p:spTree>
    <p:extLst>
      <p:ext uri="{BB962C8B-B14F-4D97-AF65-F5344CB8AC3E}">
        <p14:creationId xmlns:p14="http://schemas.microsoft.com/office/powerpoint/2010/main" val="97653721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00F5CF6-2FC2-DAA9-FFF3-85FDAEDC377C}"/>
              </a:ext>
            </a:extLst>
          </p:cNvPr>
          <p:cNvSpPr>
            <a:spLocks noGrp="1"/>
          </p:cNvSpPr>
          <p:nvPr>
            <p:ph type="sldNum" sz="quarter" idx="12"/>
          </p:nvPr>
        </p:nvSpPr>
        <p:spPr/>
        <p:txBody>
          <a:bodyPr/>
          <a:lstStyle/>
          <a:p>
            <a:fld id="{93288B1A-0894-4E52-95D8-2AC74CBED725}" type="slidenum">
              <a:rPr lang="en-US" smtClean="0"/>
              <a:t>4</a:t>
            </a:fld>
            <a:endParaRPr lang="en-US"/>
          </a:p>
        </p:txBody>
      </p:sp>
      <p:sp>
        <p:nvSpPr>
          <p:cNvPr id="3" name="Text Placeholder 2">
            <a:extLst>
              <a:ext uri="{FF2B5EF4-FFF2-40B4-BE49-F238E27FC236}">
                <a16:creationId xmlns:a16="http://schemas.microsoft.com/office/drawing/2014/main" id="{18BF5E4B-B356-09D4-A2FB-5CF5B996F068}"/>
              </a:ext>
            </a:extLst>
          </p:cNvPr>
          <p:cNvSpPr>
            <a:spLocks noGrp="1"/>
          </p:cNvSpPr>
          <p:nvPr>
            <p:ph type="body" idx="1"/>
          </p:nvPr>
        </p:nvSpPr>
        <p:spPr/>
        <p:txBody>
          <a:bodyPr/>
          <a:lstStyle/>
          <a:p>
            <a:r>
              <a:rPr lang="en-US" dirty="0"/>
              <a:t>Design Principles</a:t>
            </a:r>
          </a:p>
        </p:txBody>
      </p:sp>
      <p:graphicFrame>
        <p:nvGraphicFramePr>
          <p:cNvPr id="4" name="Table 4">
            <a:extLst>
              <a:ext uri="{FF2B5EF4-FFF2-40B4-BE49-F238E27FC236}">
                <a16:creationId xmlns:a16="http://schemas.microsoft.com/office/drawing/2014/main" id="{7DAAC8F7-9035-8E1E-2CD1-C78762AA6E00}"/>
              </a:ext>
            </a:extLst>
          </p:cNvPr>
          <p:cNvGraphicFramePr>
            <a:graphicFrameLocks noGrp="1"/>
          </p:cNvGraphicFramePr>
          <p:nvPr>
            <p:extLst>
              <p:ext uri="{D42A27DB-BD31-4B8C-83A1-F6EECF244321}">
                <p14:modId xmlns:p14="http://schemas.microsoft.com/office/powerpoint/2010/main" val="3015781225"/>
              </p:ext>
            </p:extLst>
          </p:nvPr>
        </p:nvGraphicFramePr>
        <p:xfrm>
          <a:off x="203201" y="1925136"/>
          <a:ext cx="10104580" cy="2118360"/>
        </p:xfrm>
        <a:graphic>
          <a:graphicData uri="http://schemas.openxmlformats.org/drawingml/2006/table">
            <a:tbl>
              <a:tblPr firstRow="1" bandRow="1">
                <a:tableStyleId>{5C22544A-7EE6-4342-B048-85BDC9FD1C3A}</a:tableStyleId>
              </a:tblPr>
              <a:tblGrid>
                <a:gridCol w="2817594">
                  <a:extLst>
                    <a:ext uri="{9D8B030D-6E8A-4147-A177-3AD203B41FA5}">
                      <a16:colId xmlns:a16="http://schemas.microsoft.com/office/drawing/2014/main" val="3117481561"/>
                    </a:ext>
                  </a:extLst>
                </a:gridCol>
                <a:gridCol w="7286986">
                  <a:extLst>
                    <a:ext uri="{9D8B030D-6E8A-4147-A177-3AD203B41FA5}">
                      <a16:colId xmlns:a16="http://schemas.microsoft.com/office/drawing/2014/main" val="1277055347"/>
                    </a:ext>
                  </a:extLst>
                </a:gridCol>
              </a:tblGrid>
              <a:tr h="170808">
                <a:tc>
                  <a:txBody>
                    <a:bodyPr/>
                    <a:lstStyle/>
                    <a:p>
                      <a:r>
                        <a:rPr lang="en-US" sz="1300" dirty="0"/>
                        <a:t>Principle</a:t>
                      </a:r>
                    </a:p>
                  </a:txBody>
                  <a:tcPr/>
                </a:tc>
                <a:tc>
                  <a:txBody>
                    <a:bodyPr/>
                    <a:lstStyle/>
                    <a:p>
                      <a:r>
                        <a:rPr lang="en-US" sz="1300" dirty="0"/>
                        <a:t>Description</a:t>
                      </a:r>
                    </a:p>
                  </a:txBody>
                  <a:tcPr/>
                </a:tc>
                <a:extLst>
                  <a:ext uri="{0D108BD9-81ED-4DB2-BD59-A6C34878D82A}">
                    <a16:rowId xmlns:a16="http://schemas.microsoft.com/office/drawing/2014/main" val="2038381032"/>
                  </a:ext>
                </a:extLst>
              </a:tr>
              <a:tr h="287677">
                <a:tc>
                  <a:txBody>
                    <a:bodyPr/>
                    <a:lstStyle/>
                    <a:p>
                      <a:r>
                        <a:rPr lang="en-US" sz="1300" dirty="0"/>
                        <a:t>Scalability</a:t>
                      </a:r>
                    </a:p>
                  </a:txBody>
                  <a:tcPr/>
                </a:tc>
                <a:tc>
                  <a:txBody>
                    <a:bodyPr/>
                    <a:lstStyle/>
                    <a:p>
                      <a:r>
                        <a:rPr lang="en-US" sz="1400" dirty="0"/>
                        <a:t>Design the system to handle increasing workloads without impacting performance.</a:t>
                      </a:r>
                      <a:endParaRPr lang="en-US" sz="1300" dirty="0"/>
                    </a:p>
                  </a:txBody>
                  <a:tcPr/>
                </a:tc>
                <a:extLst>
                  <a:ext uri="{0D108BD9-81ED-4DB2-BD59-A6C34878D82A}">
                    <a16:rowId xmlns:a16="http://schemas.microsoft.com/office/drawing/2014/main" val="509114263"/>
                  </a:ext>
                </a:extLst>
              </a:tr>
              <a:tr h="287677">
                <a:tc>
                  <a:txBody>
                    <a:bodyPr/>
                    <a:lstStyle/>
                    <a:p>
                      <a:r>
                        <a:rPr lang="en-US" sz="1300" dirty="0"/>
                        <a:t>Security</a:t>
                      </a:r>
                    </a:p>
                  </a:txBody>
                  <a:tcPr/>
                </a:tc>
                <a:tc>
                  <a:txBody>
                    <a:bodyPr/>
                    <a:lstStyle/>
                    <a:p>
                      <a:r>
                        <a:rPr lang="en-US" sz="1400" dirty="0"/>
                        <a:t>Apply security best practices, including encryption, authentication, and authorization.</a:t>
                      </a:r>
                      <a:endParaRPr lang="en-US" sz="1300" b="0" dirty="0"/>
                    </a:p>
                  </a:txBody>
                  <a:tcPr/>
                </a:tc>
                <a:extLst>
                  <a:ext uri="{0D108BD9-81ED-4DB2-BD59-A6C34878D82A}">
                    <a16:rowId xmlns:a16="http://schemas.microsoft.com/office/drawing/2014/main" val="2063871858"/>
                  </a:ext>
                </a:extLst>
              </a:tr>
              <a:tr h="287677">
                <a:tc>
                  <a:txBody>
                    <a:bodyPr/>
                    <a:lstStyle/>
                    <a:p>
                      <a:r>
                        <a:rPr lang="en-US" sz="1300" dirty="0"/>
                        <a:t>Modularity</a:t>
                      </a:r>
                    </a:p>
                  </a:txBody>
                  <a:tcPr/>
                </a:tc>
                <a:tc>
                  <a:txBody>
                    <a:bodyPr/>
                    <a:lstStyle/>
                    <a:p>
                      <a:pPr marL="0" indent="0">
                        <a:buFont typeface="Wingdings" panose="05000000000000000000" pitchFamily="2" charset="2"/>
                        <a:buNone/>
                      </a:pPr>
                      <a:r>
                        <a:rPr lang="en-US" sz="1400" dirty="0"/>
                        <a:t>Build loosely coupled components for easier maintenance and future enhancements.</a:t>
                      </a:r>
                      <a:endParaRPr lang="en-US" sz="1300" dirty="0"/>
                    </a:p>
                  </a:txBody>
                  <a:tcPr/>
                </a:tc>
                <a:extLst>
                  <a:ext uri="{0D108BD9-81ED-4DB2-BD59-A6C34878D82A}">
                    <a16:rowId xmlns:a16="http://schemas.microsoft.com/office/drawing/2014/main" val="2605578501"/>
                  </a:ext>
                </a:extLst>
              </a:tr>
              <a:tr h="170808">
                <a:tc>
                  <a:txBody>
                    <a:bodyPr/>
                    <a:lstStyle/>
                    <a:p>
                      <a:r>
                        <a:rPr lang="en-US" sz="1300" dirty="0"/>
                        <a:t>Performance</a:t>
                      </a:r>
                    </a:p>
                  </a:txBody>
                  <a:tcPr/>
                </a:tc>
                <a:tc>
                  <a:txBody>
                    <a:bodyPr/>
                    <a:lstStyle/>
                    <a:p>
                      <a:r>
                        <a:rPr lang="en-US" sz="1400" dirty="0"/>
                        <a:t>Optimize for response time, throughput, and resource efficiency.</a:t>
                      </a:r>
                      <a:endParaRPr lang="en-US" sz="1300" dirty="0"/>
                    </a:p>
                  </a:txBody>
                  <a:tcPr/>
                </a:tc>
                <a:extLst>
                  <a:ext uri="{0D108BD9-81ED-4DB2-BD59-A6C34878D82A}">
                    <a16:rowId xmlns:a16="http://schemas.microsoft.com/office/drawing/2014/main" val="3066532321"/>
                  </a:ext>
                </a:extLst>
              </a:tr>
              <a:tr h="287677">
                <a:tc>
                  <a:txBody>
                    <a:bodyPr/>
                    <a:lstStyle/>
                    <a:p>
                      <a:r>
                        <a:rPr lang="en-US" sz="1300" dirty="0"/>
                        <a:t>Compliance</a:t>
                      </a:r>
                    </a:p>
                  </a:txBody>
                  <a:tcPr/>
                </a:tc>
                <a:tc>
                  <a:txBody>
                    <a:bodyPr/>
                    <a:lstStyle/>
                    <a:p>
                      <a:r>
                        <a:rPr lang="en-US" sz="1400" dirty="0"/>
                        <a:t>Adhere to regulatory, audit, and internal governance standards.</a:t>
                      </a:r>
                      <a:endParaRPr lang="en-US" sz="1300" dirty="0"/>
                    </a:p>
                  </a:txBody>
                  <a:tcPr/>
                </a:tc>
                <a:extLst>
                  <a:ext uri="{0D108BD9-81ED-4DB2-BD59-A6C34878D82A}">
                    <a16:rowId xmlns:a16="http://schemas.microsoft.com/office/drawing/2014/main" val="4189954835"/>
                  </a:ext>
                </a:extLst>
              </a:tr>
              <a:tr h="287677">
                <a:tc>
                  <a:txBody>
                    <a:bodyPr/>
                    <a:lstStyle/>
                    <a:p>
                      <a:r>
                        <a:rPr lang="en-US" sz="1300" b="0" dirty="0"/>
                        <a:t>Observability</a:t>
                      </a:r>
                    </a:p>
                  </a:txBody>
                  <a:tcPr/>
                </a:tc>
                <a:tc>
                  <a:txBody>
                    <a:bodyPr/>
                    <a:lstStyle/>
                    <a:p>
                      <a:r>
                        <a:rPr lang="en-US" sz="1400" dirty="0"/>
                        <a:t>Include logging, monitoring, and alerting for proactive issue detection.</a:t>
                      </a:r>
                      <a:endParaRPr lang="en-US" sz="1300" dirty="0"/>
                    </a:p>
                  </a:txBody>
                  <a:tcPr/>
                </a:tc>
                <a:extLst>
                  <a:ext uri="{0D108BD9-81ED-4DB2-BD59-A6C34878D82A}">
                    <a16:rowId xmlns:a16="http://schemas.microsoft.com/office/drawing/2014/main" val="4257528081"/>
                  </a:ext>
                </a:extLst>
              </a:tr>
            </a:tbl>
          </a:graphicData>
        </a:graphic>
      </p:graphicFrame>
      <p:sp>
        <p:nvSpPr>
          <p:cNvPr id="6" name="TextBox 5">
            <a:extLst>
              <a:ext uri="{FF2B5EF4-FFF2-40B4-BE49-F238E27FC236}">
                <a16:creationId xmlns:a16="http://schemas.microsoft.com/office/drawing/2014/main" id="{344968CC-672C-491C-7CE7-6D1162736D10}"/>
              </a:ext>
            </a:extLst>
          </p:cNvPr>
          <p:cNvSpPr txBox="1"/>
          <p:nvPr/>
        </p:nvSpPr>
        <p:spPr>
          <a:xfrm>
            <a:off x="81003" y="871947"/>
            <a:ext cx="10209800" cy="1028423"/>
          </a:xfrm>
          <a:prstGeom prst="rect">
            <a:avLst/>
          </a:prstGeom>
          <a:noFill/>
        </p:spPr>
        <p:txBody>
          <a:bodyPr wrap="square">
            <a:spAutoFit/>
          </a:bodyPr>
          <a:lstStyle/>
          <a:p>
            <a:pPr>
              <a:lnSpc>
                <a:spcPct val="150000"/>
              </a:lnSpc>
            </a:pPr>
            <a:r>
              <a:rPr lang="en-US" sz="1400" dirty="0"/>
              <a:t>Describe the key goals that the proposed solution aims to achieve, focusing on business needs, regulatory requirements, and architectural improvements.</a:t>
            </a:r>
          </a:p>
          <a:p>
            <a:pPr>
              <a:lnSpc>
                <a:spcPct val="150000"/>
              </a:lnSpc>
            </a:pPr>
            <a:r>
              <a:rPr lang="en-US" sz="1400" dirty="0"/>
              <a:t>For examples:</a:t>
            </a:r>
          </a:p>
        </p:txBody>
      </p:sp>
    </p:spTree>
    <p:extLst>
      <p:ext uri="{BB962C8B-B14F-4D97-AF65-F5344CB8AC3E}">
        <p14:creationId xmlns:p14="http://schemas.microsoft.com/office/powerpoint/2010/main" val="6151425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00F5CF6-2FC2-DAA9-FFF3-85FDAEDC377C}"/>
              </a:ext>
            </a:extLst>
          </p:cNvPr>
          <p:cNvSpPr>
            <a:spLocks noGrp="1"/>
          </p:cNvSpPr>
          <p:nvPr>
            <p:ph type="sldNum" sz="quarter" idx="12"/>
          </p:nvPr>
        </p:nvSpPr>
        <p:spPr/>
        <p:txBody>
          <a:bodyPr/>
          <a:lstStyle/>
          <a:p>
            <a:fld id="{93288B1A-0894-4E52-95D8-2AC74CBED725}" type="slidenum">
              <a:rPr lang="en-US" smtClean="0"/>
              <a:t>5</a:t>
            </a:fld>
            <a:endParaRPr lang="en-US"/>
          </a:p>
        </p:txBody>
      </p:sp>
      <p:sp>
        <p:nvSpPr>
          <p:cNvPr id="3" name="Text Placeholder 2">
            <a:extLst>
              <a:ext uri="{FF2B5EF4-FFF2-40B4-BE49-F238E27FC236}">
                <a16:creationId xmlns:a16="http://schemas.microsoft.com/office/drawing/2014/main" id="{18BF5E4B-B356-09D4-A2FB-5CF5B996F068}"/>
              </a:ext>
            </a:extLst>
          </p:cNvPr>
          <p:cNvSpPr>
            <a:spLocks noGrp="1"/>
          </p:cNvSpPr>
          <p:nvPr>
            <p:ph type="body" idx="1"/>
          </p:nvPr>
        </p:nvSpPr>
        <p:spPr/>
        <p:txBody>
          <a:bodyPr/>
          <a:lstStyle/>
          <a:p>
            <a:r>
              <a:rPr lang="en-US" dirty="0"/>
              <a:t>Scope</a:t>
            </a:r>
          </a:p>
        </p:txBody>
      </p:sp>
      <p:sp>
        <p:nvSpPr>
          <p:cNvPr id="6" name="TextBox 5">
            <a:extLst>
              <a:ext uri="{FF2B5EF4-FFF2-40B4-BE49-F238E27FC236}">
                <a16:creationId xmlns:a16="http://schemas.microsoft.com/office/drawing/2014/main" id="{4A08F4D0-3A0B-98D3-152B-8DA7EAE1C4AE}"/>
              </a:ext>
            </a:extLst>
          </p:cNvPr>
          <p:cNvSpPr txBox="1"/>
          <p:nvPr/>
        </p:nvSpPr>
        <p:spPr>
          <a:xfrm>
            <a:off x="148281" y="930876"/>
            <a:ext cx="8995719" cy="5801588"/>
          </a:xfrm>
          <a:prstGeom prst="rect">
            <a:avLst/>
          </a:prstGeom>
          <a:noFill/>
        </p:spPr>
        <p:txBody>
          <a:bodyPr wrap="square">
            <a:spAutoFit/>
          </a:bodyPr>
          <a:lstStyle/>
          <a:p>
            <a:r>
              <a:rPr lang="en-US" sz="1400" dirty="0"/>
              <a:t>Describe the boundaries and coverage of the proposed solution, including which systems, processes, and components are included or excluded. This section clarifies what the architecture will address and what is outside its scope.</a:t>
            </a:r>
          </a:p>
          <a:p>
            <a:endParaRPr lang="en-US" sz="1400" dirty="0"/>
          </a:p>
          <a:p>
            <a:r>
              <a:rPr lang="en-US" sz="1400" dirty="0"/>
              <a:t>For examples:</a:t>
            </a:r>
          </a:p>
          <a:p>
            <a:endParaRPr lang="en-US" sz="1400" dirty="0"/>
          </a:p>
          <a:p>
            <a:r>
              <a:rPr lang="en-US" sz="1400" b="1" dirty="0"/>
              <a:t>In-Scope</a:t>
            </a:r>
          </a:p>
          <a:p>
            <a:pPr marL="285750" indent="-285750">
              <a:lnSpc>
                <a:spcPct val="150000"/>
              </a:lnSpc>
              <a:buFont typeface="Wingdings" panose="05000000000000000000" pitchFamily="2" charset="2"/>
              <a:buChar char="Ø"/>
            </a:pPr>
            <a:r>
              <a:rPr lang="en-US" sz="1400" dirty="0"/>
              <a:t>Implementation of new application modules and services as per the proposed architecture.</a:t>
            </a:r>
          </a:p>
          <a:p>
            <a:pPr marL="285750" indent="-285750">
              <a:lnSpc>
                <a:spcPct val="150000"/>
              </a:lnSpc>
              <a:buFont typeface="Wingdings" panose="05000000000000000000" pitchFamily="2" charset="2"/>
              <a:buChar char="Ø"/>
            </a:pPr>
            <a:r>
              <a:rPr lang="en-US" sz="1400" dirty="0"/>
              <a:t>Backend development using </a:t>
            </a:r>
            <a:r>
              <a:rPr lang="en-US" sz="1400" b="1" dirty="0"/>
              <a:t>Spring Boot</a:t>
            </a:r>
            <a:r>
              <a:rPr lang="en-US" sz="1400" dirty="0"/>
              <a:t> in a monolithic structure.</a:t>
            </a:r>
          </a:p>
          <a:p>
            <a:pPr marL="285750" indent="-285750">
              <a:lnSpc>
                <a:spcPct val="150000"/>
              </a:lnSpc>
              <a:buFont typeface="Wingdings" panose="05000000000000000000" pitchFamily="2" charset="2"/>
              <a:buChar char="Ø"/>
            </a:pPr>
            <a:r>
              <a:rPr lang="en-US" sz="1400" dirty="0"/>
              <a:t>Role-based access control (RBAC) implemented at the backend.</a:t>
            </a:r>
          </a:p>
          <a:p>
            <a:pPr marL="285750" indent="-285750">
              <a:lnSpc>
                <a:spcPct val="150000"/>
              </a:lnSpc>
              <a:buFont typeface="Wingdings" panose="05000000000000000000" pitchFamily="2" charset="2"/>
              <a:buChar char="Ø"/>
            </a:pPr>
            <a:r>
              <a:rPr lang="en-US" sz="1400" dirty="0"/>
              <a:t>User login using hashed passwords stored in the portal database.</a:t>
            </a:r>
          </a:p>
          <a:p>
            <a:pPr marL="285750" indent="-285750">
              <a:lnSpc>
                <a:spcPct val="150000"/>
              </a:lnSpc>
              <a:buFont typeface="Wingdings" panose="05000000000000000000" pitchFamily="2" charset="2"/>
              <a:buChar char="Ø"/>
            </a:pPr>
            <a:r>
              <a:rPr lang="en-US" sz="1400" dirty="0"/>
              <a:t>OTP verification for first-time login and every login attempt by all parent merchant users .</a:t>
            </a:r>
          </a:p>
          <a:p>
            <a:pPr marL="285750" indent="-285750">
              <a:lnSpc>
                <a:spcPct val="150000"/>
              </a:lnSpc>
              <a:buFont typeface="Wingdings" panose="05000000000000000000" pitchFamily="2" charset="2"/>
              <a:buChar char="Ø"/>
            </a:pPr>
            <a:r>
              <a:rPr lang="en-US" sz="1400" dirty="0"/>
              <a:t>Audit logging for login attempts, OTP validations, report access, and privileged functions.</a:t>
            </a:r>
          </a:p>
          <a:p>
            <a:pPr>
              <a:lnSpc>
                <a:spcPct val="150000"/>
              </a:lnSpc>
            </a:pPr>
            <a:endParaRPr lang="en-US" sz="1400" dirty="0"/>
          </a:p>
          <a:p>
            <a:pPr>
              <a:lnSpc>
                <a:spcPct val="150000"/>
              </a:lnSpc>
            </a:pPr>
            <a:r>
              <a:rPr lang="en-US" sz="1400" b="1" dirty="0"/>
              <a:t>Out-Scope</a:t>
            </a:r>
          </a:p>
          <a:p>
            <a:pPr marL="285750" indent="-285750">
              <a:lnSpc>
                <a:spcPct val="150000"/>
              </a:lnSpc>
              <a:buFont typeface="Wingdings" panose="05000000000000000000" pitchFamily="2" charset="2"/>
              <a:buChar char="Ø"/>
            </a:pPr>
            <a:r>
              <a:rPr lang="en-US" sz="1400" dirty="0"/>
              <a:t>Changes to legacy systems not directly impacted by the solution.</a:t>
            </a:r>
          </a:p>
          <a:p>
            <a:pPr marL="285750" indent="-285750">
              <a:lnSpc>
                <a:spcPct val="150000"/>
              </a:lnSpc>
              <a:buFont typeface="Wingdings" panose="05000000000000000000" pitchFamily="2" charset="2"/>
              <a:buChar char="Ø"/>
            </a:pPr>
            <a:r>
              <a:rPr lang="en-US" sz="1400" dirty="0"/>
              <a:t>Manual processes or operations that remain outside the automated workflows.</a:t>
            </a:r>
          </a:p>
          <a:p>
            <a:pPr marL="285750" indent="-285750">
              <a:lnSpc>
                <a:spcPct val="150000"/>
              </a:lnSpc>
              <a:buFont typeface="Wingdings" panose="05000000000000000000" pitchFamily="2" charset="2"/>
              <a:buChar char="Ø"/>
            </a:pPr>
            <a:r>
              <a:rPr lang="en-US" sz="1400" dirty="0"/>
              <a:t>Third-party systems not listed for integration in the solution proposal.</a:t>
            </a:r>
          </a:p>
          <a:p>
            <a:pPr marL="285750" indent="-285750">
              <a:lnSpc>
                <a:spcPct val="150000"/>
              </a:lnSpc>
              <a:buFont typeface="Wingdings" panose="05000000000000000000" pitchFamily="2" charset="2"/>
              <a:buChar char="Ø"/>
            </a:pPr>
            <a:r>
              <a:rPr lang="en-US" sz="1400" dirty="0"/>
              <a:t>Non-functional requirements not explicitly covered (e.g., hardware upgrades outside the current architecture).</a:t>
            </a:r>
          </a:p>
          <a:p>
            <a:pPr marL="285750" indent="-285750">
              <a:lnSpc>
                <a:spcPct val="150000"/>
              </a:lnSpc>
              <a:buFont typeface="Wingdings" panose="05000000000000000000" pitchFamily="2" charset="2"/>
              <a:buChar char="Ø"/>
            </a:pPr>
            <a:r>
              <a:rPr lang="en-US" sz="1400" dirty="0"/>
              <a:t>Any future enhancements or modules beyond the current project scope.</a:t>
            </a:r>
          </a:p>
          <a:p>
            <a:endParaRPr lang="en-US" sz="1400" dirty="0"/>
          </a:p>
        </p:txBody>
      </p:sp>
    </p:spTree>
    <p:extLst>
      <p:ext uri="{BB962C8B-B14F-4D97-AF65-F5344CB8AC3E}">
        <p14:creationId xmlns:p14="http://schemas.microsoft.com/office/powerpoint/2010/main" val="225316720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2653FD79-DFAF-0975-69EF-FB3463742E2D}"/>
              </a:ext>
            </a:extLst>
          </p:cNvPr>
          <p:cNvSpPr>
            <a:spLocks noGrp="1"/>
          </p:cNvSpPr>
          <p:nvPr>
            <p:ph type="sldNum" sz="quarter" idx="12"/>
          </p:nvPr>
        </p:nvSpPr>
        <p:spPr/>
        <p:txBody>
          <a:bodyPr/>
          <a:lstStyle/>
          <a:p>
            <a:fld id="{93288B1A-0894-4E52-95D8-2AC74CBED725}" type="slidenum">
              <a:rPr lang="en-US" smtClean="0"/>
              <a:t>6</a:t>
            </a:fld>
            <a:endParaRPr lang="en-US"/>
          </a:p>
        </p:txBody>
      </p:sp>
      <p:sp>
        <p:nvSpPr>
          <p:cNvPr id="18" name="Text Placeholder 2">
            <a:extLst>
              <a:ext uri="{FF2B5EF4-FFF2-40B4-BE49-F238E27FC236}">
                <a16:creationId xmlns:a16="http://schemas.microsoft.com/office/drawing/2014/main" id="{B6A3574E-BCA8-647A-9EAA-2CEFC6088E80}"/>
              </a:ext>
            </a:extLst>
          </p:cNvPr>
          <p:cNvSpPr>
            <a:spLocks noGrp="1"/>
          </p:cNvSpPr>
          <p:nvPr>
            <p:ph type="body" idx="1"/>
          </p:nvPr>
        </p:nvSpPr>
        <p:spPr>
          <a:xfrm>
            <a:off x="81002" y="48294"/>
            <a:ext cx="10226779" cy="465975"/>
          </a:xfrm>
        </p:spPr>
        <p:txBody>
          <a:bodyPr/>
          <a:lstStyle/>
          <a:p>
            <a:r>
              <a:rPr lang="en-US" dirty="0"/>
              <a:t>Assumptions And Constraints</a:t>
            </a:r>
          </a:p>
        </p:txBody>
      </p:sp>
      <p:sp>
        <p:nvSpPr>
          <p:cNvPr id="19" name="TextBox 18">
            <a:extLst>
              <a:ext uri="{FF2B5EF4-FFF2-40B4-BE49-F238E27FC236}">
                <a16:creationId xmlns:a16="http://schemas.microsoft.com/office/drawing/2014/main" id="{85B4683E-03BA-A611-0997-F9DE828A7C96}"/>
              </a:ext>
            </a:extLst>
          </p:cNvPr>
          <p:cNvSpPr txBox="1"/>
          <p:nvPr/>
        </p:nvSpPr>
        <p:spPr>
          <a:xfrm>
            <a:off x="81002" y="864974"/>
            <a:ext cx="10059776" cy="738664"/>
          </a:xfrm>
          <a:prstGeom prst="rect">
            <a:avLst/>
          </a:prstGeom>
          <a:noFill/>
        </p:spPr>
        <p:txBody>
          <a:bodyPr wrap="square">
            <a:spAutoFit/>
          </a:bodyPr>
          <a:lstStyle/>
          <a:p>
            <a:r>
              <a:rPr lang="en-US" sz="1400" dirty="0"/>
              <a:t>Describe the key assumptions and constraints that impact the proposed solution. Assumptions are factors considered true for planning purposes, while constraints are limitations that must be considered in the design.</a:t>
            </a:r>
          </a:p>
          <a:p>
            <a:endParaRPr lang="en-US" sz="1400" dirty="0"/>
          </a:p>
        </p:txBody>
      </p:sp>
    </p:spTree>
    <p:extLst>
      <p:ext uri="{BB962C8B-B14F-4D97-AF65-F5344CB8AC3E}">
        <p14:creationId xmlns:p14="http://schemas.microsoft.com/office/powerpoint/2010/main" val="12355593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5A1ABD3-2224-FCAA-C067-563A2AFC6D7E}"/>
              </a:ext>
            </a:extLst>
          </p:cNvPr>
          <p:cNvSpPr>
            <a:spLocks noGrp="1"/>
          </p:cNvSpPr>
          <p:nvPr>
            <p:ph type="sldNum" sz="quarter" idx="12"/>
          </p:nvPr>
        </p:nvSpPr>
        <p:spPr/>
        <p:txBody>
          <a:bodyPr/>
          <a:lstStyle/>
          <a:p>
            <a:fld id="{93288B1A-0894-4E52-95D8-2AC74CBED725}" type="slidenum">
              <a:rPr lang="en-US" smtClean="0"/>
              <a:t>7</a:t>
            </a:fld>
            <a:endParaRPr lang="en-US"/>
          </a:p>
        </p:txBody>
      </p:sp>
      <p:sp>
        <p:nvSpPr>
          <p:cNvPr id="3" name="Text Placeholder 2">
            <a:extLst>
              <a:ext uri="{FF2B5EF4-FFF2-40B4-BE49-F238E27FC236}">
                <a16:creationId xmlns:a16="http://schemas.microsoft.com/office/drawing/2014/main" id="{895422F2-7454-7627-91EE-5B441571B88F}"/>
              </a:ext>
            </a:extLst>
          </p:cNvPr>
          <p:cNvSpPr>
            <a:spLocks noGrp="1"/>
          </p:cNvSpPr>
          <p:nvPr>
            <p:ph type="body" idx="1"/>
          </p:nvPr>
        </p:nvSpPr>
        <p:spPr/>
        <p:txBody>
          <a:bodyPr/>
          <a:lstStyle/>
          <a:p>
            <a:r>
              <a:rPr lang="en-US" dirty="0"/>
              <a:t>Solution Overview</a:t>
            </a:r>
          </a:p>
        </p:txBody>
      </p:sp>
      <p:pic>
        <p:nvPicPr>
          <p:cNvPr id="5" name="Picture 4">
            <a:extLst>
              <a:ext uri="{FF2B5EF4-FFF2-40B4-BE49-F238E27FC236}">
                <a16:creationId xmlns:a16="http://schemas.microsoft.com/office/drawing/2014/main" id="{6EB207E7-4542-1289-3145-260DB3FAC1A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1002" y="823783"/>
            <a:ext cx="5653056" cy="5960076"/>
          </a:xfrm>
          <a:prstGeom prst="rect">
            <a:avLst/>
          </a:prstGeom>
        </p:spPr>
      </p:pic>
      <p:sp>
        <p:nvSpPr>
          <p:cNvPr id="7" name="TextBox 6">
            <a:extLst>
              <a:ext uri="{FF2B5EF4-FFF2-40B4-BE49-F238E27FC236}">
                <a16:creationId xmlns:a16="http://schemas.microsoft.com/office/drawing/2014/main" id="{2DE14C54-E52B-D7B2-AEF3-2AB70C46F51C}"/>
              </a:ext>
            </a:extLst>
          </p:cNvPr>
          <p:cNvSpPr txBox="1"/>
          <p:nvPr/>
        </p:nvSpPr>
        <p:spPr>
          <a:xfrm>
            <a:off x="5877173" y="897925"/>
            <a:ext cx="6111627" cy="738664"/>
          </a:xfrm>
          <a:prstGeom prst="rect">
            <a:avLst/>
          </a:prstGeom>
          <a:noFill/>
        </p:spPr>
        <p:txBody>
          <a:bodyPr wrap="square">
            <a:spAutoFit/>
          </a:bodyPr>
          <a:lstStyle/>
          <a:p>
            <a:r>
              <a:rPr lang="en-US" sz="1400" dirty="0"/>
              <a:t>Describe the overall solution in a holistic manner, covering the key business components, common services used, application platform and infrastructure, integration services, and all interfacing systems involved</a:t>
            </a:r>
          </a:p>
        </p:txBody>
      </p:sp>
    </p:spTree>
    <p:extLst>
      <p:ext uri="{BB962C8B-B14F-4D97-AF65-F5344CB8AC3E}">
        <p14:creationId xmlns:p14="http://schemas.microsoft.com/office/powerpoint/2010/main" val="222491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AD99018-257E-E80B-CC48-12AEEEDA48FB}"/>
              </a:ext>
            </a:extLst>
          </p:cNvPr>
          <p:cNvSpPr>
            <a:spLocks noGrp="1"/>
          </p:cNvSpPr>
          <p:nvPr>
            <p:ph type="sldNum" sz="quarter" idx="12"/>
          </p:nvPr>
        </p:nvSpPr>
        <p:spPr/>
        <p:txBody>
          <a:bodyPr/>
          <a:lstStyle/>
          <a:p>
            <a:fld id="{93288B1A-0894-4E52-95D8-2AC74CBED725}" type="slidenum">
              <a:rPr lang="en-US" smtClean="0"/>
              <a:t>8</a:t>
            </a:fld>
            <a:endParaRPr lang="en-US"/>
          </a:p>
        </p:txBody>
      </p:sp>
      <p:sp>
        <p:nvSpPr>
          <p:cNvPr id="3" name="Text Placeholder 2">
            <a:extLst>
              <a:ext uri="{FF2B5EF4-FFF2-40B4-BE49-F238E27FC236}">
                <a16:creationId xmlns:a16="http://schemas.microsoft.com/office/drawing/2014/main" id="{F43F683D-1547-ED8B-AFDE-8F3ED9815590}"/>
              </a:ext>
            </a:extLst>
          </p:cNvPr>
          <p:cNvSpPr>
            <a:spLocks noGrp="1"/>
          </p:cNvSpPr>
          <p:nvPr>
            <p:ph type="body" idx="1"/>
          </p:nvPr>
        </p:nvSpPr>
        <p:spPr/>
        <p:txBody>
          <a:bodyPr/>
          <a:lstStyle/>
          <a:p>
            <a:r>
              <a:rPr lang="en-US" dirty="0"/>
              <a:t>High Level Architecture</a:t>
            </a:r>
          </a:p>
        </p:txBody>
      </p:sp>
      <p:sp>
        <p:nvSpPr>
          <p:cNvPr id="5" name="TextBox 4">
            <a:extLst>
              <a:ext uri="{FF2B5EF4-FFF2-40B4-BE49-F238E27FC236}">
                <a16:creationId xmlns:a16="http://schemas.microsoft.com/office/drawing/2014/main" id="{82FAD60E-CFEC-2969-C965-6D7602D8379A}"/>
              </a:ext>
            </a:extLst>
          </p:cNvPr>
          <p:cNvSpPr txBox="1"/>
          <p:nvPr/>
        </p:nvSpPr>
        <p:spPr>
          <a:xfrm>
            <a:off x="5544066" y="996779"/>
            <a:ext cx="4763715" cy="738664"/>
          </a:xfrm>
          <a:prstGeom prst="rect">
            <a:avLst/>
          </a:prstGeom>
          <a:noFill/>
        </p:spPr>
        <p:txBody>
          <a:bodyPr wrap="square">
            <a:spAutoFit/>
          </a:bodyPr>
          <a:lstStyle/>
          <a:p>
            <a:r>
              <a:rPr lang="en-US" sz="1400" dirty="0"/>
              <a:t>Describe the high-level technical architecture including hosting location, network zones, key technical components, and overall network flow between layers.</a:t>
            </a:r>
          </a:p>
        </p:txBody>
      </p:sp>
      <p:pic>
        <p:nvPicPr>
          <p:cNvPr id="7" name="Picture 6">
            <a:extLst>
              <a:ext uri="{FF2B5EF4-FFF2-40B4-BE49-F238E27FC236}">
                <a16:creationId xmlns:a16="http://schemas.microsoft.com/office/drawing/2014/main" id="{63DDF4DC-EFCA-12D3-89DC-68351886544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89470" y="980303"/>
            <a:ext cx="4821881" cy="5859500"/>
          </a:xfrm>
          <a:prstGeom prst="rect">
            <a:avLst/>
          </a:prstGeom>
        </p:spPr>
      </p:pic>
    </p:spTree>
    <p:extLst>
      <p:ext uri="{BB962C8B-B14F-4D97-AF65-F5344CB8AC3E}">
        <p14:creationId xmlns:p14="http://schemas.microsoft.com/office/powerpoint/2010/main" val="336328768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F55D4C7-5BB5-FF19-92CE-65503AB70A2D}"/>
              </a:ext>
            </a:extLst>
          </p:cNvPr>
          <p:cNvSpPr>
            <a:spLocks noGrp="1"/>
          </p:cNvSpPr>
          <p:nvPr>
            <p:ph type="sldNum" sz="quarter" idx="12"/>
          </p:nvPr>
        </p:nvSpPr>
        <p:spPr/>
        <p:txBody>
          <a:bodyPr/>
          <a:lstStyle/>
          <a:p>
            <a:fld id="{93288B1A-0894-4E52-95D8-2AC74CBED725}" type="slidenum">
              <a:rPr lang="en-US" smtClean="0"/>
              <a:t>9</a:t>
            </a:fld>
            <a:endParaRPr lang="en-US"/>
          </a:p>
        </p:txBody>
      </p:sp>
      <p:sp>
        <p:nvSpPr>
          <p:cNvPr id="3" name="Text Placeholder 2">
            <a:extLst>
              <a:ext uri="{FF2B5EF4-FFF2-40B4-BE49-F238E27FC236}">
                <a16:creationId xmlns:a16="http://schemas.microsoft.com/office/drawing/2014/main" id="{E87A27D2-3989-9BB6-7123-D448AD8D2F09}"/>
              </a:ext>
            </a:extLst>
          </p:cNvPr>
          <p:cNvSpPr>
            <a:spLocks noGrp="1"/>
          </p:cNvSpPr>
          <p:nvPr>
            <p:ph type="body" idx="1"/>
          </p:nvPr>
        </p:nvSpPr>
        <p:spPr/>
        <p:txBody>
          <a:bodyPr/>
          <a:lstStyle/>
          <a:p>
            <a:r>
              <a:rPr lang="en-US" dirty="0"/>
              <a:t>Key Components</a:t>
            </a:r>
          </a:p>
        </p:txBody>
      </p:sp>
      <p:sp>
        <p:nvSpPr>
          <p:cNvPr id="7" name="TextBox 6">
            <a:extLst>
              <a:ext uri="{FF2B5EF4-FFF2-40B4-BE49-F238E27FC236}">
                <a16:creationId xmlns:a16="http://schemas.microsoft.com/office/drawing/2014/main" id="{CE745D66-859B-A9EB-87D5-0D075FFD9D01}"/>
              </a:ext>
            </a:extLst>
          </p:cNvPr>
          <p:cNvSpPr txBox="1"/>
          <p:nvPr/>
        </p:nvSpPr>
        <p:spPr>
          <a:xfrm>
            <a:off x="4917989" y="897924"/>
            <a:ext cx="5389792" cy="738664"/>
          </a:xfrm>
          <a:prstGeom prst="rect">
            <a:avLst/>
          </a:prstGeom>
          <a:noFill/>
        </p:spPr>
        <p:txBody>
          <a:bodyPr wrap="square">
            <a:spAutoFit/>
          </a:bodyPr>
          <a:lstStyle/>
          <a:p>
            <a:r>
              <a:rPr lang="en-US" sz="1400" dirty="0"/>
              <a:t>Key Components include the core business modules, application services, common shared services, data services, integration interfaces, user interface layer, and the supporting infrastructure platform.</a:t>
            </a:r>
          </a:p>
        </p:txBody>
      </p:sp>
      <p:pic>
        <p:nvPicPr>
          <p:cNvPr id="9" name="Picture 8">
            <a:extLst>
              <a:ext uri="{FF2B5EF4-FFF2-40B4-BE49-F238E27FC236}">
                <a16:creationId xmlns:a16="http://schemas.microsoft.com/office/drawing/2014/main" id="{899A5962-98FF-B136-73F3-60B851E0BA1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1002" y="897924"/>
            <a:ext cx="4449809" cy="5942467"/>
          </a:xfrm>
          <a:prstGeom prst="rect">
            <a:avLst/>
          </a:prstGeom>
        </p:spPr>
      </p:pic>
    </p:spTree>
    <p:extLst>
      <p:ext uri="{BB962C8B-B14F-4D97-AF65-F5344CB8AC3E}">
        <p14:creationId xmlns:p14="http://schemas.microsoft.com/office/powerpoint/2010/main" val="15633900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FD5D123-49E2-F0CE-4FE5-17CB1B0FC8BE}"/>
              </a:ext>
            </a:extLst>
          </p:cNvPr>
          <p:cNvSpPr>
            <a:spLocks noGrp="1"/>
          </p:cNvSpPr>
          <p:nvPr>
            <p:ph type="sldNum" sz="quarter" idx="12"/>
          </p:nvPr>
        </p:nvSpPr>
        <p:spPr/>
        <p:txBody>
          <a:bodyPr/>
          <a:lstStyle/>
          <a:p>
            <a:fld id="{93288B1A-0894-4E52-95D8-2AC74CBED725}" type="slidenum">
              <a:rPr lang="en-US" smtClean="0"/>
              <a:t>10</a:t>
            </a:fld>
            <a:endParaRPr lang="en-US"/>
          </a:p>
        </p:txBody>
      </p:sp>
      <p:sp>
        <p:nvSpPr>
          <p:cNvPr id="3" name="Text Placeholder 2">
            <a:extLst>
              <a:ext uri="{FF2B5EF4-FFF2-40B4-BE49-F238E27FC236}">
                <a16:creationId xmlns:a16="http://schemas.microsoft.com/office/drawing/2014/main" id="{1CEB25EF-88E3-154B-60A8-18D70F3CBC48}"/>
              </a:ext>
            </a:extLst>
          </p:cNvPr>
          <p:cNvSpPr>
            <a:spLocks noGrp="1"/>
          </p:cNvSpPr>
          <p:nvPr>
            <p:ph type="body" idx="1"/>
          </p:nvPr>
        </p:nvSpPr>
        <p:spPr/>
        <p:txBody>
          <a:bodyPr/>
          <a:lstStyle/>
          <a:p>
            <a:r>
              <a:rPr lang="en-US" dirty="0"/>
              <a:t>Error Handling</a:t>
            </a:r>
          </a:p>
        </p:txBody>
      </p:sp>
      <p:sp>
        <p:nvSpPr>
          <p:cNvPr id="5" name="TextBox 4">
            <a:extLst>
              <a:ext uri="{FF2B5EF4-FFF2-40B4-BE49-F238E27FC236}">
                <a16:creationId xmlns:a16="http://schemas.microsoft.com/office/drawing/2014/main" id="{D616CE12-C861-B003-EC41-2E1FA93E7570}"/>
              </a:ext>
            </a:extLst>
          </p:cNvPr>
          <p:cNvSpPr txBox="1"/>
          <p:nvPr/>
        </p:nvSpPr>
        <p:spPr>
          <a:xfrm>
            <a:off x="81002" y="914400"/>
            <a:ext cx="9062998" cy="523220"/>
          </a:xfrm>
          <a:prstGeom prst="rect">
            <a:avLst/>
          </a:prstGeom>
          <a:noFill/>
        </p:spPr>
        <p:txBody>
          <a:bodyPr wrap="square">
            <a:spAutoFit/>
          </a:bodyPr>
          <a:lstStyle/>
          <a:p>
            <a:r>
              <a:rPr lang="en-US" sz="1400" dirty="0"/>
              <a:t>Describe error handling strategy and standard responses across all layers. Include a </a:t>
            </a:r>
            <a:r>
              <a:rPr lang="en-US" sz="1400" b="1" dirty="0"/>
              <a:t>sequence diagram </a:t>
            </a:r>
            <a:r>
              <a:rPr lang="en-US" sz="1400" dirty="0"/>
              <a:t>showing the flow of errors through detection, logging, retry/fallback, and alerting.</a:t>
            </a:r>
          </a:p>
        </p:txBody>
      </p:sp>
    </p:spTree>
    <p:extLst>
      <p:ext uri="{BB962C8B-B14F-4D97-AF65-F5344CB8AC3E}">
        <p14:creationId xmlns:p14="http://schemas.microsoft.com/office/powerpoint/2010/main" val="381113160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2C6D1A3D-D8D1-97E3-EFD0-0A8F2EB4A746}"/>
              </a:ext>
            </a:extLst>
          </p:cNvPr>
          <p:cNvSpPr>
            <a:spLocks noGrp="1"/>
          </p:cNvSpPr>
          <p:nvPr>
            <p:ph type="sldNum" sz="quarter" idx="12"/>
          </p:nvPr>
        </p:nvSpPr>
        <p:spPr/>
        <p:txBody>
          <a:bodyPr/>
          <a:lstStyle/>
          <a:p>
            <a:fld id="{93288B1A-0894-4E52-95D8-2AC74CBED725}" type="slidenum">
              <a:rPr lang="en-US" smtClean="0"/>
              <a:t>11</a:t>
            </a:fld>
            <a:endParaRPr lang="en-US"/>
          </a:p>
        </p:txBody>
      </p:sp>
      <p:sp>
        <p:nvSpPr>
          <p:cNvPr id="3" name="Text Placeholder 2">
            <a:extLst>
              <a:ext uri="{FF2B5EF4-FFF2-40B4-BE49-F238E27FC236}">
                <a16:creationId xmlns:a16="http://schemas.microsoft.com/office/drawing/2014/main" id="{6D3407A6-CDE3-D3A9-EF51-C54D92FB1B5D}"/>
              </a:ext>
            </a:extLst>
          </p:cNvPr>
          <p:cNvSpPr>
            <a:spLocks noGrp="1"/>
          </p:cNvSpPr>
          <p:nvPr>
            <p:ph type="body" idx="1"/>
          </p:nvPr>
        </p:nvSpPr>
        <p:spPr/>
        <p:txBody>
          <a:bodyPr/>
          <a:lstStyle/>
          <a:p>
            <a:r>
              <a:rPr lang="en-US" dirty="0"/>
              <a:t>Deployment Diagram</a:t>
            </a:r>
          </a:p>
        </p:txBody>
      </p:sp>
      <p:sp>
        <p:nvSpPr>
          <p:cNvPr id="5" name="TextBox 4">
            <a:extLst>
              <a:ext uri="{FF2B5EF4-FFF2-40B4-BE49-F238E27FC236}">
                <a16:creationId xmlns:a16="http://schemas.microsoft.com/office/drawing/2014/main" id="{5EA11346-B117-7460-D6BF-6354E886A4D2}"/>
              </a:ext>
            </a:extLst>
          </p:cNvPr>
          <p:cNvSpPr txBox="1"/>
          <p:nvPr/>
        </p:nvSpPr>
        <p:spPr>
          <a:xfrm>
            <a:off x="81002" y="873211"/>
            <a:ext cx="9062998" cy="523220"/>
          </a:xfrm>
          <a:prstGeom prst="rect">
            <a:avLst/>
          </a:prstGeom>
          <a:noFill/>
        </p:spPr>
        <p:txBody>
          <a:bodyPr wrap="square">
            <a:spAutoFit/>
          </a:bodyPr>
          <a:lstStyle/>
          <a:p>
            <a:r>
              <a:rPr lang="en-US" sz="1400" dirty="0"/>
              <a:t>Describe how the solution components are deployed across the hosting environment, including application runtime locations, network zones, and supporting infrastructure services.</a:t>
            </a:r>
          </a:p>
        </p:txBody>
      </p:sp>
      <p:pic>
        <p:nvPicPr>
          <p:cNvPr id="7" name="Picture 6">
            <a:extLst>
              <a:ext uri="{FF2B5EF4-FFF2-40B4-BE49-F238E27FC236}">
                <a16:creationId xmlns:a16="http://schemas.microsoft.com/office/drawing/2014/main" id="{E2A940CF-2D15-547E-98B1-7FF28FDF7C3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3200" y="1435945"/>
            <a:ext cx="7933433" cy="5422055"/>
          </a:xfrm>
          <a:prstGeom prst="rect">
            <a:avLst/>
          </a:prstGeom>
        </p:spPr>
      </p:pic>
    </p:spTree>
    <p:extLst>
      <p:ext uri="{BB962C8B-B14F-4D97-AF65-F5344CB8AC3E}">
        <p14:creationId xmlns:p14="http://schemas.microsoft.com/office/powerpoint/2010/main" val="29676942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FECDE56-B1F6-2B4A-94B9-BC561DFA24B1}"/>
              </a:ext>
            </a:extLst>
          </p:cNvPr>
          <p:cNvSpPr>
            <a:spLocks noGrp="1"/>
          </p:cNvSpPr>
          <p:nvPr>
            <p:ph type="sldNum" sz="quarter" idx="12"/>
          </p:nvPr>
        </p:nvSpPr>
        <p:spPr/>
        <p:txBody>
          <a:bodyPr/>
          <a:lstStyle/>
          <a:p>
            <a:fld id="{93288B1A-0894-4E52-95D8-2AC74CBED725}" type="slidenum">
              <a:rPr lang="en-US" smtClean="0"/>
              <a:t>12</a:t>
            </a:fld>
            <a:endParaRPr lang="en-US"/>
          </a:p>
        </p:txBody>
      </p:sp>
      <p:sp>
        <p:nvSpPr>
          <p:cNvPr id="3" name="Text Placeholder 2">
            <a:extLst>
              <a:ext uri="{FF2B5EF4-FFF2-40B4-BE49-F238E27FC236}">
                <a16:creationId xmlns:a16="http://schemas.microsoft.com/office/drawing/2014/main" id="{FF290E6A-7F4D-743A-63C2-D34B62EFE250}"/>
              </a:ext>
            </a:extLst>
          </p:cNvPr>
          <p:cNvSpPr>
            <a:spLocks noGrp="1"/>
          </p:cNvSpPr>
          <p:nvPr>
            <p:ph type="body" idx="1"/>
          </p:nvPr>
        </p:nvSpPr>
        <p:spPr/>
        <p:txBody>
          <a:bodyPr/>
          <a:lstStyle/>
          <a:p>
            <a:r>
              <a:rPr lang="en-US" dirty="0"/>
              <a:t>Security</a:t>
            </a:r>
          </a:p>
        </p:txBody>
      </p:sp>
      <p:sp>
        <p:nvSpPr>
          <p:cNvPr id="5" name="TextBox 4">
            <a:extLst>
              <a:ext uri="{FF2B5EF4-FFF2-40B4-BE49-F238E27FC236}">
                <a16:creationId xmlns:a16="http://schemas.microsoft.com/office/drawing/2014/main" id="{932889F0-1DA4-C54B-CBBA-FD76DD866572}"/>
              </a:ext>
            </a:extLst>
          </p:cNvPr>
          <p:cNvSpPr txBox="1"/>
          <p:nvPr/>
        </p:nvSpPr>
        <p:spPr>
          <a:xfrm>
            <a:off x="81002" y="972065"/>
            <a:ext cx="10306912" cy="2246769"/>
          </a:xfrm>
          <a:prstGeom prst="rect">
            <a:avLst/>
          </a:prstGeom>
          <a:noFill/>
        </p:spPr>
        <p:txBody>
          <a:bodyPr wrap="square">
            <a:spAutoFit/>
          </a:bodyPr>
          <a:lstStyle/>
          <a:p>
            <a:r>
              <a:rPr lang="en-US" sz="1400" dirty="0"/>
              <a:t>Describe the security measures applied across the solution to ensure confidentiality, integrity, and availability of data and services.</a:t>
            </a:r>
          </a:p>
          <a:p>
            <a:endParaRPr lang="en-US" sz="1400" dirty="0"/>
          </a:p>
          <a:p>
            <a:pPr marL="285750" indent="-285750">
              <a:buFont typeface="Wingdings" panose="05000000000000000000" pitchFamily="2" charset="2"/>
              <a:buChar char="Ø"/>
            </a:pPr>
            <a:r>
              <a:rPr lang="en-US" sz="1400" dirty="0"/>
              <a:t>Implements OAuth2 and OpenID Connect for authentication and authorization.</a:t>
            </a:r>
          </a:p>
          <a:p>
            <a:pPr marL="285750" indent="-285750">
              <a:buFont typeface="Wingdings" panose="05000000000000000000" pitchFamily="2" charset="2"/>
              <a:buChar char="Ø"/>
            </a:pPr>
            <a:r>
              <a:rPr lang="en-US" sz="1400" dirty="0"/>
              <a:t>Applies role-based access control (RBAC) for user and system permissions.</a:t>
            </a:r>
          </a:p>
          <a:p>
            <a:pPr marL="285750" indent="-285750">
              <a:buFont typeface="Wingdings" panose="05000000000000000000" pitchFamily="2" charset="2"/>
              <a:buChar char="Ø"/>
            </a:pPr>
            <a:r>
              <a:rPr lang="en-US" sz="1400" dirty="0"/>
              <a:t>Ensures secure communication using HTTPS/TLS for all external and internal traffic.</a:t>
            </a:r>
          </a:p>
          <a:p>
            <a:pPr marL="285750" indent="-285750">
              <a:buFont typeface="Wingdings" panose="05000000000000000000" pitchFamily="2" charset="2"/>
              <a:buChar char="Ø"/>
            </a:pPr>
            <a:r>
              <a:rPr lang="en-US" sz="1400" dirty="0"/>
              <a:t>Encrypts sensitive data at rest and in transit following enterprise security standards.</a:t>
            </a:r>
          </a:p>
          <a:p>
            <a:pPr marL="285750" indent="-285750">
              <a:buFont typeface="Wingdings" panose="05000000000000000000" pitchFamily="2" charset="2"/>
              <a:buChar char="Ø"/>
            </a:pPr>
            <a:r>
              <a:rPr lang="en-US" sz="1400" dirty="0"/>
              <a:t>Utilizes API Gateway for request validation, rate limiting, and threat protection.</a:t>
            </a:r>
          </a:p>
          <a:p>
            <a:pPr marL="285750" indent="-285750">
              <a:buFont typeface="Wingdings" panose="05000000000000000000" pitchFamily="2" charset="2"/>
              <a:buChar char="Ø"/>
            </a:pPr>
            <a:r>
              <a:rPr lang="en-US" sz="1400" dirty="0"/>
              <a:t>Applies secure coding practices and performs regular security reviews.</a:t>
            </a:r>
          </a:p>
          <a:p>
            <a:pPr marL="285750" indent="-285750">
              <a:buFont typeface="Wingdings" panose="05000000000000000000" pitchFamily="2" charset="2"/>
              <a:buChar char="Ø"/>
            </a:pPr>
            <a:r>
              <a:rPr lang="en-US" sz="1400" dirty="0"/>
              <a:t>Integrates with enterprise IAM for centralized identity management.</a:t>
            </a:r>
          </a:p>
          <a:p>
            <a:pPr marL="285750" indent="-285750">
              <a:buFont typeface="Wingdings" panose="05000000000000000000" pitchFamily="2" charset="2"/>
              <a:buChar char="Ø"/>
            </a:pPr>
            <a:r>
              <a:rPr lang="en-US" sz="1400" dirty="0"/>
              <a:t>Supports audit logging and monitoring for security event detection.</a:t>
            </a:r>
          </a:p>
        </p:txBody>
      </p:sp>
    </p:spTree>
    <p:extLst>
      <p:ext uri="{BB962C8B-B14F-4D97-AF65-F5344CB8AC3E}">
        <p14:creationId xmlns:p14="http://schemas.microsoft.com/office/powerpoint/2010/main" val="74092008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C1E7AA9C-5FE5-9323-293D-7B56E2B79872}"/>
              </a:ext>
            </a:extLst>
          </p:cNvPr>
          <p:cNvSpPr>
            <a:spLocks noGrp="1"/>
          </p:cNvSpPr>
          <p:nvPr>
            <p:ph type="sldNum" sz="quarter" idx="12"/>
          </p:nvPr>
        </p:nvSpPr>
        <p:spPr/>
        <p:txBody>
          <a:bodyPr/>
          <a:lstStyle/>
          <a:p>
            <a:fld id="{93288B1A-0894-4E52-95D8-2AC74CBED725}" type="slidenum">
              <a:rPr lang="en-US" smtClean="0"/>
              <a:t>13</a:t>
            </a:fld>
            <a:endParaRPr lang="en-US"/>
          </a:p>
        </p:txBody>
      </p:sp>
      <p:sp>
        <p:nvSpPr>
          <p:cNvPr id="3" name="Text Placeholder 2">
            <a:extLst>
              <a:ext uri="{FF2B5EF4-FFF2-40B4-BE49-F238E27FC236}">
                <a16:creationId xmlns:a16="http://schemas.microsoft.com/office/drawing/2014/main" id="{867816BB-C456-7A51-3B8F-FA808CB68F4F}"/>
              </a:ext>
            </a:extLst>
          </p:cNvPr>
          <p:cNvSpPr>
            <a:spLocks noGrp="1"/>
          </p:cNvSpPr>
          <p:nvPr>
            <p:ph type="body" idx="1"/>
          </p:nvPr>
        </p:nvSpPr>
        <p:spPr/>
        <p:txBody>
          <a:bodyPr/>
          <a:lstStyle/>
          <a:p>
            <a:r>
              <a:rPr lang="en-US" dirty="0"/>
              <a:t>Authentication and Authorization</a:t>
            </a:r>
          </a:p>
        </p:txBody>
      </p:sp>
      <p:sp>
        <p:nvSpPr>
          <p:cNvPr id="5" name="TextBox 4">
            <a:extLst>
              <a:ext uri="{FF2B5EF4-FFF2-40B4-BE49-F238E27FC236}">
                <a16:creationId xmlns:a16="http://schemas.microsoft.com/office/drawing/2014/main" id="{22509ED9-06DF-70F4-C752-38470969F884}"/>
              </a:ext>
            </a:extLst>
          </p:cNvPr>
          <p:cNvSpPr txBox="1"/>
          <p:nvPr/>
        </p:nvSpPr>
        <p:spPr>
          <a:xfrm>
            <a:off x="81002" y="873211"/>
            <a:ext cx="9062998" cy="523220"/>
          </a:xfrm>
          <a:prstGeom prst="rect">
            <a:avLst/>
          </a:prstGeom>
          <a:noFill/>
        </p:spPr>
        <p:txBody>
          <a:bodyPr wrap="square">
            <a:spAutoFit/>
          </a:bodyPr>
          <a:lstStyle/>
          <a:p>
            <a:r>
              <a:rPr lang="en-US" sz="1400" dirty="0"/>
              <a:t>Describe how the solution manages user identity verification and access control to ensure secure and compliant system usage with </a:t>
            </a:r>
            <a:r>
              <a:rPr lang="en-US" sz="1400" b="1" dirty="0"/>
              <a:t>sequence flow</a:t>
            </a:r>
            <a:r>
              <a:rPr lang="en-US" sz="1400" dirty="0"/>
              <a:t>.</a:t>
            </a:r>
          </a:p>
        </p:txBody>
      </p:sp>
    </p:spTree>
    <p:extLst>
      <p:ext uri="{BB962C8B-B14F-4D97-AF65-F5344CB8AC3E}">
        <p14:creationId xmlns:p14="http://schemas.microsoft.com/office/powerpoint/2010/main" val="234134760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122D069-8DFA-FB98-0E81-46A7D13B1E5C}"/>
              </a:ext>
            </a:extLst>
          </p:cNvPr>
          <p:cNvSpPr>
            <a:spLocks noGrp="1"/>
          </p:cNvSpPr>
          <p:nvPr>
            <p:ph type="sldNum" sz="quarter" idx="12"/>
          </p:nvPr>
        </p:nvSpPr>
        <p:spPr/>
        <p:txBody>
          <a:bodyPr/>
          <a:lstStyle/>
          <a:p>
            <a:fld id="{93288B1A-0894-4E52-95D8-2AC74CBED725}" type="slidenum">
              <a:rPr lang="en-US" smtClean="0"/>
              <a:t>14</a:t>
            </a:fld>
            <a:endParaRPr lang="en-US"/>
          </a:p>
        </p:txBody>
      </p:sp>
      <p:sp>
        <p:nvSpPr>
          <p:cNvPr id="3" name="Text Placeholder 2">
            <a:extLst>
              <a:ext uri="{FF2B5EF4-FFF2-40B4-BE49-F238E27FC236}">
                <a16:creationId xmlns:a16="http://schemas.microsoft.com/office/drawing/2014/main" id="{930AFCFB-F40E-CF28-0798-B07203315484}"/>
              </a:ext>
            </a:extLst>
          </p:cNvPr>
          <p:cNvSpPr>
            <a:spLocks noGrp="1"/>
          </p:cNvSpPr>
          <p:nvPr>
            <p:ph type="body" idx="1"/>
          </p:nvPr>
        </p:nvSpPr>
        <p:spPr/>
        <p:txBody>
          <a:bodyPr/>
          <a:lstStyle/>
          <a:p>
            <a:r>
              <a:rPr lang="en-US" dirty="0"/>
              <a:t>Audit Trail</a:t>
            </a:r>
          </a:p>
        </p:txBody>
      </p:sp>
      <p:sp>
        <p:nvSpPr>
          <p:cNvPr id="6" name="TextBox 5">
            <a:extLst>
              <a:ext uri="{FF2B5EF4-FFF2-40B4-BE49-F238E27FC236}">
                <a16:creationId xmlns:a16="http://schemas.microsoft.com/office/drawing/2014/main" id="{9474ABBC-AAB1-12B6-0E4F-544747861B02}"/>
              </a:ext>
            </a:extLst>
          </p:cNvPr>
          <p:cNvSpPr txBox="1"/>
          <p:nvPr/>
        </p:nvSpPr>
        <p:spPr>
          <a:xfrm>
            <a:off x="81002" y="1013255"/>
            <a:ext cx="9062998" cy="523220"/>
          </a:xfrm>
          <a:prstGeom prst="rect">
            <a:avLst/>
          </a:prstGeom>
          <a:noFill/>
        </p:spPr>
        <p:txBody>
          <a:bodyPr wrap="square">
            <a:spAutoFit/>
          </a:bodyPr>
          <a:lstStyle/>
          <a:p>
            <a:r>
              <a:rPr lang="en-US" sz="1400" dirty="0"/>
              <a:t>Describe how the system captures, stores, and manages audit information to meet regulatory, compliance, and operational requirements. This includes tracking user actions, system events, and data changes.</a:t>
            </a:r>
          </a:p>
        </p:txBody>
      </p:sp>
    </p:spTree>
    <p:extLst>
      <p:ext uri="{BB962C8B-B14F-4D97-AF65-F5344CB8AC3E}">
        <p14:creationId xmlns:p14="http://schemas.microsoft.com/office/powerpoint/2010/main" val="330764160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F86DA4D-C961-5160-E807-312B75128172}"/>
              </a:ext>
            </a:extLst>
          </p:cNvPr>
          <p:cNvSpPr>
            <a:spLocks noGrp="1"/>
          </p:cNvSpPr>
          <p:nvPr>
            <p:ph type="sldNum" sz="quarter" idx="12"/>
          </p:nvPr>
        </p:nvSpPr>
        <p:spPr/>
        <p:txBody>
          <a:bodyPr/>
          <a:lstStyle/>
          <a:p>
            <a:fld id="{93288B1A-0894-4E52-95D8-2AC74CBED725}" type="slidenum">
              <a:rPr lang="en-US" smtClean="0"/>
              <a:t>15</a:t>
            </a:fld>
            <a:endParaRPr lang="en-US"/>
          </a:p>
        </p:txBody>
      </p:sp>
      <p:sp>
        <p:nvSpPr>
          <p:cNvPr id="3" name="Text Placeholder 2">
            <a:extLst>
              <a:ext uri="{FF2B5EF4-FFF2-40B4-BE49-F238E27FC236}">
                <a16:creationId xmlns:a16="http://schemas.microsoft.com/office/drawing/2014/main" id="{034BC941-541B-1E4C-3F34-859BB7109AA3}"/>
              </a:ext>
            </a:extLst>
          </p:cNvPr>
          <p:cNvSpPr>
            <a:spLocks noGrp="1"/>
          </p:cNvSpPr>
          <p:nvPr>
            <p:ph type="body" idx="1"/>
          </p:nvPr>
        </p:nvSpPr>
        <p:spPr/>
        <p:txBody>
          <a:bodyPr/>
          <a:lstStyle/>
          <a:p>
            <a:r>
              <a:rPr lang="en-US" dirty="0"/>
              <a:t>Database Design</a:t>
            </a:r>
          </a:p>
        </p:txBody>
      </p:sp>
      <p:sp>
        <p:nvSpPr>
          <p:cNvPr id="7" name="TextBox 6">
            <a:extLst>
              <a:ext uri="{FF2B5EF4-FFF2-40B4-BE49-F238E27FC236}">
                <a16:creationId xmlns:a16="http://schemas.microsoft.com/office/drawing/2014/main" id="{6C46AB80-A987-857F-07C0-124A0CCCB738}"/>
              </a:ext>
            </a:extLst>
          </p:cNvPr>
          <p:cNvSpPr txBox="1"/>
          <p:nvPr/>
        </p:nvSpPr>
        <p:spPr>
          <a:xfrm>
            <a:off x="81002" y="1037968"/>
            <a:ext cx="9062998" cy="523220"/>
          </a:xfrm>
          <a:prstGeom prst="rect">
            <a:avLst/>
          </a:prstGeom>
          <a:noFill/>
        </p:spPr>
        <p:txBody>
          <a:bodyPr wrap="square">
            <a:spAutoFit/>
          </a:bodyPr>
          <a:lstStyle/>
          <a:p>
            <a:r>
              <a:rPr lang="en-US" sz="1400" dirty="0"/>
              <a:t>Describe how the solution enforces access control for data, ensuring only authorized users and services can view or modify specific information. The approach may include controls at both the database layer and the application layer.</a:t>
            </a:r>
          </a:p>
        </p:txBody>
      </p:sp>
    </p:spTree>
    <p:extLst>
      <p:ext uri="{BB962C8B-B14F-4D97-AF65-F5344CB8AC3E}">
        <p14:creationId xmlns:p14="http://schemas.microsoft.com/office/powerpoint/2010/main" val="313641622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19C35B9-9927-2891-3F99-3E5FD79A11F0}"/>
              </a:ext>
            </a:extLst>
          </p:cNvPr>
          <p:cNvSpPr>
            <a:spLocks noGrp="1"/>
          </p:cNvSpPr>
          <p:nvPr>
            <p:ph type="sldNum" sz="quarter" idx="12"/>
          </p:nvPr>
        </p:nvSpPr>
        <p:spPr/>
        <p:txBody>
          <a:bodyPr/>
          <a:lstStyle/>
          <a:p>
            <a:fld id="{93288B1A-0894-4E52-95D8-2AC74CBED725}" type="slidenum">
              <a:rPr lang="en-US" smtClean="0"/>
              <a:t>16</a:t>
            </a:fld>
            <a:endParaRPr lang="en-US"/>
          </a:p>
        </p:txBody>
      </p:sp>
      <p:sp>
        <p:nvSpPr>
          <p:cNvPr id="3" name="Text Placeholder 2">
            <a:extLst>
              <a:ext uri="{FF2B5EF4-FFF2-40B4-BE49-F238E27FC236}">
                <a16:creationId xmlns:a16="http://schemas.microsoft.com/office/drawing/2014/main" id="{DA945467-A53C-E3E8-629E-3AF97668212C}"/>
              </a:ext>
            </a:extLst>
          </p:cNvPr>
          <p:cNvSpPr>
            <a:spLocks noGrp="1"/>
          </p:cNvSpPr>
          <p:nvPr>
            <p:ph type="body" idx="1"/>
          </p:nvPr>
        </p:nvSpPr>
        <p:spPr/>
        <p:txBody>
          <a:bodyPr/>
          <a:lstStyle/>
          <a:p>
            <a:r>
              <a:rPr lang="en-US" dirty="0"/>
              <a:t>Data Access Control</a:t>
            </a:r>
          </a:p>
        </p:txBody>
      </p:sp>
      <p:sp>
        <p:nvSpPr>
          <p:cNvPr id="5" name="TextBox 4">
            <a:extLst>
              <a:ext uri="{FF2B5EF4-FFF2-40B4-BE49-F238E27FC236}">
                <a16:creationId xmlns:a16="http://schemas.microsoft.com/office/drawing/2014/main" id="{0C4725E2-6701-DB33-A718-B2E9B52C8070}"/>
              </a:ext>
            </a:extLst>
          </p:cNvPr>
          <p:cNvSpPr txBox="1"/>
          <p:nvPr/>
        </p:nvSpPr>
        <p:spPr>
          <a:xfrm>
            <a:off x="81002" y="996779"/>
            <a:ext cx="9062998" cy="523220"/>
          </a:xfrm>
          <a:prstGeom prst="rect">
            <a:avLst/>
          </a:prstGeom>
          <a:noFill/>
        </p:spPr>
        <p:txBody>
          <a:bodyPr wrap="square">
            <a:spAutoFit/>
          </a:bodyPr>
          <a:lstStyle/>
          <a:p>
            <a:r>
              <a:rPr lang="en-US" sz="1400" dirty="0"/>
              <a:t>Describe the overall data model approach, key entities, storage structure, and design principles applied to support system functionality, performance, and compliance requirements.</a:t>
            </a:r>
          </a:p>
        </p:txBody>
      </p:sp>
    </p:spTree>
    <p:extLst>
      <p:ext uri="{BB962C8B-B14F-4D97-AF65-F5344CB8AC3E}">
        <p14:creationId xmlns:p14="http://schemas.microsoft.com/office/powerpoint/2010/main" val="350699846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F86DA4D-C961-5160-E807-312B75128172}"/>
              </a:ext>
            </a:extLst>
          </p:cNvPr>
          <p:cNvSpPr>
            <a:spLocks noGrp="1"/>
          </p:cNvSpPr>
          <p:nvPr>
            <p:ph type="sldNum" sz="quarter" idx="12"/>
          </p:nvPr>
        </p:nvSpPr>
        <p:spPr/>
        <p:txBody>
          <a:bodyPr/>
          <a:lstStyle/>
          <a:p>
            <a:fld id="{93288B1A-0894-4E52-95D8-2AC74CBED725}" type="slidenum">
              <a:rPr lang="en-US" smtClean="0"/>
              <a:t>17</a:t>
            </a:fld>
            <a:endParaRPr lang="en-US"/>
          </a:p>
        </p:txBody>
      </p:sp>
      <p:sp>
        <p:nvSpPr>
          <p:cNvPr id="3" name="Text Placeholder 2">
            <a:extLst>
              <a:ext uri="{FF2B5EF4-FFF2-40B4-BE49-F238E27FC236}">
                <a16:creationId xmlns:a16="http://schemas.microsoft.com/office/drawing/2014/main" id="{034BC941-541B-1E4C-3F34-859BB7109AA3}"/>
              </a:ext>
            </a:extLst>
          </p:cNvPr>
          <p:cNvSpPr>
            <a:spLocks noGrp="1"/>
          </p:cNvSpPr>
          <p:nvPr>
            <p:ph type="body" idx="1"/>
          </p:nvPr>
        </p:nvSpPr>
        <p:spPr/>
        <p:txBody>
          <a:bodyPr/>
          <a:lstStyle/>
          <a:p>
            <a:r>
              <a:rPr lang="en-US" dirty="0"/>
              <a:t>Database Archival &amp; Housekeeping</a:t>
            </a:r>
          </a:p>
        </p:txBody>
      </p:sp>
      <p:sp>
        <p:nvSpPr>
          <p:cNvPr id="7" name="TextBox 6">
            <a:extLst>
              <a:ext uri="{FF2B5EF4-FFF2-40B4-BE49-F238E27FC236}">
                <a16:creationId xmlns:a16="http://schemas.microsoft.com/office/drawing/2014/main" id="{94E83100-1DC8-490F-83BA-9F34F27C7F12}"/>
              </a:ext>
            </a:extLst>
          </p:cNvPr>
          <p:cNvSpPr txBox="1"/>
          <p:nvPr/>
        </p:nvSpPr>
        <p:spPr>
          <a:xfrm>
            <a:off x="81002" y="1021492"/>
            <a:ext cx="10298674" cy="523220"/>
          </a:xfrm>
          <a:prstGeom prst="rect">
            <a:avLst/>
          </a:prstGeom>
          <a:noFill/>
        </p:spPr>
        <p:txBody>
          <a:bodyPr wrap="square">
            <a:spAutoFit/>
          </a:bodyPr>
          <a:lstStyle/>
          <a:p>
            <a:r>
              <a:rPr lang="en-US" sz="1400" dirty="0"/>
              <a:t>Describe how the solution manages data archival and housekeeping activities to maintain optimal performance, reduce storage costs, and comply with retention requirements. </a:t>
            </a:r>
          </a:p>
        </p:txBody>
      </p:sp>
    </p:spTree>
    <p:extLst>
      <p:ext uri="{BB962C8B-B14F-4D97-AF65-F5344CB8AC3E}">
        <p14:creationId xmlns:p14="http://schemas.microsoft.com/office/powerpoint/2010/main" val="12841282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10BAC26C-D6D1-F4C7-8A29-1199B15FCDB2}"/>
              </a:ext>
            </a:extLst>
          </p:cNvPr>
          <p:cNvSpPr>
            <a:spLocks noGrp="1"/>
          </p:cNvSpPr>
          <p:nvPr>
            <p:ph type="sldNum" sz="quarter" idx="12"/>
          </p:nvPr>
        </p:nvSpPr>
        <p:spPr/>
        <p:txBody>
          <a:bodyPr/>
          <a:lstStyle/>
          <a:p>
            <a:fld id="{93288B1A-0894-4E52-95D8-2AC74CBED725}" type="slidenum">
              <a:rPr lang="en-US" smtClean="0"/>
              <a:t>18</a:t>
            </a:fld>
            <a:endParaRPr lang="en-US"/>
          </a:p>
        </p:txBody>
      </p:sp>
      <p:sp>
        <p:nvSpPr>
          <p:cNvPr id="3" name="Text Placeholder 2">
            <a:extLst>
              <a:ext uri="{FF2B5EF4-FFF2-40B4-BE49-F238E27FC236}">
                <a16:creationId xmlns:a16="http://schemas.microsoft.com/office/drawing/2014/main" id="{890D0FE2-179C-2A88-577A-2BDD310B8964}"/>
              </a:ext>
            </a:extLst>
          </p:cNvPr>
          <p:cNvSpPr>
            <a:spLocks noGrp="1"/>
          </p:cNvSpPr>
          <p:nvPr>
            <p:ph type="body" idx="1"/>
          </p:nvPr>
        </p:nvSpPr>
        <p:spPr/>
        <p:txBody>
          <a:bodyPr/>
          <a:lstStyle/>
          <a:p>
            <a:r>
              <a:rPr lang="en-US" dirty="0"/>
              <a:t>Reporting Database Population</a:t>
            </a:r>
          </a:p>
        </p:txBody>
      </p:sp>
      <p:sp>
        <p:nvSpPr>
          <p:cNvPr id="5" name="TextBox 4">
            <a:extLst>
              <a:ext uri="{FF2B5EF4-FFF2-40B4-BE49-F238E27FC236}">
                <a16:creationId xmlns:a16="http://schemas.microsoft.com/office/drawing/2014/main" id="{3DA6157D-A3D3-A57F-5081-2A9684A373F4}"/>
              </a:ext>
            </a:extLst>
          </p:cNvPr>
          <p:cNvSpPr txBox="1"/>
          <p:nvPr/>
        </p:nvSpPr>
        <p:spPr>
          <a:xfrm>
            <a:off x="81002" y="1037968"/>
            <a:ext cx="10226778" cy="523220"/>
          </a:xfrm>
          <a:prstGeom prst="rect">
            <a:avLst/>
          </a:prstGeom>
          <a:noFill/>
        </p:spPr>
        <p:txBody>
          <a:bodyPr wrap="square">
            <a:spAutoFit/>
          </a:bodyPr>
          <a:lstStyle/>
          <a:p>
            <a:r>
              <a:rPr lang="en-US" sz="1400" dirty="0"/>
              <a:t>Describe how the reporting database is populated to support management reporting, analytics, and dashboards without impacting the performance of the main transactional database.</a:t>
            </a:r>
          </a:p>
        </p:txBody>
      </p:sp>
    </p:spTree>
    <p:extLst>
      <p:ext uri="{BB962C8B-B14F-4D97-AF65-F5344CB8AC3E}">
        <p14:creationId xmlns:p14="http://schemas.microsoft.com/office/powerpoint/2010/main" val="271967818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FD9C983F-458B-06E6-E4F8-F1462FB49156}"/>
              </a:ext>
            </a:extLst>
          </p:cNvPr>
          <p:cNvSpPr>
            <a:spLocks noGrp="1"/>
          </p:cNvSpPr>
          <p:nvPr>
            <p:ph type="sldNum" sz="quarter" idx="12"/>
          </p:nvPr>
        </p:nvSpPr>
        <p:spPr/>
        <p:txBody>
          <a:bodyPr/>
          <a:lstStyle/>
          <a:p>
            <a:fld id="{93288B1A-0894-4E52-95D8-2AC74CBED725}" type="slidenum">
              <a:rPr lang="en-US" smtClean="0"/>
              <a:t>19</a:t>
            </a:fld>
            <a:endParaRPr lang="en-US"/>
          </a:p>
        </p:txBody>
      </p:sp>
      <p:sp>
        <p:nvSpPr>
          <p:cNvPr id="3" name="Text Placeholder 2">
            <a:extLst>
              <a:ext uri="{FF2B5EF4-FFF2-40B4-BE49-F238E27FC236}">
                <a16:creationId xmlns:a16="http://schemas.microsoft.com/office/drawing/2014/main" id="{E2F2EA55-F46C-8AB0-0140-A4E9772F2B82}"/>
              </a:ext>
            </a:extLst>
          </p:cNvPr>
          <p:cNvSpPr>
            <a:spLocks noGrp="1"/>
          </p:cNvSpPr>
          <p:nvPr>
            <p:ph type="body" idx="1"/>
          </p:nvPr>
        </p:nvSpPr>
        <p:spPr/>
        <p:txBody>
          <a:bodyPr/>
          <a:lstStyle/>
          <a:p>
            <a:r>
              <a:rPr lang="en-US" dirty="0"/>
              <a:t>Tech Stack</a:t>
            </a:r>
          </a:p>
        </p:txBody>
      </p:sp>
      <p:sp>
        <p:nvSpPr>
          <p:cNvPr id="6" name="TextBox 5">
            <a:extLst>
              <a:ext uri="{FF2B5EF4-FFF2-40B4-BE49-F238E27FC236}">
                <a16:creationId xmlns:a16="http://schemas.microsoft.com/office/drawing/2014/main" id="{B2B63E4E-A4E5-C86F-B191-2DCB82644107}"/>
              </a:ext>
            </a:extLst>
          </p:cNvPr>
          <p:cNvSpPr txBox="1"/>
          <p:nvPr/>
        </p:nvSpPr>
        <p:spPr>
          <a:xfrm>
            <a:off x="81002" y="864974"/>
            <a:ext cx="10059776" cy="523220"/>
          </a:xfrm>
          <a:prstGeom prst="rect">
            <a:avLst/>
          </a:prstGeom>
          <a:noFill/>
        </p:spPr>
        <p:txBody>
          <a:bodyPr wrap="square">
            <a:spAutoFit/>
          </a:bodyPr>
          <a:lstStyle/>
          <a:p>
            <a:r>
              <a:rPr lang="en-US" sz="1400" dirty="0"/>
              <a:t>Describe the technologies, frameworks, and tools used to build, deploy, and operate the proposed solution. This includes programming languages, platforms, databases, integration tools, and monitoring solutions.</a:t>
            </a:r>
          </a:p>
        </p:txBody>
      </p:sp>
    </p:spTree>
    <p:extLst>
      <p:ext uri="{BB962C8B-B14F-4D97-AF65-F5344CB8AC3E}">
        <p14:creationId xmlns:p14="http://schemas.microsoft.com/office/powerpoint/2010/main" val="418836121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FD9C983F-458B-06E6-E4F8-F1462FB49156}"/>
              </a:ext>
            </a:extLst>
          </p:cNvPr>
          <p:cNvSpPr>
            <a:spLocks noGrp="1"/>
          </p:cNvSpPr>
          <p:nvPr>
            <p:ph type="sldNum" sz="quarter" idx="12"/>
          </p:nvPr>
        </p:nvSpPr>
        <p:spPr/>
        <p:txBody>
          <a:bodyPr/>
          <a:lstStyle/>
          <a:p>
            <a:fld id="{93288B1A-0894-4E52-95D8-2AC74CBED725}" type="slidenum">
              <a:rPr lang="en-US" smtClean="0"/>
              <a:t>20</a:t>
            </a:fld>
            <a:endParaRPr lang="en-US"/>
          </a:p>
        </p:txBody>
      </p:sp>
      <p:sp>
        <p:nvSpPr>
          <p:cNvPr id="3" name="Text Placeholder 2">
            <a:extLst>
              <a:ext uri="{FF2B5EF4-FFF2-40B4-BE49-F238E27FC236}">
                <a16:creationId xmlns:a16="http://schemas.microsoft.com/office/drawing/2014/main" id="{E2F2EA55-F46C-8AB0-0140-A4E9772F2B82}"/>
              </a:ext>
            </a:extLst>
          </p:cNvPr>
          <p:cNvSpPr>
            <a:spLocks noGrp="1"/>
          </p:cNvSpPr>
          <p:nvPr>
            <p:ph type="body" idx="1"/>
          </p:nvPr>
        </p:nvSpPr>
        <p:spPr/>
        <p:txBody>
          <a:bodyPr/>
          <a:lstStyle/>
          <a:p>
            <a:r>
              <a:rPr lang="en-US" dirty="0"/>
              <a:t>BOM</a:t>
            </a:r>
          </a:p>
        </p:txBody>
      </p:sp>
      <p:sp>
        <p:nvSpPr>
          <p:cNvPr id="10" name="TextBox 9">
            <a:extLst>
              <a:ext uri="{FF2B5EF4-FFF2-40B4-BE49-F238E27FC236}">
                <a16:creationId xmlns:a16="http://schemas.microsoft.com/office/drawing/2014/main" id="{DDE052E2-0E9F-C1C3-CFB6-76339C02C630}"/>
              </a:ext>
            </a:extLst>
          </p:cNvPr>
          <p:cNvSpPr txBox="1"/>
          <p:nvPr/>
        </p:nvSpPr>
        <p:spPr>
          <a:xfrm>
            <a:off x="81001" y="980303"/>
            <a:ext cx="10226779" cy="523220"/>
          </a:xfrm>
          <a:prstGeom prst="rect">
            <a:avLst/>
          </a:prstGeom>
          <a:noFill/>
        </p:spPr>
        <p:txBody>
          <a:bodyPr wrap="square">
            <a:spAutoFit/>
          </a:bodyPr>
          <a:lstStyle/>
          <a:p>
            <a:r>
              <a:rPr lang="en-US" sz="1400" dirty="0"/>
              <a:t>Describe the key components, systems, and modules included in the proposed solution. This section provides a clear overview of all major building blocks required to implement the architecture.</a:t>
            </a:r>
          </a:p>
        </p:txBody>
      </p:sp>
    </p:spTree>
    <p:extLst>
      <p:ext uri="{BB962C8B-B14F-4D97-AF65-F5344CB8AC3E}">
        <p14:creationId xmlns:p14="http://schemas.microsoft.com/office/powerpoint/2010/main" val="348986588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FD9C983F-458B-06E6-E4F8-F1462FB49156}"/>
              </a:ext>
            </a:extLst>
          </p:cNvPr>
          <p:cNvSpPr>
            <a:spLocks noGrp="1"/>
          </p:cNvSpPr>
          <p:nvPr>
            <p:ph type="sldNum" sz="quarter" idx="12"/>
          </p:nvPr>
        </p:nvSpPr>
        <p:spPr/>
        <p:txBody>
          <a:bodyPr/>
          <a:lstStyle/>
          <a:p>
            <a:fld id="{93288B1A-0894-4E52-95D8-2AC74CBED725}" type="slidenum">
              <a:rPr lang="en-US" smtClean="0"/>
              <a:t>21</a:t>
            </a:fld>
            <a:endParaRPr lang="en-US"/>
          </a:p>
        </p:txBody>
      </p:sp>
      <p:sp>
        <p:nvSpPr>
          <p:cNvPr id="3" name="Text Placeholder 2">
            <a:extLst>
              <a:ext uri="{FF2B5EF4-FFF2-40B4-BE49-F238E27FC236}">
                <a16:creationId xmlns:a16="http://schemas.microsoft.com/office/drawing/2014/main" id="{E2F2EA55-F46C-8AB0-0140-A4E9772F2B82}"/>
              </a:ext>
            </a:extLst>
          </p:cNvPr>
          <p:cNvSpPr>
            <a:spLocks noGrp="1"/>
          </p:cNvSpPr>
          <p:nvPr>
            <p:ph type="body" idx="1"/>
          </p:nvPr>
        </p:nvSpPr>
        <p:spPr>
          <a:xfrm>
            <a:off x="0" y="3000635"/>
            <a:ext cx="12191999" cy="518983"/>
          </a:xfrm>
        </p:spPr>
        <p:txBody>
          <a:bodyPr/>
          <a:lstStyle/>
          <a:p>
            <a:pPr algn="ctr"/>
            <a:r>
              <a:rPr lang="en-US" dirty="0"/>
              <a:t>Thank You!</a:t>
            </a:r>
          </a:p>
        </p:txBody>
      </p:sp>
    </p:spTree>
    <p:extLst>
      <p:ext uri="{BB962C8B-B14F-4D97-AF65-F5344CB8AC3E}">
        <p14:creationId xmlns:p14="http://schemas.microsoft.com/office/powerpoint/2010/main" val="1784669213"/>
      </p:ext>
    </p:extLst>
  </p:cSld>
  <p:clrMapOvr>
    <a:masterClrMapping/>
  </p:clrMapOvr>
</p:sld>
</file>

<file path=ppt/theme/theme1.xml><?xml version="1.0" encoding="utf-8"?>
<a:theme xmlns:a="http://schemas.openxmlformats.org/drawingml/2006/main" name="6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9fad6302-fdb1-4d2b-bae6-d2fdf9a97a42">
      <Terms xmlns="http://schemas.microsoft.com/office/infopath/2007/PartnerControls"/>
    </lcf76f155ced4ddcb4097134ff3c332f>
    <TaxCatchAll xmlns="76bb2ce8-bb45-4930-a7cf-51d5c3ce9955" xsi:nil="true"/>
    <_Flow_SignoffStatus xmlns="9fad6302-fdb1-4d2b-bae6-d2fdf9a97a42"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159FAA4C2747084B87058E0E0A310158" ma:contentTypeVersion="17" ma:contentTypeDescription="Create a new document." ma:contentTypeScope="" ma:versionID="0d994700019694c4b789f2f92615bef0">
  <xsd:schema xmlns:xsd="http://www.w3.org/2001/XMLSchema" xmlns:xs="http://www.w3.org/2001/XMLSchema" xmlns:p="http://schemas.microsoft.com/office/2006/metadata/properties" xmlns:ns2="9fad6302-fdb1-4d2b-bae6-d2fdf9a97a42" xmlns:ns3="76bb2ce8-bb45-4930-a7cf-51d5c3ce9955" targetNamespace="http://schemas.microsoft.com/office/2006/metadata/properties" ma:root="true" ma:fieldsID="d1a30f74a7ef0c27ba753240d6a6513d" ns2:_="" ns3:_="">
    <xsd:import namespace="9fad6302-fdb1-4d2b-bae6-d2fdf9a97a42"/>
    <xsd:import namespace="76bb2ce8-bb45-4930-a7cf-51d5c3ce9955"/>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AutoKeyPoints" minOccurs="0"/>
                <xsd:element ref="ns2:MediaServiceKeyPoints" minOccurs="0"/>
                <xsd:element ref="ns2:MediaServiceObjectDetectorVersion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SearchProperties" minOccurs="0"/>
                <xsd:element ref="ns2:MediaServiceDateTaken" minOccurs="0"/>
                <xsd:element ref="ns2:MediaLengthInSeconds" minOccurs="0"/>
                <xsd:element ref="ns2:_Flow_Signoff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fad6302-fdb1-4d2b-bae6-d2fdf9a97a4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2" nillable="true" ma:displayName="MediaServiceAutoKeyPoints" ma:hidden="true" ma:internalName="MediaServiceAutoKeyPoints" ma:readOnly="true">
      <xsd:simpleType>
        <xsd:restriction base="dms:Note"/>
      </xsd:simpleType>
    </xsd:element>
    <xsd:element name="MediaServiceKeyPoints" ma:index="13" nillable="true" ma:displayName="KeyPoints" ma:internalName="MediaServiceKeyPoints" ma:readOnly="true">
      <xsd:simpleType>
        <xsd:restriction base="dms:Note">
          <xsd:maxLength value="255"/>
        </xsd:restriction>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2a68c42a-fa4e-4690-8c8d-5e2b77104c2c" ma:termSetId="09814cd3-568e-fe90-9814-8d621ff8fb84" ma:anchorId="fba54fb3-c3e1-fe81-a776-ca4b69148c4d" ma:open="true" ma:isKeyword="false">
      <xsd:complexType>
        <xsd:sequence>
          <xsd:element ref="pc:Terms" minOccurs="0" maxOccurs="1"/>
        </xsd:sequence>
      </xsd:complex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SearchProperties" ma:index="21" nillable="true" ma:displayName="MediaServiceSearchProperties" ma:hidden="true" ma:internalName="MediaServiceSearchProperties" ma:readOnly="true">
      <xsd:simpleType>
        <xsd:restriction base="dms:Note"/>
      </xsd:simpleType>
    </xsd:element>
    <xsd:element name="MediaServiceDateTaken" ma:index="22" nillable="true" ma:displayName="MediaServiceDateTaken" ma:hidden="true" ma:indexed="true" ma:internalName="MediaServiceDateTaken" ma:readOnly="true">
      <xsd:simpleType>
        <xsd:restriction base="dms:Text"/>
      </xsd:simpleType>
    </xsd:element>
    <xsd:element name="MediaLengthInSeconds" ma:index="23" nillable="true" ma:displayName="MediaLengthInSeconds" ma:hidden="true" ma:internalName="MediaLengthInSeconds" ma:readOnly="true">
      <xsd:simpleType>
        <xsd:restriction base="dms:Unknown"/>
      </xsd:simpleType>
    </xsd:element>
    <xsd:element name="_Flow_SignoffStatus" ma:index="24" nillable="true" ma:displayName="Sign-off status" ma:internalName="_x0024_Resources_x003a_core_x002c_Signoff_Status">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6bb2ce8-bb45-4930-a7cf-51d5c3ce9955"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TaxCatchAll" ma:index="17" nillable="true" ma:displayName="Taxonomy Catch All Column" ma:hidden="true" ma:list="{ec937087-0f51-406b-8ce9-5382fca5863b}" ma:internalName="TaxCatchAll" ma:showField="CatchAllData" ma:web="76bb2ce8-bb45-4930-a7cf-51d5c3ce9955">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EB4568BD-1A8E-4633-AD94-D8FBD47F872A}">
  <ds:schemaRefs>
    <ds:schemaRef ds:uri="http://schemas.microsoft.com/office/2006/documentManagement/types"/>
    <ds:schemaRef ds:uri="http://purl.org/dc/elements/1.1/"/>
    <ds:schemaRef ds:uri="http://purl.org/dc/dcmitype/"/>
    <ds:schemaRef ds:uri="http://schemas.openxmlformats.org/package/2006/metadata/core-properties"/>
    <ds:schemaRef ds:uri="http://schemas.microsoft.com/office/infopath/2007/PartnerControls"/>
    <ds:schemaRef ds:uri="http://schemas.microsoft.com/office/2006/metadata/properties"/>
    <ds:schemaRef ds:uri="76bb2ce8-bb45-4930-a7cf-51d5c3ce9955"/>
    <ds:schemaRef ds:uri="9fad6302-fdb1-4d2b-bae6-d2fdf9a97a42"/>
    <ds:schemaRef ds:uri="http://www.w3.org/XML/1998/namespace"/>
    <ds:schemaRef ds:uri="http://purl.org/dc/terms/"/>
  </ds:schemaRefs>
</ds:datastoreItem>
</file>

<file path=customXml/itemProps2.xml><?xml version="1.0" encoding="utf-8"?>
<ds:datastoreItem xmlns:ds="http://schemas.openxmlformats.org/officeDocument/2006/customXml" ds:itemID="{33B31715-BA8D-4E42-B12B-716E5EB2CB9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9fad6302-fdb1-4d2b-bae6-d2fdf9a97a42"/>
    <ds:schemaRef ds:uri="76bb2ce8-bb45-4930-a7cf-51d5c3ce995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8217D971-2416-483F-8C3C-F9A2317247D7}">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21470</TotalTime>
  <Words>971</Words>
  <Application>Microsoft Office PowerPoint</Application>
  <PresentationFormat>Widescreen</PresentationFormat>
  <Paragraphs>106</Paragraphs>
  <Slides>21</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21</vt:i4>
      </vt:variant>
    </vt:vector>
  </HeadingPairs>
  <TitlesOfParts>
    <vt:vector size="27" baseType="lpstr">
      <vt:lpstr>Aptos</vt:lpstr>
      <vt:lpstr>Aptos Narrow</vt:lpstr>
      <vt:lpstr>Arial</vt:lpstr>
      <vt:lpstr>Calibri</vt:lpstr>
      <vt:lpstr>Wingdings</vt:lpstr>
      <vt:lpstr>6_Office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Ei Myat Mon</cp:lastModifiedBy>
  <cp:revision>202</cp:revision>
  <dcterms:created xsi:type="dcterms:W3CDTF">2021-01-16T06:03:56Z</dcterms:created>
  <dcterms:modified xsi:type="dcterms:W3CDTF">2026-01-06T04:00:39Z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0x010100159FAA4C2747084B87058E0E0A310158</vt:lpwstr>
  </property>
  <property fmtid="{D5CDD505-2E9C-101B-9397-08002B2CF9AE}" pid="3" name="MediaServiceImageTags">
    <vt:lpwstr/>
  </property>
</Properties>
</file>