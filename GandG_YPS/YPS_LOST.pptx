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haansoftxlsx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sldIdLst>
    <p:sldId id="256" r:id="rId4"/>
    <p:sldId id="261" r:id="rId5"/>
    <p:sldId id="264" r:id="rId6"/>
    <p:sldId id="262" r:id="rId7"/>
    <p:sldId id="265" r:id="rId8"/>
    <p:sldId id="272" r:id="rId9"/>
    <p:sldId id="273" r:id="rId10"/>
    <p:sldId id="299" r:id="rId11"/>
    <p:sldId id="285" r:id="rId12"/>
    <p:sldId id="302" r:id="rId13"/>
    <p:sldId id="286" r:id="rId14"/>
    <p:sldId id="293" r:id="rId15"/>
    <p:sldId id="301" r:id="rId16"/>
    <p:sldId id="291" r:id="rId17"/>
    <p:sldId id="274" r:id="rId18"/>
    <p:sldId id="287" r:id="rId19"/>
    <p:sldId id="283" r:id="rId20"/>
    <p:sldId id="292" r:id="rId21"/>
    <p:sldId id="278" r:id="rId22"/>
    <p:sldId id="288" r:id="rId23"/>
    <p:sldId id="296" r:id="rId24"/>
    <p:sldId id="289" r:id="rId25"/>
    <p:sldId id="282" r:id="rId26"/>
    <p:sldId id="294" r:id="rId27"/>
    <p:sldId id="269" r:id="rId28"/>
    <p:sldId id="290" r:id="rId29"/>
    <p:sldId id="303" r:id="rId30"/>
    <p:sldId id="297" r:id="rId31"/>
    <p:sldId id="295" r:id="rId32"/>
    <p:sldId id="300" r:id="rId33"/>
    <p:sldId id="270" r:id="rId34"/>
    <p:sldId id="298" r:id="rId35"/>
    <p:sldId id="271" r:id="rId36"/>
    <p:sldId id="257" r:id="rId37"/>
    <p:sldId id="258" r:id="rId38"/>
    <p:sldId id="267" r:id="rId39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37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</c:spPr>
            <c:extLst>
              <c:ext xmlns:c16="http://schemas.microsoft.com/office/drawing/2014/chart" uri="{C3380CC4-5D6E-409C-BE32-E72D297353CC}">
                <c16:uniqueId val="{00000001-AC5C-4751-97F9-8F5482ED40E7}"/>
              </c:ext>
            </c:extLst>
          </c:dPt>
          <c:dPt>
            <c:idx val="1"/>
            <c:bubble3D val="0"/>
            <c:spPr>
              <a:solidFill>
                <a:schemeClr val="accent2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C5C-4751-97F9-8F5482ED40E7}"/>
              </c:ext>
            </c:extLst>
          </c:dPt>
          <c:dPt>
            <c:idx val="2"/>
            <c:bubble3D val="0"/>
            <c:spPr>
              <a:solidFill>
                <a:schemeClr val="accent3">
                  <a:lumMod val="5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5-AC5C-4751-97F9-8F5482ED40E7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C5C-4751-97F9-8F5482ED40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916666666666665E-2"/>
          <c:y val="0"/>
          <c:w val="0.95416666666666672"/>
          <c:h val="0.9958293953411390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E964-4198-A073-5382A12F6206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64-4198-A073-5382A12F62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964-4198-A073-5382A12F6206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64-4198-A073-5382A12F62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964-4198-A073-5382A12F6206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64-4198-A073-5382A12F620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964-4198-A073-5382A12F6206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964-4198-A073-5382A12F62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095038512"/>
        <c:axId val="1289978768"/>
      </c:barChart>
      <c:catAx>
        <c:axId val="109503851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1289978768"/>
        <c:crosses val="autoZero"/>
        <c:auto val="1"/>
        <c:lblAlgn val="ctr"/>
        <c:lblOffset val="100"/>
        <c:noMultiLvlLbl val="0"/>
      </c:catAx>
      <c:valAx>
        <c:axId val="1289978768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10950385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FD3D57-F3BB-4E5E-B091-1500A3C92E81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E924DC90-2427-4BE5-A522-6ACD4563EB45}">
      <dgm:prSet phldrT="[Text]" custT="1"/>
      <dgm:spPr>
        <a:solidFill>
          <a:schemeClr val="accent1">
            <a:lumMod val="50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 anchor="ctr"/>
        <a:lstStyle/>
        <a:p>
          <a:pPr algn="ctr"/>
          <a:r>
            <a:rPr lang="en-US" altLang="ko-KR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A</a:t>
          </a:r>
          <a:endParaRPr lang="en-JM" sz="1600" b="1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</dgm:t>
    </dgm:pt>
    <dgm:pt modelId="{9E545862-1292-4DB6-B36C-D6247532E625}" type="parTrans" cxnId="{685D1073-2D3C-412E-A123-0EF4D596743E}">
      <dgm:prSet/>
      <dgm:spPr/>
      <dgm:t>
        <a:bodyPr/>
        <a:lstStyle/>
        <a:p>
          <a:endParaRPr lang="en-JM">
            <a:solidFill>
              <a:schemeClr val="bg1"/>
            </a:solidFill>
          </a:endParaRPr>
        </a:p>
      </dgm:t>
    </dgm:pt>
    <dgm:pt modelId="{BD5A33EB-119A-4BA7-8787-7DF55D1248BC}" type="sibTrans" cxnId="{685D1073-2D3C-412E-A123-0EF4D596743E}">
      <dgm:prSet/>
      <dgm:spPr/>
      <dgm:t>
        <a:bodyPr/>
        <a:lstStyle/>
        <a:p>
          <a:endParaRPr lang="en-JM">
            <a:solidFill>
              <a:schemeClr val="bg1"/>
            </a:solidFill>
          </a:endParaRPr>
        </a:p>
      </dgm:t>
    </dgm:pt>
    <dgm:pt modelId="{9D67B1F7-C4FF-4E1E-94F4-69209A4E7C47}">
      <dgm:prSet phldrT="[Text]" custT="1"/>
      <dgm:spPr>
        <a:solidFill>
          <a:schemeClr val="accent3"/>
        </a:solidFill>
        <a:ln>
          <a:solidFill>
            <a:schemeClr val="bg1">
              <a:lumMod val="95000"/>
            </a:schemeClr>
          </a:solidFill>
        </a:ln>
      </dgm:spPr>
      <dgm:t>
        <a:bodyPr anchor="ctr"/>
        <a:lstStyle/>
        <a:p>
          <a:pPr algn="ctr"/>
          <a:r>
            <a:rPr lang="en-US" altLang="ko-KR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C</a:t>
          </a:r>
          <a:r>
            <a:rPr lang="ko-KR" altLang="en-US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r>
            <a:rPr lang="en-US" altLang="ko-KR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endParaRPr lang="en-JM" sz="1600" b="1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</dgm:t>
    </dgm:pt>
    <dgm:pt modelId="{BD4D3042-AB5C-4E8F-B8BE-BC3A20988EB3}" type="parTrans" cxnId="{1263D722-8372-4789-B9F5-BFD8D9C870F1}">
      <dgm:prSet/>
      <dgm:spPr/>
      <dgm:t>
        <a:bodyPr/>
        <a:lstStyle/>
        <a:p>
          <a:endParaRPr lang="en-JM">
            <a:solidFill>
              <a:schemeClr val="bg1"/>
            </a:solidFill>
          </a:endParaRPr>
        </a:p>
      </dgm:t>
    </dgm:pt>
    <dgm:pt modelId="{B379D14A-425C-47B8-B779-1E5D839E4BC8}" type="sibTrans" cxnId="{1263D722-8372-4789-B9F5-BFD8D9C870F1}">
      <dgm:prSet/>
      <dgm:spPr/>
      <dgm:t>
        <a:bodyPr/>
        <a:lstStyle/>
        <a:p>
          <a:endParaRPr lang="en-JM">
            <a:solidFill>
              <a:schemeClr val="bg1"/>
            </a:solidFill>
          </a:endParaRPr>
        </a:p>
      </dgm:t>
    </dgm:pt>
    <dgm:pt modelId="{53563D61-A301-4644-8AE7-FCAFDA9A58AB}">
      <dgm:prSet phldrT="[Text]" custT="1"/>
      <dgm:spPr>
        <a:solidFill>
          <a:schemeClr val="accent4">
            <a:lumMod val="60000"/>
            <a:lumOff val="40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 anchor="ctr"/>
        <a:lstStyle/>
        <a:p>
          <a:pPr algn="ctr"/>
          <a:r>
            <a:rPr lang="en-US" altLang="ko-KR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D</a:t>
          </a:r>
          <a:r>
            <a:rPr lang="ko-KR" altLang="en-US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r>
            <a:rPr lang="en-US" altLang="ko-KR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endParaRPr lang="en-JM" sz="1600" b="1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</dgm:t>
    </dgm:pt>
    <dgm:pt modelId="{B60323EE-B859-4184-88BB-62221AE106AB}" type="parTrans" cxnId="{F3697A49-7026-40CE-A2B9-71761A0223E3}">
      <dgm:prSet/>
      <dgm:spPr/>
      <dgm:t>
        <a:bodyPr/>
        <a:lstStyle/>
        <a:p>
          <a:endParaRPr lang="en-JM">
            <a:solidFill>
              <a:schemeClr val="bg1"/>
            </a:solidFill>
          </a:endParaRPr>
        </a:p>
      </dgm:t>
    </dgm:pt>
    <dgm:pt modelId="{426A8813-506E-429E-87DB-53AA3F5535D1}" type="sibTrans" cxnId="{F3697A49-7026-40CE-A2B9-71761A0223E3}">
      <dgm:prSet/>
      <dgm:spPr/>
      <dgm:t>
        <a:bodyPr/>
        <a:lstStyle/>
        <a:p>
          <a:endParaRPr lang="en-JM">
            <a:solidFill>
              <a:schemeClr val="bg1"/>
            </a:solidFill>
          </a:endParaRPr>
        </a:p>
      </dgm:t>
    </dgm:pt>
    <dgm:pt modelId="{9BC44171-365F-452D-AE92-EBE2E89770BA}">
      <dgm:prSet phldrT="[Text]" custT="1"/>
      <dgm:spPr>
        <a:solidFill>
          <a:schemeClr val="accent5">
            <a:lumMod val="40000"/>
            <a:lumOff val="60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 anchor="ctr"/>
        <a:lstStyle/>
        <a:p>
          <a:pPr algn="ctr"/>
          <a:r>
            <a:rPr lang="en-US" altLang="ko-KR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E</a:t>
          </a:r>
          <a:r>
            <a:rPr lang="ko-KR" altLang="en-US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r>
            <a:rPr lang="en-US" altLang="ko-KR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endParaRPr lang="en-JM" sz="1600" b="1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</dgm:t>
    </dgm:pt>
    <dgm:pt modelId="{7679D3FA-0101-42D1-A23D-75BD8EF1DA28}" type="parTrans" cxnId="{15D8F364-6809-49BA-A228-EAE95F4BE6B9}">
      <dgm:prSet/>
      <dgm:spPr/>
      <dgm:t>
        <a:bodyPr/>
        <a:lstStyle/>
        <a:p>
          <a:endParaRPr lang="en-JM">
            <a:solidFill>
              <a:schemeClr val="bg1"/>
            </a:solidFill>
          </a:endParaRPr>
        </a:p>
      </dgm:t>
    </dgm:pt>
    <dgm:pt modelId="{FF5F2014-EE5D-4FD1-9103-39F792365AE5}" type="sibTrans" cxnId="{15D8F364-6809-49BA-A228-EAE95F4BE6B9}">
      <dgm:prSet/>
      <dgm:spPr/>
      <dgm:t>
        <a:bodyPr/>
        <a:lstStyle/>
        <a:p>
          <a:endParaRPr lang="en-JM">
            <a:solidFill>
              <a:schemeClr val="bg1"/>
            </a:solidFill>
          </a:endParaRPr>
        </a:p>
      </dgm:t>
    </dgm:pt>
    <dgm:pt modelId="{85631E1F-364A-4A2A-9989-E896E5049557}">
      <dgm:prSet phldrT="[Text]" custT="1"/>
      <dgm:spPr>
        <a:solidFill>
          <a:schemeClr val="accent2">
            <a:lumMod val="7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 anchor="ctr"/>
        <a:lstStyle/>
        <a:p>
          <a:pPr algn="ctr"/>
          <a:r>
            <a:rPr lang="en-US" altLang="ko-KR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B</a:t>
          </a:r>
          <a:r>
            <a:rPr lang="ko-KR" altLang="en-US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r>
            <a:rPr lang="en-US" altLang="ko-KR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endParaRPr lang="en-JM" sz="1600" b="1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</dgm:t>
    </dgm:pt>
    <dgm:pt modelId="{EBE3CA2F-C22D-4DAD-BBB2-CC29F3FBCF68}" type="parTrans" cxnId="{689B59B0-BF9D-489D-8A96-D6B2CF499ABF}">
      <dgm:prSet/>
      <dgm:spPr/>
      <dgm:t>
        <a:bodyPr/>
        <a:lstStyle/>
        <a:p>
          <a:pPr latinLnBrk="1"/>
          <a:endParaRPr lang="ko-KR" altLang="en-US"/>
        </a:p>
      </dgm:t>
    </dgm:pt>
    <dgm:pt modelId="{DC75A793-C6A2-4960-947A-450C2653BBC6}" type="sibTrans" cxnId="{689B59B0-BF9D-489D-8A96-D6B2CF499ABF}">
      <dgm:prSet/>
      <dgm:spPr/>
      <dgm:t>
        <a:bodyPr/>
        <a:lstStyle/>
        <a:p>
          <a:pPr latinLnBrk="1"/>
          <a:endParaRPr lang="ko-KR" altLang="en-US"/>
        </a:p>
      </dgm:t>
    </dgm:pt>
    <dgm:pt modelId="{6346E340-6B27-47A2-93A8-AA7F0249167F}" type="pres">
      <dgm:prSet presAssocID="{28FD3D57-F3BB-4E5E-B091-1500A3C92E81}" presName="Name0" presStyleCnt="0">
        <dgm:presLayoutVars>
          <dgm:dir/>
          <dgm:animLvl val="lvl"/>
          <dgm:resizeHandles val="exact"/>
        </dgm:presLayoutVars>
      </dgm:prSet>
      <dgm:spPr/>
    </dgm:pt>
    <dgm:pt modelId="{8351BCDF-D287-464A-AB10-4261CFFC4E79}" type="pres">
      <dgm:prSet presAssocID="{E924DC90-2427-4BE5-A522-6ACD4563EB45}" presName="Name8" presStyleCnt="0"/>
      <dgm:spPr/>
    </dgm:pt>
    <dgm:pt modelId="{864F954D-81D4-4546-B08E-448FBA7A18FE}" type="pres">
      <dgm:prSet presAssocID="{E924DC90-2427-4BE5-A522-6ACD4563EB45}" presName="level" presStyleLbl="node1" presStyleIdx="0" presStyleCnt="5" custScaleX="98552" custScaleY="139063">
        <dgm:presLayoutVars>
          <dgm:chMax val="1"/>
          <dgm:bulletEnabled val="1"/>
        </dgm:presLayoutVars>
      </dgm:prSet>
      <dgm:spPr/>
    </dgm:pt>
    <dgm:pt modelId="{A8AE7F33-3372-4D78-96A6-FD2B204E9D9D}" type="pres">
      <dgm:prSet presAssocID="{E924DC90-2427-4BE5-A522-6ACD4563EB4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5295FEF-34B7-47B0-80DB-E881F25871A9}" type="pres">
      <dgm:prSet presAssocID="{85631E1F-364A-4A2A-9989-E896E5049557}" presName="Name8" presStyleCnt="0"/>
      <dgm:spPr/>
    </dgm:pt>
    <dgm:pt modelId="{3CE8FECB-ADC6-4195-8C29-ECF1EEE9F8FA}" type="pres">
      <dgm:prSet presAssocID="{85631E1F-364A-4A2A-9989-E896E5049557}" presName="level" presStyleLbl="node1" presStyleIdx="1" presStyleCnt="5">
        <dgm:presLayoutVars>
          <dgm:chMax val="1"/>
          <dgm:bulletEnabled val="1"/>
        </dgm:presLayoutVars>
      </dgm:prSet>
      <dgm:spPr/>
    </dgm:pt>
    <dgm:pt modelId="{DC549F7C-7B63-4EBA-944C-0C5CAC570546}" type="pres">
      <dgm:prSet presAssocID="{85631E1F-364A-4A2A-9989-E896E504955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F7100C5-692A-476D-9242-E6DE2BFA407E}" type="pres">
      <dgm:prSet presAssocID="{9D67B1F7-C4FF-4E1E-94F4-69209A4E7C47}" presName="Name8" presStyleCnt="0"/>
      <dgm:spPr/>
    </dgm:pt>
    <dgm:pt modelId="{753AA43A-5097-42D8-A3EF-20B11215D8F3}" type="pres">
      <dgm:prSet presAssocID="{9D67B1F7-C4FF-4E1E-94F4-69209A4E7C47}" presName="level" presStyleLbl="node1" presStyleIdx="2" presStyleCnt="5">
        <dgm:presLayoutVars>
          <dgm:chMax val="1"/>
          <dgm:bulletEnabled val="1"/>
        </dgm:presLayoutVars>
      </dgm:prSet>
      <dgm:spPr/>
    </dgm:pt>
    <dgm:pt modelId="{7E617F38-6BB2-4E03-8198-FF7E7F898924}" type="pres">
      <dgm:prSet presAssocID="{9D67B1F7-C4FF-4E1E-94F4-69209A4E7C4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9C42FD2-6503-4F77-8487-9B33E0527141}" type="pres">
      <dgm:prSet presAssocID="{53563D61-A301-4644-8AE7-FCAFDA9A58AB}" presName="Name8" presStyleCnt="0"/>
      <dgm:spPr/>
    </dgm:pt>
    <dgm:pt modelId="{E6279944-4AC5-4561-B5D0-64EE0E57E695}" type="pres">
      <dgm:prSet presAssocID="{53563D61-A301-4644-8AE7-FCAFDA9A58AB}" presName="level" presStyleLbl="node1" presStyleIdx="3" presStyleCnt="5">
        <dgm:presLayoutVars>
          <dgm:chMax val="1"/>
          <dgm:bulletEnabled val="1"/>
        </dgm:presLayoutVars>
      </dgm:prSet>
      <dgm:spPr/>
    </dgm:pt>
    <dgm:pt modelId="{2E9D1362-172A-4369-8415-6E089FA67356}" type="pres">
      <dgm:prSet presAssocID="{53563D61-A301-4644-8AE7-FCAFDA9A58A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55855A1-EC9E-41EF-AA5C-B0A6C62BC58F}" type="pres">
      <dgm:prSet presAssocID="{9BC44171-365F-452D-AE92-EBE2E89770BA}" presName="Name8" presStyleCnt="0"/>
      <dgm:spPr/>
    </dgm:pt>
    <dgm:pt modelId="{285279A8-A2FF-4704-92DF-4753853CE322}" type="pres">
      <dgm:prSet presAssocID="{9BC44171-365F-452D-AE92-EBE2E89770BA}" presName="level" presStyleLbl="node1" presStyleIdx="4" presStyleCnt="5">
        <dgm:presLayoutVars>
          <dgm:chMax val="1"/>
          <dgm:bulletEnabled val="1"/>
        </dgm:presLayoutVars>
      </dgm:prSet>
      <dgm:spPr/>
    </dgm:pt>
    <dgm:pt modelId="{48B1057C-5EDF-4EC8-9A6B-B059EB7B0F8E}" type="pres">
      <dgm:prSet presAssocID="{9BC44171-365F-452D-AE92-EBE2E89770BA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04570C11-0AAF-4105-B53C-59BDB2A1EB11}" type="presOf" srcId="{28FD3D57-F3BB-4E5E-B091-1500A3C92E81}" destId="{6346E340-6B27-47A2-93A8-AA7F0249167F}" srcOrd="0" destOrd="0" presId="urn:microsoft.com/office/officeart/2005/8/layout/pyramid1"/>
    <dgm:cxn modelId="{66D00D19-FA9D-4051-B6B5-B80F0AC47E4A}" type="presOf" srcId="{85631E1F-364A-4A2A-9989-E896E5049557}" destId="{DC549F7C-7B63-4EBA-944C-0C5CAC570546}" srcOrd="1" destOrd="0" presId="urn:microsoft.com/office/officeart/2005/8/layout/pyramid1"/>
    <dgm:cxn modelId="{1263D722-8372-4789-B9F5-BFD8D9C870F1}" srcId="{28FD3D57-F3BB-4E5E-B091-1500A3C92E81}" destId="{9D67B1F7-C4FF-4E1E-94F4-69209A4E7C47}" srcOrd="2" destOrd="0" parTransId="{BD4D3042-AB5C-4E8F-B8BE-BC3A20988EB3}" sibTransId="{B379D14A-425C-47B8-B779-1E5D839E4BC8}"/>
    <dgm:cxn modelId="{31A5E032-4767-484E-9516-2D6EC1BAC818}" type="presOf" srcId="{53563D61-A301-4644-8AE7-FCAFDA9A58AB}" destId="{2E9D1362-172A-4369-8415-6E089FA67356}" srcOrd="1" destOrd="0" presId="urn:microsoft.com/office/officeart/2005/8/layout/pyramid1"/>
    <dgm:cxn modelId="{F2629F3A-4FE3-4B3E-B83D-0555BE7C8FBD}" type="presOf" srcId="{85631E1F-364A-4A2A-9989-E896E5049557}" destId="{3CE8FECB-ADC6-4195-8C29-ECF1EEE9F8FA}" srcOrd="0" destOrd="0" presId="urn:microsoft.com/office/officeart/2005/8/layout/pyramid1"/>
    <dgm:cxn modelId="{15D8F364-6809-49BA-A228-EAE95F4BE6B9}" srcId="{28FD3D57-F3BB-4E5E-B091-1500A3C92E81}" destId="{9BC44171-365F-452D-AE92-EBE2E89770BA}" srcOrd="4" destOrd="0" parTransId="{7679D3FA-0101-42D1-A23D-75BD8EF1DA28}" sibTransId="{FF5F2014-EE5D-4FD1-9103-39F792365AE5}"/>
    <dgm:cxn modelId="{F3697A49-7026-40CE-A2B9-71761A0223E3}" srcId="{28FD3D57-F3BB-4E5E-B091-1500A3C92E81}" destId="{53563D61-A301-4644-8AE7-FCAFDA9A58AB}" srcOrd="3" destOrd="0" parTransId="{B60323EE-B859-4184-88BB-62221AE106AB}" sibTransId="{426A8813-506E-429E-87DB-53AA3F5535D1}"/>
    <dgm:cxn modelId="{8FDB5E6D-661C-41AC-9FA0-91D3F8FFD6D9}" type="presOf" srcId="{9D67B1F7-C4FF-4E1E-94F4-69209A4E7C47}" destId="{7E617F38-6BB2-4E03-8198-FF7E7F898924}" srcOrd="1" destOrd="0" presId="urn:microsoft.com/office/officeart/2005/8/layout/pyramid1"/>
    <dgm:cxn modelId="{685D1073-2D3C-412E-A123-0EF4D596743E}" srcId="{28FD3D57-F3BB-4E5E-B091-1500A3C92E81}" destId="{E924DC90-2427-4BE5-A522-6ACD4563EB45}" srcOrd="0" destOrd="0" parTransId="{9E545862-1292-4DB6-B36C-D6247532E625}" sibTransId="{BD5A33EB-119A-4BA7-8787-7DF55D1248BC}"/>
    <dgm:cxn modelId="{A88E4273-F7D4-48AF-943F-7FA4DF9C2606}" type="presOf" srcId="{E924DC90-2427-4BE5-A522-6ACD4563EB45}" destId="{A8AE7F33-3372-4D78-96A6-FD2B204E9D9D}" srcOrd="1" destOrd="0" presId="urn:microsoft.com/office/officeart/2005/8/layout/pyramid1"/>
    <dgm:cxn modelId="{33ED1854-A9ED-45DA-8913-7FC839AAB981}" type="presOf" srcId="{9BC44171-365F-452D-AE92-EBE2E89770BA}" destId="{285279A8-A2FF-4704-92DF-4753853CE322}" srcOrd="0" destOrd="0" presId="urn:microsoft.com/office/officeart/2005/8/layout/pyramid1"/>
    <dgm:cxn modelId="{723E9675-955D-4A18-A032-DE43ECB85624}" type="presOf" srcId="{E924DC90-2427-4BE5-A522-6ACD4563EB45}" destId="{864F954D-81D4-4546-B08E-448FBA7A18FE}" srcOrd="0" destOrd="0" presId="urn:microsoft.com/office/officeart/2005/8/layout/pyramid1"/>
    <dgm:cxn modelId="{BD1903A1-E006-4340-B4CF-7CD782490A38}" type="presOf" srcId="{53563D61-A301-4644-8AE7-FCAFDA9A58AB}" destId="{E6279944-4AC5-4561-B5D0-64EE0E57E695}" srcOrd="0" destOrd="0" presId="urn:microsoft.com/office/officeart/2005/8/layout/pyramid1"/>
    <dgm:cxn modelId="{689B59B0-BF9D-489D-8A96-D6B2CF499ABF}" srcId="{28FD3D57-F3BB-4E5E-B091-1500A3C92E81}" destId="{85631E1F-364A-4A2A-9989-E896E5049557}" srcOrd="1" destOrd="0" parTransId="{EBE3CA2F-C22D-4DAD-BBB2-CC29F3FBCF68}" sibTransId="{DC75A793-C6A2-4960-947A-450C2653BBC6}"/>
    <dgm:cxn modelId="{739B5CEA-1932-4053-852F-247E63691C79}" type="presOf" srcId="{9D67B1F7-C4FF-4E1E-94F4-69209A4E7C47}" destId="{753AA43A-5097-42D8-A3EF-20B11215D8F3}" srcOrd="0" destOrd="0" presId="urn:microsoft.com/office/officeart/2005/8/layout/pyramid1"/>
    <dgm:cxn modelId="{AE3EB5FA-4927-4388-BD48-8F9079826EFA}" type="presOf" srcId="{9BC44171-365F-452D-AE92-EBE2E89770BA}" destId="{48B1057C-5EDF-4EC8-9A6B-B059EB7B0F8E}" srcOrd="1" destOrd="0" presId="urn:microsoft.com/office/officeart/2005/8/layout/pyramid1"/>
    <dgm:cxn modelId="{724B3B8E-5A8F-455C-8CB0-246FA07650C9}" type="presParOf" srcId="{6346E340-6B27-47A2-93A8-AA7F0249167F}" destId="{8351BCDF-D287-464A-AB10-4261CFFC4E79}" srcOrd="0" destOrd="0" presId="urn:microsoft.com/office/officeart/2005/8/layout/pyramid1"/>
    <dgm:cxn modelId="{B83998B2-F33F-4A19-AA8B-C12ABE92F459}" type="presParOf" srcId="{8351BCDF-D287-464A-AB10-4261CFFC4E79}" destId="{864F954D-81D4-4546-B08E-448FBA7A18FE}" srcOrd="0" destOrd="0" presId="urn:microsoft.com/office/officeart/2005/8/layout/pyramid1"/>
    <dgm:cxn modelId="{FF697D92-14FA-49DE-854A-3B45160627C8}" type="presParOf" srcId="{8351BCDF-D287-464A-AB10-4261CFFC4E79}" destId="{A8AE7F33-3372-4D78-96A6-FD2B204E9D9D}" srcOrd="1" destOrd="0" presId="urn:microsoft.com/office/officeart/2005/8/layout/pyramid1"/>
    <dgm:cxn modelId="{6D9A8C80-BA20-44C0-99AE-EE8926DED6ED}" type="presParOf" srcId="{6346E340-6B27-47A2-93A8-AA7F0249167F}" destId="{45295FEF-34B7-47B0-80DB-E881F25871A9}" srcOrd="1" destOrd="0" presId="urn:microsoft.com/office/officeart/2005/8/layout/pyramid1"/>
    <dgm:cxn modelId="{8C832AED-0FDB-40CA-9B4E-8C02CD2D33C4}" type="presParOf" srcId="{45295FEF-34B7-47B0-80DB-E881F25871A9}" destId="{3CE8FECB-ADC6-4195-8C29-ECF1EEE9F8FA}" srcOrd="0" destOrd="0" presId="urn:microsoft.com/office/officeart/2005/8/layout/pyramid1"/>
    <dgm:cxn modelId="{ACBFE7D8-DD9F-41BE-A1DD-16390180B717}" type="presParOf" srcId="{45295FEF-34B7-47B0-80DB-E881F25871A9}" destId="{DC549F7C-7B63-4EBA-944C-0C5CAC570546}" srcOrd="1" destOrd="0" presId="urn:microsoft.com/office/officeart/2005/8/layout/pyramid1"/>
    <dgm:cxn modelId="{2EDC6386-FD2E-4944-AD02-6C33BADDF850}" type="presParOf" srcId="{6346E340-6B27-47A2-93A8-AA7F0249167F}" destId="{BF7100C5-692A-476D-9242-E6DE2BFA407E}" srcOrd="2" destOrd="0" presId="urn:microsoft.com/office/officeart/2005/8/layout/pyramid1"/>
    <dgm:cxn modelId="{9F690A36-CAD6-4D83-A70F-6D713D279C68}" type="presParOf" srcId="{BF7100C5-692A-476D-9242-E6DE2BFA407E}" destId="{753AA43A-5097-42D8-A3EF-20B11215D8F3}" srcOrd="0" destOrd="0" presId="urn:microsoft.com/office/officeart/2005/8/layout/pyramid1"/>
    <dgm:cxn modelId="{5F0851C6-5FFF-49BF-8B49-C965411D433D}" type="presParOf" srcId="{BF7100C5-692A-476D-9242-E6DE2BFA407E}" destId="{7E617F38-6BB2-4E03-8198-FF7E7F898924}" srcOrd="1" destOrd="0" presId="urn:microsoft.com/office/officeart/2005/8/layout/pyramid1"/>
    <dgm:cxn modelId="{2A13AAA8-9828-4015-BBB7-DE44145677B4}" type="presParOf" srcId="{6346E340-6B27-47A2-93A8-AA7F0249167F}" destId="{29C42FD2-6503-4F77-8487-9B33E0527141}" srcOrd="3" destOrd="0" presId="urn:microsoft.com/office/officeart/2005/8/layout/pyramid1"/>
    <dgm:cxn modelId="{00F821B7-D3E5-4C49-B208-956861463A6F}" type="presParOf" srcId="{29C42FD2-6503-4F77-8487-9B33E0527141}" destId="{E6279944-4AC5-4561-B5D0-64EE0E57E695}" srcOrd="0" destOrd="0" presId="urn:microsoft.com/office/officeart/2005/8/layout/pyramid1"/>
    <dgm:cxn modelId="{C91F242C-6B21-4D23-AA2B-248635A67730}" type="presParOf" srcId="{29C42FD2-6503-4F77-8487-9B33E0527141}" destId="{2E9D1362-172A-4369-8415-6E089FA67356}" srcOrd="1" destOrd="0" presId="urn:microsoft.com/office/officeart/2005/8/layout/pyramid1"/>
    <dgm:cxn modelId="{130A802C-F9E0-46A4-9B2E-CAB53EFCE87E}" type="presParOf" srcId="{6346E340-6B27-47A2-93A8-AA7F0249167F}" destId="{E55855A1-EC9E-41EF-AA5C-B0A6C62BC58F}" srcOrd="4" destOrd="0" presId="urn:microsoft.com/office/officeart/2005/8/layout/pyramid1"/>
    <dgm:cxn modelId="{BD156B57-D9E2-44F0-9AD7-4D9DF28539CB}" type="presParOf" srcId="{E55855A1-EC9E-41EF-AA5C-B0A6C62BC58F}" destId="{285279A8-A2FF-4704-92DF-4753853CE322}" srcOrd="0" destOrd="0" presId="urn:microsoft.com/office/officeart/2005/8/layout/pyramid1"/>
    <dgm:cxn modelId="{413DE596-B7D9-4866-8068-990990E67353}" type="presParOf" srcId="{E55855A1-EC9E-41EF-AA5C-B0A6C62BC58F}" destId="{48B1057C-5EDF-4EC8-9A6B-B059EB7B0F8E}" srcOrd="1" destOrd="0" presId="urn:microsoft.com/office/officeart/2005/8/layout/pyramid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4F954D-81D4-4546-B08E-448FBA7A18FE}">
      <dsp:nvSpPr>
        <dsp:cNvPr id="0" name=""/>
        <dsp:cNvSpPr/>
      </dsp:nvSpPr>
      <dsp:spPr>
        <a:xfrm>
          <a:off x="1428530" y="0"/>
          <a:ext cx="973992" cy="847624"/>
        </a:xfrm>
        <a:prstGeom prst="trapezoid">
          <a:avLst>
            <a:gd name="adj" fmla="val 58298"/>
          </a:avLst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bg1">
              <a:lumMod val="9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A</a:t>
          </a:r>
          <a:endParaRPr lang="en-JM" sz="1600" b="1" kern="12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</dsp:txBody>
      <dsp:txXfrm>
        <a:off x="1428530" y="0"/>
        <a:ext cx="973992" cy="847624"/>
      </dsp:txXfrm>
    </dsp:sp>
    <dsp:sp modelId="{3CE8FECB-ADC6-4195-8C29-ECF1EEE9F8FA}">
      <dsp:nvSpPr>
        <dsp:cNvPr id="0" name=""/>
        <dsp:cNvSpPr/>
      </dsp:nvSpPr>
      <dsp:spPr>
        <a:xfrm>
          <a:off x="1066031" y="847624"/>
          <a:ext cx="1698991" cy="609525"/>
        </a:xfrm>
        <a:prstGeom prst="trapezoid">
          <a:avLst>
            <a:gd name="adj" fmla="val 58298"/>
          </a:avLst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bg1">
              <a:lumMod val="9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B</a:t>
          </a:r>
          <a:r>
            <a:rPr lang="ko-KR" altLang="en-US" sz="16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r>
            <a:rPr lang="en-US" altLang="ko-KR" sz="16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endParaRPr lang="en-JM" sz="1600" b="1" kern="12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</dsp:txBody>
      <dsp:txXfrm>
        <a:off x="1363354" y="847624"/>
        <a:ext cx="1104344" cy="609525"/>
      </dsp:txXfrm>
    </dsp:sp>
    <dsp:sp modelId="{753AA43A-5097-42D8-A3EF-20B11215D8F3}">
      <dsp:nvSpPr>
        <dsp:cNvPr id="0" name=""/>
        <dsp:cNvSpPr/>
      </dsp:nvSpPr>
      <dsp:spPr>
        <a:xfrm>
          <a:off x="710687" y="1457150"/>
          <a:ext cx="2409678" cy="609525"/>
        </a:xfrm>
        <a:prstGeom prst="trapezoid">
          <a:avLst>
            <a:gd name="adj" fmla="val 58298"/>
          </a:avLst>
        </a:prstGeom>
        <a:solidFill>
          <a:schemeClr val="accent3"/>
        </a:solidFill>
        <a:ln w="25400" cap="flat" cmpd="sng" algn="ctr">
          <a:solidFill>
            <a:schemeClr val="bg1">
              <a:lumMod val="9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C</a:t>
          </a:r>
          <a:r>
            <a:rPr lang="ko-KR" altLang="en-US" sz="16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r>
            <a:rPr lang="en-US" altLang="ko-KR" sz="16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endParaRPr lang="en-JM" sz="1600" b="1" kern="12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</dsp:txBody>
      <dsp:txXfrm>
        <a:off x="1132381" y="1457150"/>
        <a:ext cx="1566291" cy="609525"/>
      </dsp:txXfrm>
    </dsp:sp>
    <dsp:sp modelId="{E6279944-4AC5-4561-B5D0-64EE0E57E695}">
      <dsp:nvSpPr>
        <dsp:cNvPr id="0" name=""/>
        <dsp:cNvSpPr/>
      </dsp:nvSpPr>
      <dsp:spPr>
        <a:xfrm>
          <a:off x="355343" y="2066676"/>
          <a:ext cx="3120366" cy="609525"/>
        </a:xfrm>
        <a:prstGeom prst="trapezoid">
          <a:avLst>
            <a:gd name="adj" fmla="val 58298"/>
          </a:avLst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bg1">
              <a:lumMod val="9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D</a:t>
          </a:r>
          <a:r>
            <a:rPr lang="ko-KR" altLang="en-US" sz="16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r>
            <a:rPr lang="en-US" altLang="ko-KR" sz="16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endParaRPr lang="en-JM" sz="1600" b="1" kern="12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</dsp:txBody>
      <dsp:txXfrm>
        <a:off x="901407" y="2066676"/>
        <a:ext cx="2028238" cy="609525"/>
      </dsp:txXfrm>
    </dsp:sp>
    <dsp:sp modelId="{285279A8-A2FF-4704-92DF-4753853CE322}">
      <dsp:nvSpPr>
        <dsp:cNvPr id="0" name=""/>
        <dsp:cNvSpPr/>
      </dsp:nvSpPr>
      <dsp:spPr>
        <a:xfrm>
          <a:off x="0" y="2676202"/>
          <a:ext cx="3831054" cy="609525"/>
        </a:xfrm>
        <a:prstGeom prst="trapezoid">
          <a:avLst>
            <a:gd name="adj" fmla="val 58298"/>
          </a:avLst>
        </a:prstGeom>
        <a:solidFill>
          <a:schemeClr val="accent5">
            <a:lumMod val="40000"/>
            <a:lumOff val="60000"/>
          </a:schemeClr>
        </a:solidFill>
        <a:ln w="25400" cap="flat" cmpd="sng" algn="ctr">
          <a:solidFill>
            <a:schemeClr val="bg1">
              <a:lumMod val="9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E</a:t>
          </a:r>
          <a:r>
            <a:rPr lang="ko-KR" altLang="en-US" sz="16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r>
            <a:rPr lang="en-US" altLang="ko-KR" sz="1600" b="1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 </a:t>
          </a:r>
          <a:endParaRPr lang="en-JM" sz="1600" b="1" kern="12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</dsp:txBody>
      <dsp:txXfrm>
        <a:off x="670434" y="2676202"/>
        <a:ext cx="2490185" cy="6095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19548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771550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339502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915566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104456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995686"/>
            <a:ext cx="9144000" cy="2880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1167594"/>
            <a:ext cx="2880000" cy="280831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264000" y="0"/>
            <a:ext cx="2880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479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131536"/>
            <a:ext cx="5796136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Image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694140" y="2211700"/>
            <a:ext cx="1944216" cy="25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9910" y="2211700"/>
            <a:ext cx="1944216" cy="25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2565681" y="2211700"/>
            <a:ext cx="1944216" cy="25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01452" y="447700"/>
            <a:ext cx="1944216" cy="43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5065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230919"/>
            <a:ext cx="3294112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230919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42432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7" r:id="rId8"/>
    <p:sldLayoutId id="2147483664" r:id="rId9"/>
    <p:sldLayoutId id="2147483668" r:id="rId10"/>
    <p:sldLayoutId id="2147483669" r:id="rId11"/>
    <p:sldLayoutId id="2147483665" r:id="rId12"/>
    <p:sldLayoutId id="2147483670" r:id="rId13"/>
    <p:sldLayoutId id="2147483672" r:id="rId14"/>
    <p:sldLayoutId id="2147483656" r:id="rId1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hlinkClick r:id="rId2"/>
          </p:cNvPr>
          <p:cNvSpPr txBox="1"/>
          <p:nvPr/>
        </p:nvSpPr>
        <p:spPr>
          <a:xfrm>
            <a:off x="0" y="4844068"/>
            <a:ext cx="9144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cs typeface="Arial" pitchFamily="34" charset="0"/>
                <a:hlinkClick r:id="rId2"/>
              </a:rPr>
              <a:t>http://www.free-powerpoint-templates-design.com</a:t>
            </a:r>
            <a:endParaRPr lang="ko-KR" altLang="en-US" sz="8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altLang="ko-KR" sz="3600" dirty="0">
                <a:ea typeface="맑은 고딕" pitchFamily="50" charset="-127"/>
              </a:rPr>
              <a:t>FREE PPT TEMPLATES</a:t>
            </a:r>
            <a:endParaRPr lang="en-US" altLang="ko-KR" sz="36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dirty="0"/>
              <a:t>INSERT THE TITLE OF YOUR PRESENTATION HERE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96336" y="195486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LogoType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2411760" y="267494"/>
            <a:ext cx="6732240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Agenda Style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2984973" y="1131591"/>
            <a:ext cx="5611091" cy="576000"/>
            <a:chOff x="2984973" y="1131591"/>
            <a:chExt cx="5611091" cy="576000"/>
          </a:xfrm>
        </p:grpSpPr>
        <p:sp>
          <p:nvSpPr>
            <p:cNvPr id="4" name="Round Same Side Corner Rectangle 3"/>
            <p:cNvSpPr/>
            <p:nvPr/>
          </p:nvSpPr>
          <p:spPr>
            <a:xfrm rot="5400000">
              <a:off x="5719936" y="-1240513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1131591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1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988072" y="1234925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01</a:t>
              </a:r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667248" y="1258262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Your Text Here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526670" y="1697876"/>
            <a:ext cx="47897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984973" y="2023433"/>
            <a:ext cx="5611091" cy="576000"/>
            <a:chOff x="2984973" y="2023433"/>
            <a:chExt cx="5611091" cy="576000"/>
          </a:xfrm>
        </p:grpSpPr>
        <p:sp>
          <p:nvSpPr>
            <p:cNvPr id="15" name="Round Same Side Corner Rectangle 14"/>
            <p:cNvSpPr/>
            <p:nvPr/>
          </p:nvSpPr>
          <p:spPr>
            <a:xfrm rot="5400000">
              <a:off x="5719936" y="-348671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6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2023433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2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988072" y="2126767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2"/>
                  </a:solidFill>
                  <a:cs typeface="Arial" pitchFamily="34" charset="0"/>
                </a:rPr>
                <a:t>02</a:t>
              </a:r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3667248" y="2150104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Your Text Here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526670" y="2589718"/>
            <a:ext cx="47897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2984973" y="2915275"/>
            <a:ext cx="5611091" cy="576000"/>
            <a:chOff x="2984973" y="2915275"/>
            <a:chExt cx="5611091" cy="576000"/>
          </a:xfrm>
        </p:grpSpPr>
        <p:sp>
          <p:nvSpPr>
            <p:cNvPr id="20" name="Round Same Side Corner Rectangle 19"/>
            <p:cNvSpPr/>
            <p:nvPr/>
          </p:nvSpPr>
          <p:spPr>
            <a:xfrm rot="5400000">
              <a:off x="5719936" y="543171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1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2915275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3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988072" y="3018609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3"/>
                  </a:solidFill>
                  <a:cs typeface="Arial" pitchFamily="34" charset="0"/>
                </a:rPr>
                <a:t>03</a:t>
              </a:r>
            </a:p>
          </p:txBody>
        </p:sp>
        <p:sp>
          <p:nvSpPr>
            <p:cNvPr id="23" name="TextBox 22"/>
            <p:cNvSpPr txBox="1"/>
            <p:nvPr/>
          </p:nvSpPr>
          <p:spPr bwMode="auto">
            <a:xfrm>
              <a:off x="3667248" y="3041946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Your Text Here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526670" y="3481560"/>
            <a:ext cx="47897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2984973" y="3807117"/>
            <a:ext cx="5611091" cy="576000"/>
            <a:chOff x="2984973" y="3807117"/>
            <a:chExt cx="5611091" cy="576000"/>
          </a:xfrm>
        </p:grpSpPr>
        <p:sp>
          <p:nvSpPr>
            <p:cNvPr id="25" name="Round Same Side Corner Rectangle 24"/>
            <p:cNvSpPr/>
            <p:nvPr/>
          </p:nvSpPr>
          <p:spPr>
            <a:xfrm rot="5400000">
              <a:off x="5719936" y="1435013"/>
              <a:ext cx="432048" cy="53202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6" name="AutoShape 92"/>
            <p:cNvSpPr>
              <a:spLocks noChangeAspect="1" noChangeArrowheads="1"/>
            </p:cNvSpPr>
            <p:nvPr/>
          </p:nvSpPr>
          <p:spPr bwMode="auto">
            <a:xfrm rot="16200000" flipH="1">
              <a:off x="2984973" y="3807117"/>
              <a:ext cx="576000" cy="576000"/>
            </a:xfrm>
            <a:prstGeom prst="ellipse">
              <a:avLst/>
            </a:prstGeom>
            <a:solidFill>
              <a:schemeClr val="bg1"/>
            </a:solidFill>
            <a:ln w="50800">
              <a:solidFill>
                <a:schemeClr val="accent4"/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988072" y="3910451"/>
              <a:ext cx="569802" cy="369332"/>
            </a:xfrm>
            <a:prstGeom prst="rect">
              <a:avLst/>
            </a:prstGeom>
            <a:noFill/>
          </p:spPr>
          <p:txBody>
            <a:bodyPr wrap="square" tIns="0" bIns="0" rtlCol="0" anchor="ctr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4"/>
                  </a:solidFill>
                  <a:cs typeface="Arial" pitchFamily="34" charset="0"/>
                </a:rPr>
                <a:t>04</a:t>
              </a:r>
            </a:p>
          </p:txBody>
        </p:sp>
        <p:sp>
          <p:nvSpPr>
            <p:cNvPr id="28" name="TextBox 27"/>
            <p:cNvSpPr txBox="1"/>
            <p:nvPr/>
          </p:nvSpPr>
          <p:spPr bwMode="auto">
            <a:xfrm>
              <a:off x="3667248" y="3933788"/>
              <a:ext cx="4752528" cy="307777"/>
            </a:xfrm>
            <a:prstGeom prst="rect">
              <a:avLst/>
            </a:prstGeom>
            <a:noFill/>
            <a:effectLst/>
          </p:spPr>
          <p:txBody>
            <a:bodyPr wrap="square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Your Text Here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526670" y="4373402"/>
            <a:ext cx="47897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</a:t>
            </a:r>
          </a:p>
        </p:txBody>
      </p: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Section Break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01234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Welcome!!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ounded Rectangle 27"/>
          <p:cNvSpPr/>
          <p:nvPr/>
        </p:nvSpPr>
        <p:spPr>
          <a:xfrm>
            <a:off x="4241667" y="1589480"/>
            <a:ext cx="660663" cy="50747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365182" y="3119538"/>
            <a:ext cx="241348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</a:t>
            </a:r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Our Services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Oval 3"/>
          <p:cNvSpPr/>
          <p:nvPr/>
        </p:nvSpPr>
        <p:spPr>
          <a:xfrm>
            <a:off x="4849012" y="1690289"/>
            <a:ext cx="693414" cy="69341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672724" y="1690289"/>
            <a:ext cx="693414" cy="6934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Oval 5"/>
          <p:cNvSpPr/>
          <p:nvPr/>
        </p:nvSpPr>
        <p:spPr>
          <a:xfrm>
            <a:off x="693076" y="3327229"/>
            <a:ext cx="693414" cy="69341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849012" y="3327229"/>
            <a:ext cx="693414" cy="69341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717112" y="1821553"/>
            <a:ext cx="604639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463" y="3458493"/>
            <a:ext cx="604639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3400" y="1821553"/>
            <a:ext cx="604639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3400" y="3458493"/>
            <a:ext cx="604639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04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432669" y="1482998"/>
            <a:ext cx="2932815" cy="1107996"/>
            <a:chOff x="1448989" y="1595280"/>
            <a:chExt cx="3030085" cy="1107996"/>
          </a:xfrm>
        </p:grpSpPr>
        <p:sp>
          <p:nvSpPr>
            <p:cNvPr id="13" name="TextBox 12"/>
            <p:cNvSpPr txBox="1"/>
            <p:nvPr/>
          </p:nvSpPr>
          <p:spPr>
            <a:xfrm>
              <a:off x="1454023" y="1872279"/>
              <a:ext cx="3023679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48989" y="1595280"/>
              <a:ext cx="303008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482388" y="3119938"/>
            <a:ext cx="2932815" cy="1107996"/>
            <a:chOff x="1448989" y="1595280"/>
            <a:chExt cx="3030085" cy="1107996"/>
          </a:xfrm>
        </p:grpSpPr>
        <p:sp>
          <p:nvSpPr>
            <p:cNvPr id="16" name="TextBox 15"/>
            <p:cNvSpPr txBox="1"/>
            <p:nvPr/>
          </p:nvSpPr>
          <p:spPr>
            <a:xfrm>
              <a:off x="1454023" y="1872279"/>
              <a:ext cx="3023679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448989" y="1595280"/>
              <a:ext cx="303008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656236" y="1481454"/>
            <a:ext cx="2932815" cy="1107996"/>
            <a:chOff x="1448989" y="1595280"/>
            <a:chExt cx="3030085" cy="1107996"/>
          </a:xfrm>
        </p:grpSpPr>
        <p:sp>
          <p:nvSpPr>
            <p:cNvPr id="19" name="TextBox 18"/>
            <p:cNvSpPr txBox="1"/>
            <p:nvPr/>
          </p:nvSpPr>
          <p:spPr>
            <a:xfrm>
              <a:off x="1454023" y="1872279"/>
              <a:ext cx="3023679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48989" y="1595280"/>
              <a:ext cx="303008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2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705955" y="3118394"/>
            <a:ext cx="2932815" cy="1107996"/>
            <a:chOff x="1448989" y="1595280"/>
            <a:chExt cx="3030085" cy="1107996"/>
          </a:xfrm>
        </p:grpSpPr>
        <p:sp>
          <p:nvSpPr>
            <p:cNvPr id="22" name="TextBox 21"/>
            <p:cNvSpPr txBox="1"/>
            <p:nvPr/>
          </p:nvSpPr>
          <p:spPr>
            <a:xfrm>
              <a:off x="1454023" y="1872279"/>
              <a:ext cx="3023679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448989" y="1595280"/>
              <a:ext cx="303008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3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940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Our Team Layout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611560" y="3075806"/>
            <a:ext cx="1728192" cy="1648869"/>
            <a:chOff x="3779911" y="3327771"/>
            <a:chExt cx="1584177" cy="1648869"/>
          </a:xfrm>
        </p:grpSpPr>
        <p:sp>
          <p:nvSpPr>
            <p:cNvPr id="55" name="Text Placeholder 17"/>
            <p:cNvSpPr txBox="1">
              <a:spLocks/>
            </p:cNvSpPr>
            <p:nvPr/>
          </p:nvSpPr>
          <p:spPr>
            <a:xfrm>
              <a:off x="3779911" y="3327771"/>
              <a:ext cx="1584177" cy="318675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Name Here</a:t>
              </a:r>
            </a:p>
          </p:txBody>
        </p:sp>
        <p:sp>
          <p:nvSpPr>
            <p:cNvPr id="56" name="Text Placeholder 18"/>
            <p:cNvSpPr txBox="1">
              <a:spLocks/>
            </p:cNvSpPr>
            <p:nvPr/>
          </p:nvSpPr>
          <p:spPr>
            <a:xfrm>
              <a:off x="3779911" y="3711633"/>
              <a:ext cx="1584177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accent1"/>
                  </a:solidFill>
                  <a:cs typeface="Arial" pitchFamily="34" charset="0"/>
                </a:rPr>
                <a:t>Programmer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779911" y="3960977"/>
              <a:ext cx="158417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680666" y="3075806"/>
            <a:ext cx="1728192" cy="1648869"/>
            <a:chOff x="3779911" y="3327771"/>
            <a:chExt cx="1584177" cy="1648869"/>
          </a:xfrm>
        </p:grpSpPr>
        <p:sp>
          <p:nvSpPr>
            <p:cNvPr id="59" name="Text Placeholder 17"/>
            <p:cNvSpPr txBox="1">
              <a:spLocks/>
            </p:cNvSpPr>
            <p:nvPr/>
          </p:nvSpPr>
          <p:spPr>
            <a:xfrm>
              <a:off x="3779911" y="3327771"/>
              <a:ext cx="1584177" cy="318675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Name Here</a:t>
              </a:r>
            </a:p>
          </p:txBody>
        </p:sp>
        <p:sp>
          <p:nvSpPr>
            <p:cNvPr id="60" name="Text Placeholder 18"/>
            <p:cNvSpPr txBox="1">
              <a:spLocks/>
            </p:cNvSpPr>
            <p:nvPr/>
          </p:nvSpPr>
          <p:spPr>
            <a:xfrm>
              <a:off x="3779911" y="3711633"/>
              <a:ext cx="1584177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accent2"/>
                  </a:solidFill>
                  <a:cs typeface="Arial" pitchFamily="34" charset="0"/>
                </a:rPr>
                <a:t>Programmer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779911" y="3960977"/>
              <a:ext cx="158417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4749772" y="3075806"/>
            <a:ext cx="1728192" cy="1648869"/>
            <a:chOff x="3779911" y="3327771"/>
            <a:chExt cx="1584177" cy="1648869"/>
          </a:xfrm>
        </p:grpSpPr>
        <p:sp>
          <p:nvSpPr>
            <p:cNvPr id="63" name="Text Placeholder 17"/>
            <p:cNvSpPr txBox="1">
              <a:spLocks/>
            </p:cNvSpPr>
            <p:nvPr/>
          </p:nvSpPr>
          <p:spPr>
            <a:xfrm>
              <a:off x="3779911" y="3327771"/>
              <a:ext cx="1584177" cy="318675"/>
            </a:xfrm>
            <a:prstGeom prst="rect">
              <a:avLst/>
            </a:prstGeom>
            <a:solidFill>
              <a:schemeClr val="accent3"/>
            </a:solidFill>
            <a:ln w="19050">
              <a:noFill/>
            </a:ln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Name Here</a:t>
              </a:r>
            </a:p>
          </p:txBody>
        </p:sp>
        <p:sp>
          <p:nvSpPr>
            <p:cNvPr id="64" name="Text Placeholder 18"/>
            <p:cNvSpPr txBox="1">
              <a:spLocks/>
            </p:cNvSpPr>
            <p:nvPr/>
          </p:nvSpPr>
          <p:spPr>
            <a:xfrm>
              <a:off x="3779911" y="3711633"/>
              <a:ext cx="1584177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accent3"/>
                  </a:solidFill>
                  <a:cs typeface="Arial" pitchFamily="34" charset="0"/>
                </a:rPr>
                <a:t>Programmer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779911" y="3960977"/>
              <a:ext cx="158417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6818878" y="3075806"/>
            <a:ext cx="1728192" cy="1648869"/>
            <a:chOff x="3779911" y="3327771"/>
            <a:chExt cx="1584177" cy="1648869"/>
          </a:xfrm>
        </p:grpSpPr>
        <p:sp>
          <p:nvSpPr>
            <p:cNvPr id="67" name="Text Placeholder 17"/>
            <p:cNvSpPr txBox="1">
              <a:spLocks/>
            </p:cNvSpPr>
            <p:nvPr/>
          </p:nvSpPr>
          <p:spPr>
            <a:xfrm>
              <a:off x="3779911" y="3327771"/>
              <a:ext cx="1584177" cy="318675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Name Here</a:t>
              </a:r>
            </a:p>
          </p:txBody>
        </p:sp>
        <p:sp>
          <p:nvSpPr>
            <p:cNvPr id="68" name="Text Placeholder 18"/>
            <p:cNvSpPr txBox="1">
              <a:spLocks/>
            </p:cNvSpPr>
            <p:nvPr/>
          </p:nvSpPr>
          <p:spPr>
            <a:xfrm>
              <a:off x="3779911" y="3711633"/>
              <a:ext cx="1584177" cy="249580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accent4"/>
                  </a:solidFill>
                  <a:cs typeface="Arial" pitchFamily="34" charset="0"/>
                </a:rPr>
                <a:t>Programmer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779911" y="3960977"/>
              <a:ext cx="158417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573FFDEB-8315-4031-A14D-B9E05AEE8659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5048602F-E74C-456D-858E-A85D7B13D059}"/>
              </a:ext>
            </a:extLst>
          </p:cNvPr>
          <p:cNvSpPr>
            <a:spLocks noGrp="1"/>
          </p:cNvSpPr>
          <p:nvPr>
            <p:ph type="pic" idx="12"/>
          </p:nvPr>
        </p:nvSpPr>
        <p:spPr/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A041886C-4548-474C-84D7-96BD05E9F97F}"/>
              </a:ext>
            </a:extLst>
          </p:cNvPr>
          <p:cNvSpPr>
            <a:spLocks noGrp="1"/>
          </p:cNvSpPr>
          <p:nvPr>
            <p:ph type="pic" idx="13"/>
          </p:nvPr>
        </p:nvSpPr>
        <p:spPr/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5B7685A7-A2F2-4C87-8AE6-4B512AB78101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</p:spTree>
    <p:extLst>
      <p:ext uri="{BB962C8B-B14F-4D97-AF65-F5344CB8AC3E}">
        <p14:creationId xmlns:p14="http://schemas.microsoft.com/office/powerpoint/2010/main" val="3051959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967676" y="2053064"/>
            <a:ext cx="1073" cy="1512000"/>
          </a:xfrm>
          <a:prstGeom prst="line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566189" y="2053064"/>
            <a:ext cx="1073" cy="1512000"/>
          </a:xfrm>
          <a:prstGeom prst="line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164702" y="2053064"/>
            <a:ext cx="1073" cy="1512000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907229" y="2053064"/>
            <a:ext cx="0" cy="1512000"/>
          </a:xfrm>
          <a:prstGeom prst="line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369163" y="2053064"/>
            <a:ext cx="0" cy="1512000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Timeline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2862618"/>
            <a:ext cx="9144000" cy="769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09123" y="2502578"/>
            <a:ext cx="720080" cy="720080"/>
          </a:xfrm>
          <a:prstGeom prst="ellipse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Oval 10"/>
          <p:cNvSpPr/>
          <p:nvPr/>
        </p:nvSpPr>
        <p:spPr>
          <a:xfrm>
            <a:off x="2607636" y="2502578"/>
            <a:ext cx="720080" cy="720080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Oval 11"/>
          <p:cNvSpPr/>
          <p:nvPr/>
        </p:nvSpPr>
        <p:spPr>
          <a:xfrm>
            <a:off x="4206149" y="2502578"/>
            <a:ext cx="720080" cy="720080"/>
          </a:xfrm>
          <a:prstGeom prst="ellipse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Oval 12"/>
          <p:cNvSpPr/>
          <p:nvPr/>
        </p:nvSpPr>
        <p:spPr>
          <a:xfrm>
            <a:off x="5804662" y="2502578"/>
            <a:ext cx="720080" cy="720080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Oval 13"/>
          <p:cNvSpPr/>
          <p:nvPr/>
        </p:nvSpPr>
        <p:spPr>
          <a:xfrm>
            <a:off x="7403173" y="2358562"/>
            <a:ext cx="1008112" cy="100811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15" name="Group 14"/>
          <p:cNvGrpSpPr/>
          <p:nvPr/>
        </p:nvGrpSpPr>
        <p:grpSpPr>
          <a:xfrm>
            <a:off x="829448" y="1718093"/>
            <a:ext cx="1079430" cy="369332"/>
            <a:chOff x="604227" y="3010206"/>
            <a:chExt cx="1079430" cy="369332"/>
          </a:xfrm>
        </p:grpSpPr>
        <p:sp>
          <p:nvSpPr>
            <p:cNvPr id="16" name="Rounded Rectangle 15"/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5129" y="3010206"/>
              <a:ext cx="697627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800" b="1" dirty="0">
                  <a:solidFill>
                    <a:schemeClr val="bg1"/>
                  </a:solidFill>
                  <a:cs typeface="Arial" pitchFamily="34" charset="0"/>
                </a:rPr>
                <a:t>2015</a:t>
              </a:r>
              <a:endParaRPr lang="ko-KR" altLang="en-US" sz="1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429034" y="1718093"/>
            <a:ext cx="1079430" cy="369332"/>
            <a:chOff x="604227" y="3010206"/>
            <a:chExt cx="1079430" cy="369332"/>
          </a:xfrm>
        </p:grpSpPr>
        <p:sp>
          <p:nvSpPr>
            <p:cNvPr id="19" name="Rounded Rectangle 18"/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95129" y="3010206"/>
              <a:ext cx="697627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800" b="1" dirty="0">
                  <a:solidFill>
                    <a:schemeClr val="bg1"/>
                  </a:solidFill>
                  <a:cs typeface="Arial" pitchFamily="34" charset="0"/>
                </a:rPr>
                <a:t>2016</a:t>
              </a:r>
              <a:endParaRPr lang="ko-KR" altLang="en-US" sz="1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028620" y="1718093"/>
            <a:ext cx="1079430" cy="369332"/>
            <a:chOff x="604227" y="3010206"/>
            <a:chExt cx="1079430" cy="369332"/>
          </a:xfrm>
        </p:grpSpPr>
        <p:sp>
          <p:nvSpPr>
            <p:cNvPr id="22" name="Rounded Rectangle 21"/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95129" y="3010206"/>
              <a:ext cx="697627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800" b="1" dirty="0">
                  <a:solidFill>
                    <a:schemeClr val="bg1"/>
                  </a:solidFill>
                  <a:cs typeface="Arial" pitchFamily="34" charset="0"/>
                </a:rPr>
                <a:t>2017</a:t>
              </a:r>
              <a:endParaRPr lang="ko-KR" altLang="en-US" sz="1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628207" y="1707654"/>
            <a:ext cx="1079430" cy="369332"/>
            <a:chOff x="604227" y="3010206"/>
            <a:chExt cx="1079430" cy="369332"/>
          </a:xfrm>
        </p:grpSpPr>
        <p:sp>
          <p:nvSpPr>
            <p:cNvPr id="25" name="Rounded Rectangle 24"/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95129" y="3010206"/>
              <a:ext cx="697627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800" b="1" dirty="0">
                  <a:solidFill>
                    <a:schemeClr val="bg1"/>
                  </a:solidFill>
                  <a:cs typeface="Arial" pitchFamily="34" charset="0"/>
                </a:rPr>
                <a:t>2018</a:t>
              </a:r>
              <a:endParaRPr lang="ko-KR" altLang="en-US" sz="18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367514" y="1718093"/>
            <a:ext cx="1079430" cy="369332"/>
            <a:chOff x="604227" y="3010206"/>
            <a:chExt cx="1079430" cy="369332"/>
          </a:xfrm>
        </p:grpSpPr>
        <p:sp>
          <p:nvSpPr>
            <p:cNvPr id="28" name="Rounded Rectangle 27"/>
            <p:cNvSpPr/>
            <p:nvPr/>
          </p:nvSpPr>
          <p:spPr>
            <a:xfrm>
              <a:off x="604227" y="3014852"/>
              <a:ext cx="1079430" cy="3600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5129" y="3010206"/>
              <a:ext cx="697627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1800" b="1" dirty="0">
                  <a:solidFill>
                    <a:schemeClr val="accent1"/>
                  </a:solidFill>
                  <a:cs typeface="Arial" pitchFamily="34" charset="0"/>
                </a:rPr>
                <a:t>2019</a:t>
              </a:r>
              <a:endParaRPr lang="ko-KR" altLang="en-US" sz="18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sp>
        <p:nvSpPr>
          <p:cNvPr id="30" name="Oval 21"/>
          <p:cNvSpPr>
            <a:spLocks noChangeAspect="1"/>
          </p:cNvSpPr>
          <p:nvPr/>
        </p:nvSpPr>
        <p:spPr>
          <a:xfrm>
            <a:off x="7678157" y="2631632"/>
            <a:ext cx="458144" cy="461971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Rectangle 9"/>
          <p:cNvSpPr/>
          <p:nvPr/>
        </p:nvSpPr>
        <p:spPr>
          <a:xfrm>
            <a:off x="6021769" y="2725806"/>
            <a:ext cx="292306" cy="273624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Donut 24"/>
          <p:cNvSpPr/>
          <p:nvPr/>
        </p:nvSpPr>
        <p:spPr>
          <a:xfrm>
            <a:off x="4394514" y="2689546"/>
            <a:ext cx="343349" cy="346144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Rounded Rectangle 27"/>
          <p:cNvSpPr/>
          <p:nvPr/>
        </p:nvSpPr>
        <p:spPr>
          <a:xfrm>
            <a:off x="2819691" y="2722450"/>
            <a:ext cx="325230" cy="24982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4" name="Rounded Rectangle 7"/>
          <p:cNvSpPr/>
          <p:nvPr/>
        </p:nvSpPr>
        <p:spPr>
          <a:xfrm>
            <a:off x="1194770" y="2689546"/>
            <a:ext cx="348786" cy="3009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5" name="Group 34"/>
          <p:cNvGrpSpPr/>
          <p:nvPr/>
        </p:nvGrpSpPr>
        <p:grpSpPr>
          <a:xfrm>
            <a:off x="653129" y="3611958"/>
            <a:ext cx="1402807" cy="1048024"/>
            <a:chOff x="803640" y="3362835"/>
            <a:chExt cx="2059657" cy="1048024"/>
          </a:xfrm>
        </p:grpSpPr>
        <p:sp>
          <p:nvSpPr>
            <p:cNvPr id="36" name="TextBox 35"/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252715" y="3611958"/>
            <a:ext cx="1402807" cy="1048024"/>
            <a:chOff x="803640" y="3362835"/>
            <a:chExt cx="2059657" cy="1048024"/>
          </a:xfrm>
        </p:grpSpPr>
        <p:sp>
          <p:nvSpPr>
            <p:cNvPr id="39" name="TextBox 38"/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852301" y="3611958"/>
            <a:ext cx="1402807" cy="1048024"/>
            <a:chOff x="803640" y="3362835"/>
            <a:chExt cx="2059657" cy="1048024"/>
          </a:xfrm>
        </p:grpSpPr>
        <p:sp>
          <p:nvSpPr>
            <p:cNvPr id="42" name="TextBox 41"/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451888" y="3611958"/>
            <a:ext cx="1402807" cy="1048024"/>
            <a:chOff x="803640" y="3362835"/>
            <a:chExt cx="2059657" cy="1048024"/>
          </a:xfrm>
        </p:grpSpPr>
        <p:sp>
          <p:nvSpPr>
            <p:cNvPr id="45" name="TextBox 44"/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7191195" y="3611958"/>
            <a:ext cx="1402807" cy="1048024"/>
            <a:chOff x="803640" y="3362835"/>
            <a:chExt cx="2059657" cy="1048024"/>
          </a:xfrm>
        </p:grpSpPr>
        <p:sp>
          <p:nvSpPr>
            <p:cNvPr id="48" name="TextBox 47"/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0213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3"/>
          <p:cNvSpPr txBox="1">
            <a:spLocks/>
          </p:cNvSpPr>
          <p:nvPr/>
        </p:nvSpPr>
        <p:spPr>
          <a:xfrm>
            <a:off x="539552" y="236135"/>
            <a:ext cx="3456384" cy="1551077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Portfolio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Presentation Designed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95580-1A31-4462-8F77-7DDADC7122AD}"/>
              </a:ext>
            </a:extLst>
          </p:cNvPr>
          <p:cNvSpPr txBox="1"/>
          <p:nvPr/>
        </p:nvSpPr>
        <p:spPr>
          <a:xfrm>
            <a:off x="4932040" y="411509"/>
            <a:ext cx="3384376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This PowerPoint Template has clean and neutral design that can be adapted to any content and meets various market segments. With this many slides you are able to make a complete PowerPoint Presentation that best suit your needs. 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30C711-2FB7-4B7A-B695-851F67E0BB38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77501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8" name="Teardrop 27"/>
          <p:cNvSpPr/>
          <p:nvPr/>
        </p:nvSpPr>
        <p:spPr>
          <a:xfrm rot="2700000">
            <a:off x="6585079" y="1547344"/>
            <a:ext cx="1692000" cy="1692000"/>
          </a:xfrm>
          <a:prstGeom prst="teardrop">
            <a:avLst/>
          </a:prstGeom>
          <a:solidFill>
            <a:schemeClr val="accent1">
              <a:lumMod val="5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Oval 28"/>
          <p:cNvSpPr/>
          <p:nvPr/>
        </p:nvSpPr>
        <p:spPr>
          <a:xfrm>
            <a:off x="6670852" y="1630227"/>
            <a:ext cx="1512000" cy="1512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Teardrop 29"/>
          <p:cNvSpPr/>
          <p:nvPr/>
        </p:nvSpPr>
        <p:spPr>
          <a:xfrm rot="2700000">
            <a:off x="4679026" y="1547344"/>
            <a:ext cx="1692000" cy="1692000"/>
          </a:xfrm>
          <a:prstGeom prst="teardrop">
            <a:avLst/>
          </a:prstGeom>
          <a:solidFill>
            <a:schemeClr val="accent2">
              <a:lumMod val="75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Oval 30"/>
          <p:cNvSpPr/>
          <p:nvPr/>
        </p:nvSpPr>
        <p:spPr>
          <a:xfrm>
            <a:off x="4764799" y="1630227"/>
            <a:ext cx="1512000" cy="1512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Teardrop 31"/>
          <p:cNvSpPr/>
          <p:nvPr/>
        </p:nvSpPr>
        <p:spPr>
          <a:xfrm rot="2700000">
            <a:off x="2772973" y="1547344"/>
            <a:ext cx="1692000" cy="1692000"/>
          </a:xfrm>
          <a:prstGeom prst="teardrop">
            <a:avLst/>
          </a:prstGeom>
          <a:solidFill>
            <a:schemeClr val="accent3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Oval 32"/>
          <p:cNvSpPr/>
          <p:nvPr/>
        </p:nvSpPr>
        <p:spPr>
          <a:xfrm>
            <a:off x="2858746" y="1630227"/>
            <a:ext cx="1512000" cy="1512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Teardrop 33"/>
          <p:cNvSpPr/>
          <p:nvPr/>
        </p:nvSpPr>
        <p:spPr>
          <a:xfrm rot="2700000">
            <a:off x="866920" y="1547344"/>
            <a:ext cx="1692000" cy="1692000"/>
          </a:xfrm>
          <a:prstGeom prst="teardrop">
            <a:avLst/>
          </a:prstGeom>
          <a:solidFill>
            <a:schemeClr val="accent4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Oval 34"/>
          <p:cNvSpPr/>
          <p:nvPr/>
        </p:nvSpPr>
        <p:spPr>
          <a:xfrm>
            <a:off x="952693" y="1630227"/>
            <a:ext cx="1512000" cy="1512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55323" y="2571750"/>
            <a:ext cx="131519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Text Here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61376" y="2571750"/>
            <a:ext cx="131519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Text Here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67429" y="2571750"/>
            <a:ext cx="131519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Text Here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73482" y="2571750"/>
            <a:ext cx="131519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Text Here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848824" y="3493224"/>
            <a:ext cx="1728192" cy="1152128"/>
            <a:chOff x="848824" y="3219822"/>
            <a:chExt cx="1728192" cy="1152128"/>
          </a:xfrm>
        </p:grpSpPr>
        <p:sp>
          <p:nvSpPr>
            <p:cNvPr id="41" name="TextBox 40"/>
            <p:cNvSpPr txBox="1"/>
            <p:nvPr/>
          </p:nvSpPr>
          <p:spPr>
            <a:xfrm>
              <a:off x="848824" y="3219822"/>
              <a:ext cx="172819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Your 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48824" y="3540953"/>
              <a:ext cx="1728192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2754877" y="3493224"/>
            <a:ext cx="1728192" cy="1152128"/>
            <a:chOff x="2754877" y="3219822"/>
            <a:chExt cx="1728192" cy="1152128"/>
          </a:xfrm>
        </p:grpSpPr>
        <p:sp>
          <p:nvSpPr>
            <p:cNvPr id="44" name="TextBox 43"/>
            <p:cNvSpPr txBox="1"/>
            <p:nvPr/>
          </p:nvSpPr>
          <p:spPr>
            <a:xfrm>
              <a:off x="2754877" y="3219822"/>
              <a:ext cx="172819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Your 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754877" y="3540953"/>
              <a:ext cx="1728192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660930" y="3493224"/>
            <a:ext cx="1728192" cy="1152128"/>
            <a:chOff x="4660930" y="3219822"/>
            <a:chExt cx="1728192" cy="1152128"/>
          </a:xfrm>
        </p:grpSpPr>
        <p:sp>
          <p:nvSpPr>
            <p:cNvPr id="47" name="TextBox 46"/>
            <p:cNvSpPr txBox="1"/>
            <p:nvPr/>
          </p:nvSpPr>
          <p:spPr>
            <a:xfrm>
              <a:off x="4660930" y="3219822"/>
              <a:ext cx="172819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Your 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660930" y="3540953"/>
              <a:ext cx="1728192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6566983" y="3493224"/>
            <a:ext cx="1728192" cy="1152128"/>
            <a:chOff x="6566983" y="3219822"/>
            <a:chExt cx="1728192" cy="1152128"/>
          </a:xfrm>
        </p:grpSpPr>
        <p:sp>
          <p:nvSpPr>
            <p:cNvPr id="50" name="TextBox 49"/>
            <p:cNvSpPr txBox="1"/>
            <p:nvPr/>
          </p:nvSpPr>
          <p:spPr>
            <a:xfrm>
              <a:off x="6566983" y="3219822"/>
              <a:ext cx="172819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itchFamily="34" charset="0"/>
                </a:rPr>
                <a:t>Your Text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566983" y="3540953"/>
              <a:ext cx="1728192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</a:t>
              </a:r>
            </a:p>
          </p:txBody>
        </p:sp>
      </p:grpSp>
      <p:sp>
        <p:nvSpPr>
          <p:cNvPr id="52" name="Rectangle 9"/>
          <p:cNvSpPr/>
          <p:nvPr/>
        </p:nvSpPr>
        <p:spPr>
          <a:xfrm>
            <a:off x="3435339" y="2143211"/>
            <a:ext cx="367269" cy="343795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Rectangle 23"/>
          <p:cNvSpPr/>
          <p:nvPr/>
        </p:nvSpPr>
        <p:spPr>
          <a:xfrm>
            <a:off x="7213211" y="2169217"/>
            <a:ext cx="435738" cy="256312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Rectangle 30"/>
          <p:cNvSpPr/>
          <p:nvPr/>
        </p:nvSpPr>
        <p:spPr>
          <a:xfrm>
            <a:off x="1548393" y="2106579"/>
            <a:ext cx="329053" cy="32809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5" name="Oval 7"/>
          <p:cNvSpPr/>
          <p:nvPr/>
        </p:nvSpPr>
        <p:spPr>
          <a:xfrm>
            <a:off x="5329905" y="2105659"/>
            <a:ext cx="390242" cy="39024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945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/>
          <p:cNvSpPr txBox="1">
            <a:spLocks/>
          </p:cNvSpPr>
          <p:nvPr/>
        </p:nvSpPr>
        <p:spPr>
          <a:xfrm>
            <a:off x="2627784" y="339502"/>
            <a:ext cx="3550337" cy="1080120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Portfolio</a:t>
            </a:r>
            <a:r>
              <a:rPr lang="en-US" altLang="ko-KR" b="1" dirty="0">
                <a:solidFill>
                  <a:srgbClr val="85D8DE"/>
                </a:solidFill>
                <a:latin typeface="+mj-lt"/>
                <a:cs typeface="Arial" pitchFamily="34" charset="0"/>
              </a:rPr>
              <a:t>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Designed 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27784" y="1434851"/>
            <a:ext cx="604867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Easy to change colors, photos and Text.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7C1300-3D0C-499B-85EF-92CCD303A976}"/>
              </a:ext>
            </a:extLst>
          </p:cNvPr>
          <p:cNvSpPr>
            <a:spLocks noGrp="1"/>
          </p:cNvSpPr>
          <p:nvPr>
            <p:ph type="pic" idx="15"/>
          </p:nvPr>
        </p:nvSpPr>
        <p:spPr/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9EF6167B-2509-4C4A-B0EA-99E9057EE6DB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8B1EF5C8-A7A3-4445-A948-4DDF38BDAD6D}"/>
              </a:ext>
            </a:extLst>
          </p:cNvPr>
          <p:cNvSpPr>
            <a:spLocks noGrp="1"/>
          </p:cNvSpPr>
          <p:nvPr>
            <p:ph type="pic" idx="13"/>
          </p:nvPr>
        </p:nvSpPr>
        <p:spPr/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0026618B-6517-468A-A7DE-8E807DDAF5F4}"/>
              </a:ext>
            </a:extLst>
          </p:cNvPr>
          <p:cNvSpPr>
            <a:spLocks noGrp="1"/>
          </p:cNvSpPr>
          <p:nvPr>
            <p:ph type="pic" idx="12"/>
          </p:nvPr>
        </p:nvSpPr>
        <p:spPr/>
      </p:sp>
    </p:spTree>
    <p:extLst>
      <p:ext uri="{BB962C8B-B14F-4D97-AF65-F5344CB8AC3E}">
        <p14:creationId xmlns:p14="http://schemas.microsoft.com/office/powerpoint/2010/main" val="18234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160116" y="1820181"/>
            <a:ext cx="1915940" cy="999979"/>
            <a:chOff x="3160116" y="1820181"/>
            <a:chExt cx="1915940" cy="999979"/>
          </a:xfrm>
          <a:solidFill>
            <a:schemeClr val="accent2"/>
          </a:solidFill>
        </p:grpSpPr>
        <p:sp>
          <p:nvSpPr>
            <p:cNvPr id="5" name="Rectangle 18"/>
            <p:cNvSpPr/>
            <p:nvPr/>
          </p:nvSpPr>
          <p:spPr>
            <a:xfrm>
              <a:off x="3923928" y="2509439"/>
              <a:ext cx="1152128" cy="310721"/>
            </a:xfrm>
            <a:custGeom>
              <a:avLst/>
              <a:gdLst>
                <a:gd name="connsiteX0" fmla="*/ 0 w 1152128"/>
                <a:gd name="connsiteY0" fmla="*/ 0 h 302769"/>
                <a:gd name="connsiteX1" fmla="*/ 1152128 w 1152128"/>
                <a:gd name="connsiteY1" fmla="*/ 0 h 302769"/>
                <a:gd name="connsiteX2" fmla="*/ 1152128 w 1152128"/>
                <a:gd name="connsiteY2" fmla="*/ 302769 h 302769"/>
                <a:gd name="connsiteX3" fmla="*/ 0 w 1152128"/>
                <a:gd name="connsiteY3" fmla="*/ 302769 h 302769"/>
                <a:gd name="connsiteX4" fmla="*/ 0 w 1152128"/>
                <a:gd name="connsiteY4" fmla="*/ 0 h 302769"/>
                <a:gd name="connsiteX0" fmla="*/ 0 w 1152128"/>
                <a:gd name="connsiteY0" fmla="*/ 0 h 310721"/>
                <a:gd name="connsiteX1" fmla="*/ 1152128 w 1152128"/>
                <a:gd name="connsiteY1" fmla="*/ 0 h 310721"/>
                <a:gd name="connsiteX2" fmla="*/ 1152128 w 1152128"/>
                <a:gd name="connsiteY2" fmla="*/ 302769 h 310721"/>
                <a:gd name="connsiteX3" fmla="*/ 341907 w 1152128"/>
                <a:gd name="connsiteY3" fmla="*/ 310721 h 310721"/>
                <a:gd name="connsiteX4" fmla="*/ 0 w 1152128"/>
                <a:gd name="connsiteY4" fmla="*/ 0 h 310721"/>
                <a:gd name="connsiteX0" fmla="*/ 0 w 1152128"/>
                <a:gd name="connsiteY0" fmla="*/ 0 h 310721"/>
                <a:gd name="connsiteX1" fmla="*/ 1152128 w 1152128"/>
                <a:gd name="connsiteY1" fmla="*/ 0 h 310721"/>
                <a:gd name="connsiteX2" fmla="*/ 1152128 w 1152128"/>
                <a:gd name="connsiteY2" fmla="*/ 302769 h 310721"/>
                <a:gd name="connsiteX3" fmla="*/ 270345 w 1152128"/>
                <a:gd name="connsiteY3" fmla="*/ 310721 h 310721"/>
                <a:gd name="connsiteX4" fmla="*/ 0 w 1152128"/>
                <a:gd name="connsiteY4" fmla="*/ 0 h 310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2128" h="310721">
                  <a:moveTo>
                    <a:pt x="0" y="0"/>
                  </a:moveTo>
                  <a:lnTo>
                    <a:pt x="1152128" y="0"/>
                  </a:lnTo>
                  <a:lnTo>
                    <a:pt x="1152128" y="302769"/>
                  </a:lnTo>
                  <a:lnTo>
                    <a:pt x="270345" y="31072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ectangle 26"/>
            <p:cNvSpPr/>
            <p:nvPr/>
          </p:nvSpPr>
          <p:spPr>
            <a:xfrm>
              <a:off x="3160116" y="1820181"/>
              <a:ext cx="1066212" cy="302769"/>
            </a:xfrm>
            <a:custGeom>
              <a:avLst/>
              <a:gdLst>
                <a:gd name="connsiteX0" fmla="*/ 0 w 1066212"/>
                <a:gd name="connsiteY0" fmla="*/ 0 h 302769"/>
                <a:gd name="connsiteX1" fmla="*/ 1066212 w 1066212"/>
                <a:gd name="connsiteY1" fmla="*/ 0 h 302769"/>
                <a:gd name="connsiteX2" fmla="*/ 1066212 w 1066212"/>
                <a:gd name="connsiteY2" fmla="*/ 302769 h 302769"/>
                <a:gd name="connsiteX3" fmla="*/ 0 w 1066212"/>
                <a:gd name="connsiteY3" fmla="*/ 302769 h 302769"/>
                <a:gd name="connsiteX4" fmla="*/ 0 w 1066212"/>
                <a:gd name="connsiteY4" fmla="*/ 0 h 302769"/>
                <a:gd name="connsiteX0" fmla="*/ 0 w 1066212"/>
                <a:gd name="connsiteY0" fmla="*/ 0 h 302769"/>
                <a:gd name="connsiteX1" fmla="*/ 795868 w 1066212"/>
                <a:gd name="connsiteY1" fmla="*/ 23854 h 302769"/>
                <a:gd name="connsiteX2" fmla="*/ 1066212 w 1066212"/>
                <a:gd name="connsiteY2" fmla="*/ 302769 h 302769"/>
                <a:gd name="connsiteX3" fmla="*/ 0 w 1066212"/>
                <a:gd name="connsiteY3" fmla="*/ 302769 h 302769"/>
                <a:gd name="connsiteX4" fmla="*/ 0 w 1066212"/>
                <a:gd name="connsiteY4" fmla="*/ 0 h 302769"/>
                <a:gd name="connsiteX0" fmla="*/ 0 w 1066212"/>
                <a:gd name="connsiteY0" fmla="*/ 0 h 302769"/>
                <a:gd name="connsiteX1" fmla="*/ 795868 w 1066212"/>
                <a:gd name="connsiteY1" fmla="*/ 0 h 302769"/>
                <a:gd name="connsiteX2" fmla="*/ 1066212 w 1066212"/>
                <a:gd name="connsiteY2" fmla="*/ 302769 h 302769"/>
                <a:gd name="connsiteX3" fmla="*/ 0 w 1066212"/>
                <a:gd name="connsiteY3" fmla="*/ 302769 h 302769"/>
                <a:gd name="connsiteX4" fmla="*/ 0 w 1066212"/>
                <a:gd name="connsiteY4" fmla="*/ 0 h 302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6212" h="302769">
                  <a:moveTo>
                    <a:pt x="0" y="0"/>
                  </a:moveTo>
                  <a:lnTo>
                    <a:pt x="795868" y="0"/>
                  </a:lnTo>
                  <a:lnTo>
                    <a:pt x="1066212" y="302769"/>
                  </a:lnTo>
                  <a:lnTo>
                    <a:pt x="0" y="3027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923928" y="2122949"/>
              <a:ext cx="302400" cy="3889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" name="Group 7"/>
          <p:cNvGrpSpPr/>
          <p:nvPr/>
        </p:nvGrpSpPr>
        <p:grpSpPr>
          <a:xfrm flipH="1">
            <a:off x="3117158" y="3300029"/>
            <a:ext cx="1915940" cy="999979"/>
            <a:chOff x="4313444" y="1103352"/>
            <a:chExt cx="1915940" cy="999979"/>
          </a:xfrm>
          <a:solidFill>
            <a:schemeClr val="accent4"/>
          </a:solidFill>
        </p:grpSpPr>
        <p:sp>
          <p:nvSpPr>
            <p:cNvPr id="9" name="Rectangle 18"/>
            <p:cNvSpPr/>
            <p:nvPr/>
          </p:nvSpPr>
          <p:spPr>
            <a:xfrm>
              <a:off x="5077256" y="1792610"/>
              <a:ext cx="1152128" cy="310721"/>
            </a:xfrm>
            <a:custGeom>
              <a:avLst/>
              <a:gdLst>
                <a:gd name="connsiteX0" fmla="*/ 0 w 1152128"/>
                <a:gd name="connsiteY0" fmla="*/ 0 h 302769"/>
                <a:gd name="connsiteX1" fmla="*/ 1152128 w 1152128"/>
                <a:gd name="connsiteY1" fmla="*/ 0 h 302769"/>
                <a:gd name="connsiteX2" fmla="*/ 1152128 w 1152128"/>
                <a:gd name="connsiteY2" fmla="*/ 302769 h 302769"/>
                <a:gd name="connsiteX3" fmla="*/ 0 w 1152128"/>
                <a:gd name="connsiteY3" fmla="*/ 302769 h 302769"/>
                <a:gd name="connsiteX4" fmla="*/ 0 w 1152128"/>
                <a:gd name="connsiteY4" fmla="*/ 0 h 302769"/>
                <a:gd name="connsiteX0" fmla="*/ 0 w 1152128"/>
                <a:gd name="connsiteY0" fmla="*/ 0 h 310721"/>
                <a:gd name="connsiteX1" fmla="*/ 1152128 w 1152128"/>
                <a:gd name="connsiteY1" fmla="*/ 0 h 310721"/>
                <a:gd name="connsiteX2" fmla="*/ 1152128 w 1152128"/>
                <a:gd name="connsiteY2" fmla="*/ 302769 h 310721"/>
                <a:gd name="connsiteX3" fmla="*/ 341907 w 1152128"/>
                <a:gd name="connsiteY3" fmla="*/ 310721 h 310721"/>
                <a:gd name="connsiteX4" fmla="*/ 0 w 1152128"/>
                <a:gd name="connsiteY4" fmla="*/ 0 h 310721"/>
                <a:gd name="connsiteX0" fmla="*/ 0 w 1152128"/>
                <a:gd name="connsiteY0" fmla="*/ 0 h 310721"/>
                <a:gd name="connsiteX1" fmla="*/ 1152128 w 1152128"/>
                <a:gd name="connsiteY1" fmla="*/ 0 h 310721"/>
                <a:gd name="connsiteX2" fmla="*/ 1152128 w 1152128"/>
                <a:gd name="connsiteY2" fmla="*/ 302769 h 310721"/>
                <a:gd name="connsiteX3" fmla="*/ 270345 w 1152128"/>
                <a:gd name="connsiteY3" fmla="*/ 310721 h 310721"/>
                <a:gd name="connsiteX4" fmla="*/ 0 w 1152128"/>
                <a:gd name="connsiteY4" fmla="*/ 0 h 310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2128" h="310721">
                  <a:moveTo>
                    <a:pt x="0" y="0"/>
                  </a:moveTo>
                  <a:lnTo>
                    <a:pt x="1152128" y="0"/>
                  </a:lnTo>
                  <a:lnTo>
                    <a:pt x="1152128" y="302769"/>
                  </a:lnTo>
                  <a:lnTo>
                    <a:pt x="270345" y="31072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26"/>
            <p:cNvSpPr/>
            <p:nvPr/>
          </p:nvSpPr>
          <p:spPr>
            <a:xfrm>
              <a:off x="4313444" y="1103352"/>
              <a:ext cx="1066212" cy="302769"/>
            </a:xfrm>
            <a:custGeom>
              <a:avLst/>
              <a:gdLst>
                <a:gd name="connsiteX0" fmla="*/ 0 w 1066212"/>
                <a:gd name="connsiteY0" fmla="*/ 0 h 302769"/>
                <a:gd name="connsiteX1" fmla="*/ 1066212 w 1066212"/>
                <a:gd name="connsiteY1" fmla="*/ 0 h 302769"/>
                <a:gd name="connsiteX2" fmla="*/ 1066212 w 1066212"/>
                <a:gd name="connsiteY2" fmla="*/ 302769 h 302769"/>
                <a:gd name="connsiteX3" fmla="*/ 0 w 1066212"/>
                <a:gd name="connsiteY3" fmla="*/ 302769 h 302769"/>
                <a:gd name="connsiteX4" fmla="*/ 0 w 1066212"/>
                <a:gd name="connsiteY4" fmla="*/ 0 h 302769"/>
                <a:gd name="connsiteX0" fmla="*/ 0 w 1066212"/>
                <a:gd name="connsiteY0" fmla="*/ 0 h 302769"/>
                <a:gd name="connsiteX1" fmla="*/ 795868 w 1066212"/>
                <a:gd name="connsiteY1" fmla="*/ 23854 h 302769"/>
                <a:gd name="connsiteX2" fmla="*/ 1066212 w 1066212"/>
                <a:gd name="connsiteY2" fmla="*/ 302769 h 302769"/>
                <a:gd name="connsiteX3" fmla="*/ 0 w 1066212"/>
                <a:gd name="connsiteY3" fmla="*/ 302769 h 302769"/>
                <a:gd name="connsiteX4" fmla="*/ 0 w 1066212"/>
                <a:gd name="connsiteY4" fmla="*/ 0 h 302769"/>
                <a:gd name="connsiteX0" fmla="*/ 0 w 1066212"/>
                <a:gd name="connsiteY0" fmla="*/ 0 h 302769"/>
                <a:gd name="connsiteX1" fmla="*/ 795868 w 1066212"/>
                <a:gd name="connsiteY1" fmla="*/ 0 h 302769"/>
                <a:gd name="connsiteX2" fmla="*/ 1066212 w 1066212"/>
                <a:gd name="connsiteY2" fmla="*/ 302769 h 302769"/>
                <a:gd name="connsiteX3" fmla="*/ 0 w 1066212"/>
                <a:gd name="connsiteY3" fmla="*/ 302769 h 302769"/>
                <a:gd name="connsiteX4" fmla="*/ 0 w 1066212"/>
                <a:gd name="connsiteY4" fmla="*/ 0 h 302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6212" h="302769">
                  <a:moveTo>
                    <a:pt x="0" y="0"/>
                  </a:moveTo>
                  <a:lnTo>
                    <a:pt x="795868" y="0"/>
                  </a:lnTo>
                  <a:lnTo>
                    <a:pt x="1066212" y="302769"/>
                  </a:lnTo>
                  <a:lnTo>
                    <a:pt x="0" y="3027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077256" y="1406120"/>
              <a:ext cx="302400" cy="38896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Oval 11"/>
          <p:cNvSpPr/>
          <p:nvPr/>
        </p:nvSpPr>
        <p:spPr>
          <a:xfrm>
            <a:off x="2470448" y="1612818"/>
            <a:ext cx="733400" cy="733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val 12"/>
          <p:cNvSpPr/>
          <p:nvPr/>
        </p:nvSpPr>
        <p:spPr>
          <a:xfrm>
            <a:off x="2470448" y="2692938"/>
            <a:ext cx="733400" cy="7334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Oval 13"/>
          <p:cNvSpPr/>
          <p:nvPr/>
        </p:nvSpPr>
        <p:spPr>
          <a:xfrm>
            <a:off x="2470448" y="3773058"/>
            <a:ext cx="733400" cy="733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30"/>
          <p:cNvSpPr>
            <a:spLocks noChangeAspect="1"/>
          </p:cNvSpPr>
          <p:nvPr/>
        </p:nvSpPr>
        <p:spPr>
          <a:xfrm>
            <a:off x="2697173" y="2911272"/>
            <a:ext cx="279951" cy="279133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Oval 7"/>
          <p:cNvSpPr>
            <a:spLocks noChangeAspect="1"/>
          </p:cNvSpPr>
          <p:nvPr/>
        </p:nvSpPr>
        <p:spPr>
          <a:xfrm>
            <a:off x="2676898" y="3979509"/>
            <a:ext cx="320500" cy="320499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" name="Rounded Rectangle 27"/>
          <p:cNvSpPr>
            <a:spLocks noChangeAspect="1"/>
          </p:cNvSpPr>
          <p:nvPr/>
        </p:nvSpPr>
        <p:spPr>
          <a:xfrm>
            <a:off x="2682376" y="1852681"/>
            <a:ext cx="309544" cy="237771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18" name="Group 17"/>
          <p:cNvGrpSpPr/>
          <p:nvPr/>
        </p:nvGrpSpPr>
        <p:grpSpPr>
          <a:xfrm>
            <a:off x="439264" y="1431216"/>
            <a:ext cx="1859808" cy="1080700"/>
            <a:chOff x="3017859" y="4310610"/>
            <a:chExt cx="1870812" cy="1080700"/>
          </a:xfrm>
        </p:grpSpPr>
        <p:sp>
          <p:nvSpPr>
            <p:cNvPr id="19" name="TextBox 18"/>
            <p:cNvSpPr txBox="1"/>
            <p:nvPr/>
          </p:nvSpPr>
          <p:spPr>
            <a:xfrm>
              <a:off x="3021856" y="4560313"/>
              <a:ext cx="186681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17859" y="4310610"/>
              <a:ext cx="187081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39264" y="2510488"/>
            <a:ext cx="1859808" cy="1080700"/>
            <a:chOff x="3017859" y="4310610"/>
            <a:chExt cx="1870812" cy="1080700"/>
          </a:xfrm>
        </p:grpSpPr>
        <p:sp>
          <p:nvSpPr>
            <p:cNvPr id="22" name="TextBox 21"/>
            <p:cNvSpPr txBox="1"/>
            <p:nvPr/>
          </p:nvSpPr>
          <p:spPr>
            <a:xfrm>
              <a:off x="3021856" y="4560313"/>
              <a:ext cx="186681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017859" y="4310610"/>
              <a:ext cx="187081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9264" y="3599408"/>
            <a:ext cx="1859808" cy="1080700"/>
            <a:chOff x="3017859" y="4310610"/>
            <a:chExt cx="1870812" cy="1080700"/>
          </a:xfrm>
        </p:grpSpPr>
        <p:sp>
          <p:nvSpPr>
            <p:cNvPr id="25" name="TextBox 24"/>
            <p:cNvSpPr txBox="1"/>
            <p:nvPr/>
          </p:nvSpPr>
          <p:spPr>
            <a:xfrm>
              <a:off x="3021856" y="4560313"/>
              <a:ext cx="186681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017859" y="4310610"/>
              <a:ext cx="187081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7" name="Pentagon 26"/>
          <p:cNvSpPr/>
          <p:nvPr/>
        </p:nvSpPr>
        <p:spPr>
          <a:xfrm>
            <a:off x="5796136" y="2509439"/>
            <a:ext cx="1122424" cy="1109594"/>
          </a:xfrm>
          <a:prstGeom prst="homePlate">
            <a:avLst>
              <a:gd name="adj" fmla="val 3835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ectangle 27"/>
          <p:cNvSpPr/>
          <p:nvPr/>
        </p:nvSpPr>
        <p:spPr>
          <a:xfrm>
            <a:off x="3131840" y="2912851"/>
            <a:ext cx="1928760" cy="30276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Oval 28"/>
          <p:cNvSpPr/>
          <p:nvPr/>
        </p:nvSpPr>
        <p:spPr>
          <a:xfrm>
            <a:off x="4716016" y="2347775"/>
            <a:ext cx="1440160" cy="14401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Chevron 29"/>
          <p:cNvSpPr/>
          <p:nvPr/>
        </p:nvSpPr>
        <p:spPr>
          <a:xfrm>
            <a:off x="6549604" y="2505230"/>
            <a:ext cx="614684" cy="1113803"/>
          </a:xfrm>
          <a:prstGeom prst="chevron">
            <a:avLst>
              <a:gd name="adj" fmla="val 7143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7308304" y="2523885"/>
            <a:ext cx="1512168" cy="1080700"/>
            <a:chOff x="3017859" y="4310610"/>
            <a:chExt cx="1870812" cy="1080700"/>
          </a:xfrm>
        </p:grpSpPr>
        <p:sp>
          <p:nvSpPr>
            <p:cNvPr id="32" name="TextBox 31"/>
            <p:cNvSpPr txBox="1"/>
            <p:nvPr/>
          </p:nvSpPr>
          <p:spPr>
            <a:xfrm>
              <a:off x="3021856" y="4560313"/>
              <a:ext cx="186681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017859" y="4310610"/>
              <a:ext cx="187081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4" name="Block Arc 14"/>
          <p:cNvSpPr/>
          <p:nvPr/>
        </p:nvSpPr>
        <p:spPr>
          <a:xfrm rot="16200000">
            <a:off x="5167359" y="2798939"/>
            <a:ext cx="537473" cy="537831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819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Table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394478"/>
              </p:ext>
            </p:extLst>
          </p:nvPr>
        </p:nvGraphicFramePr>
        <p:xfrm>
          <a:off x="964276" y="1349144"/>
          <a:ext cx="7200809" cy="3238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86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9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Here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8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$15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$40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$35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$25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$20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$30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$16</a:t>
                      </a:r>
                      <a:endParaRPr lang="ko-KR" altLang="en-US" sz="20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Contents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088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701775"/>
            <a:ext cx="3024336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PowerPoint</a:t>
            </a:r>
            <a:r>
              <a:rPr lang="en-US" altLang="ko-KR" sz="32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 Presentation</a:t>
            </a:r>
            <a:endParaRPr lang="ko-KR" altLang="en-US" sz="3200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7544" y="2785939"/>
            <a:ext cx="216024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3" y="2245881"/>
            <a:ext cx="302433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INSERT THE TITLE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OF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kumimoji="0"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PRESENTATION HERE    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9E130B5-C21B-4B97-B50B-A80575991DC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6753DBB4-9360-4380-8261-ADDC3B5E163F}"/>
              </a:ext>
            </a:extLst>
          </p:cNvPr>
          <p:cNvSpPr>
            <a:spLocks noGrp="1"/>
          </p:cNvSpPr>
          <p:nvPr>
            <p:ph type="pic" idx="12"/>
          </p:nvPr>
        </p:nvSpPr>
        <p:spPr/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AAA49750-F512-469C-9A11-6F2FAB4AA090}"/>
              </a:ext>
            </a:extLst>
          </p:cNvPr>
          <p:cNvSpPr>
            <a:spLocks noGrp="1"/>
          </p:cNvSpPr>
          <p:nvPr>
            <p:ph type="pic" idx="13"/>
          </p:nvPr>
        </p:nvSpPr>
        <p:spPr/>
      </p:sp>
    </p:spTree>
    <p:extLst>
      <p:ext uri="{BB962C8B-B14F-4D97-AF65-F5344CB8AC3E}">
        <p14:creationId xmlns:p14="http://schemas.microsoft.com/office/powerpoint/2010/main" val="3548152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그룹 299">
            <a:extLst>
              <a:ext uri="{FF2B5EF4-FFF2-40B4-BE49-F238E27FC236}">
                <a16:creationId xmlns:a16="http://schemas.microsoft.com/office/drawing/2014/main" id="{10F49B48-C313-4822-95FC-367F86F958C3}"/>
              </a:ext>
            </a:extLst>
          </p:cNvPr>
          <p:cNvGrpSpPr/>
          <p:nvPr/>
        </p:nvGrpSpPr>
        <p:grpSpPr>
          <a:xfrm>
            <a:off x="2493813" y="1878699"/>
            <a:ext cx="4078599" cy="2399608"/>
            <a:chOff x="635000" y="1382713"/>
            <a:chExt cx="7869238" cy="4572000"/>
          </a:xfrm>
          <a:solidFill>
            <a:schemeClr val="accent1"/>
          </a:solidFill>
        </p:grpSpPr>
        <p:sp>
          <p:nvSpPr>
            <p:cNvPr id="301" name="Freeform 8">
              <a:extLst>
                <a:ext uri="{FF2B5EF4-FFF2-40B4-BE49-F238E27FC236}">
                  <a16:creationId xmlns:a16="http://schemas.microsoft.com/office/drawing/2014/main" id="{18A8C08D-F40B-4D01-ABFC-46E677B33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1213" y="3267075"/>
              <a:ext cx="7478713" cy="2654300"/>
            </a:xfrm>
            <a:custGeom>
              <a:avLst/>
              <a:gdLst>
                <a:gd name="T0" fmla="*/ 1383 w 4711"/>
                <a:gd name="T1" fmla="*/ 1616 h 1672"/>
                <a:gd name="T2" fmla="*/ 4289 w 4711"/>
                <a:gd name="T3" fmla="*/ 1370 h 1672"/>
                <a:gd name="T4" fmla="*/ 4547 w 4711"/>
                <a:gd name="T5" fmla="*/ 1482 h 1672"/>
                <a:gd name="T6" fmla="*/ 4645 w 4711"/>
                <a:gd name="T7" fmla="*/ 1305 h 1672"/>
                <a:gd name="T8" fmla="*/ 4596 w 4711"/>
                <a:gd name="T9" fmla="*/ 1330 h 1672"/>
                <a:gd name="T10" fmla="*/ 4699 w 4711"/>
                <a:gd name="T11" fmla="*/ 1014 h 1672"/>
                <a:gd name="T12" fmla="*/ 2870 w 4711"/>
                <a:gd name="T13" fmla="*/ 1134 h 1672"/>
                <a:gd name="T14" fmla="*/ 4455 w 4711"/>
                <a:gd name="T15" fmla="*/ 918 h 1672"/>
                <a:gd name="T16" fmla="*/ 4359 w 4711"/>
                <a:gd name="T17" fmla="*/ 1140 h 1672"/>
                <a:gd name="T18" fmla="*/ 4144 w 4711"/>
                <a:gd name="T19" fmla="*/ 1286 h 1672"/>
                <a:gd name="T20" fmla="*/ 3936 w 4711"/>
                <a:gd name="T21" fmla="*/ 1271 h 1672"/>
                <a:gd name="T22" fmla="*/ 3802 w 4711"/>
                <a:gd name="T23" fmla="*/ 1080 h 1672"/>
                <a:gd name="T24" fmla="*/ 4059 w 4711"/>
                <a:gd name="T25" fmla="*/ 932 h 1672"/>
                <a:gd name="T26" fmla="*/ 4430 w 4711"/>
                <a:gd name="T27" fmla="*/ 909 h 1672"/>
                <a:gd name="T28" fmla="*/ 3982 w 4711"/>
                <a:gd name="T29" fmla="*/ 883 h 1672"/>
                <a:gd name="T30" fmla="*/ 3891 w 4711"/>
                <a:gd name="T31" fmla="*/ 883 h 1672"/>
                <a:gd name="T32" fmla="*/ 4388 w 4711"/>
                <a:gd name="T33" fmla="*/ 864 h 1672"/>
                <a:gd name="T34" fmla="*/ 4362 w 4711"/>
                <a:gd name="T35" fmla="*/ 825 h 1672"/>
                <a:gd name="T36" fmla="*/ 3994 w 4711"/>
                <a:gd name="T37" fmla="*/ 817 h 1672"/>
                <a:gd name="T38" fmla="*/ 4270 w 4711"/>
                <a:gd name="T39" fmla="*/ 855 h 1672"/>
                <a:gd name="T40" fmla="*/ 4132 w 4711"/>
                <a:gd name="T41" fmla="*/ 887 h 1672"/>
                <a:gd name="T42" fmla="*/ 1563 w 4711"/>
                <a:gd name="T43" fmla="*/ 787 h 1672"/>
                <a:gd name="T44" fmla="*/ 3886 w 4711"/>
                <a:gd name="T45" fmla="*/ 778 h 1672"/>
                <a:gd name="T46" fmla="*/ 3870 w 4711"/>
                <a:gd name="T47" fmla="*/ 845 h 1672"/>
                <a:gd name="T48" fmla="*/ 3987 w 4711"/>
                <a:gd name="T49" fmla="*/ 764 h 1672"/>
                <a:gd name="T50" fmla="*/ 3821 w 4711"/>
                <a:gd name="T51" fmla="*/ 885 h 1672"/>
                <a:gd name="T52" fmla="*/ 3860 w 4711"/>
                <a:gd name="T53" fmla="*/ 710 h 1672"/>
                <a:gd name="T54" fmla="*/ 3786 w 4711"/>
                <a:gd name="T55" fmla="*/ 726 h 1672"/>
                <a:gd name="T56" fmla="*/ 3331 w 4711"/>
                <a:gd name="T57" fmla="*/ 700 h 1672"/>
                <a:gd name="T58" fmla="*/ 3957 w 4711"/>
                <a:gd name="T59" fmla="*/ 677 h 1672"/>
                <a:gd name="T60" fmla="*/ 1245 w 4711"/>
                <a:gd name="T61" fmla="*/ 637 h 1672"/>
                <a:gd name="T62" fmla="*/ 1351 w 4711"/>
                <a:gd name="T63" fmla="*/ 529 h 1672"/>
                <a:gd name="T64" fmla="*/ 3942 w 4711"/>
                <a:gd name="T65" fmla="*/ 620 h 1672"/>
                <a:gd name="T66" fmla="*/ 3942 w 4711"/>
                <a:gd name="T67" fmla="*/ 602 h 1672"/>
                <a:gd name="T68" fmla="*/ 1173 w 4711"/>
                <a:gd name="T69" fmla="*/ 511 h 1672"/>
                <a:gd name="T70" fmla="*/ 1255 w 4711"/>
                <a:gd name="T71" fmla="*/ 515 h 1672"/>
                <a:gd name="T72" fmla="*/ 96 w 4711"/>
                <a:gd name="T73" fmla="*/ 454 h 1672"/>
                <a:gd name="T74" fmla="*/ 1088 w 4711"/>
                <a:gd name="T75" fmla="*/ 445 h 1672"/>
                <a:gd name="T76" fmla="*/ 1166 w 4711"/>
                <a:gd name="T77" fmla="*/ 429 h 1672"/>
                <a:gd name="T78" fmla="*/ 1149 w 4711"/>
                <a:gd name="T79" fmla="*/ 400 h 1672"/>
                <a:gd name="T80" fmla="*/ 2694 w 4711"/>
                <a:gd name="T81" fmla="*/ 262 h 1672"/>
                <a:gd name="T82" fmla="*/ 2256 w 4711"/>
                <a:gd name="T83" fmla="*/ 181 h 1672"/>
                <a:gd name="T84" fmla="*/ 2353 w 4711"/>
                <a:gd name="T85" fmla="*/ 119 h 1672"/>
                <a:gd name="T86" fmla="*/ 4183 w 4711"/>
                <a:gd name="T87" fmla="*/ 162 h 1672"/>
                <a:gd name="T88" fmla="*/ 4046 w 4711"/>
                <a:gd name="T89" fmla="*/ 288 h 1672"/>
                <a:gd name="T90" fmla="*/ 4128 w 4711"/>
                <a:gd name="T91" fmla="*/ 225 h 1672"/>
                <a:gd name="T92" fmla="*/ 2400 w 4711"/>
                <a:gd name="T93" fmla="*/ 78 h 1672"/>
                <a:gd name="T94" fmla="*/ 2425 w 4711"/>
                <a:gd name="T95" fmla="*/ 227 h 1672"/>
                <a:gd name="T96" fmla="*/ 2247 w 4711"/>
                <a:gd name="T97" fmla="*/ 148 h 1672"/>
                <a:gd name="T98" fmla="*/ 2167 w 4711"/>
                <a:gd name="T99" fmla="*/ 232 h 1672"/>
                <a:gd name="T100" fmla="*/ 2489 w 4711"/>
                <a:gd name="T101" fmla="*/ 332 h 1672"/>
                <a:gd name="T102" fmla="*/ 2720 w 4711"/>
                <a:gd name="T103" fmla="*/ 234 h 1672"/>
                <a:gd name="T104" fmla="*/ 2577 w 4711"/>
                <a:gd name="T105" fmla="*/ 157 h 1672"/>
                <a:gd name="T106" fmla="*/ 2533 w 4711"/>
                <a:gd name="T107" fmla="*/ 232 h 1672"/>
                <a:gd name="T108" fmla="*/ 1210 w 4711"/>
                <a:gd name="T109" fmla="*/ 78 h 1672"/>
                <a:gd name="T110" fmla="*/ 2798 w 4711"/>
                <a:gd name="T111" fmla="*/ 145 h 1672"/>
                <a:gd name="T112" fmla="*/ 2903 w 4711"/>
                <a:gd name="T113" fmla="*/ 147 h 1672"/>
                <a:gd name="T114" fmla="*/ 2943 w 4711"/>
                <a:gd name="T115" fmla="*/ 127 h 1672"/>
                <a:gd name="T116" fmla="*/ 1393 w 4711"/>
                <a:gd name="T117" fmla="*/ 66 h 1672"/>
                <a:gd name="T118" fmla="*/ 1028 w 4711"/>
                <a:gd name="T119" fmla="*/ 126 h 1672"/>
                <a:gd name="T120" fmla="*/ 1194 w 4711"/>
                <a:gd name="T121" fmla="*/ 89 h 1672"/>
                <a:gd name="T122" fmla="*/ 1076 w 4711"/>
                <a:gd name="T123" fmla="*/ 54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11" h="1672">
                  <a:moveTo>
                    <a:pt x="1290" y="1620"/>
                  </a:moveTo>
                  <a:lnTo>
                    <a:pt x="1304" y="1628"/>
                  </a:lnTo>
                  <a:lnTo>
                    <a:pt x="1318" y="1641"/>
                  </a:lnTo>
                  <a:lnTo>
                    <a:pt x="1332" y="1653"/>
                  </a:lnTo>
                  <a:lnTo>
                    <a:pt x="1348" y="1662"/>
                  </a:lnTo>
                  <a:lnTo>
                    <a:pt x="1348" y="1670"/>
                  </a:lnTo>
                  <a:lnTo>
                    <a:pt x="1339" y="1670"/>
                  </a:lnTo>
                  <a:lnTo>
                    <a:pt x="1330" y="1672"/>
                  </a:lnTo>
                  <a:lnTo>
                    <a:pt x="1316" y="1672"/>
                  </a:lnTo>
                  <a:lnTo>
                    <a:pt x="1304" y="1669"/>
                  </a:lnTo>
                  <a:lnTo>
                    <a:pt x="1297" y="1667"/>
                  </a:lnTo>
                  <a:lnTo>
                    <a:pt x="1294" y="1653"/>
                  </a:lnTo>
                  <a:lnTo>
                    <a:pt x="1290" y="1635"/>
                  </a:lnTo>
                  <a:lnTo>
                    <a:pt x="1290" y="1620"/>
                  </a:lnTo>
                  <a:close/>
                  <a:moveTo>
                    <a:pt x="1402" y="1590"/>
                  </a:moveTo>
                  <a:lnTo>
                    <a:pt x="1416" y="1593"/>
                  </a:lnTo>
                  <a:lnTo>
                    <a:pt x="1432" y="1599"/>
                  </a:lnTo>
                  <a:lnTo>
                    <a:pt x="1444" y="1604"/>
                  </a:lnTo>
                  <a:lnTo>
                    <a:pt x="1440" y="1604"/>
                  </a:lnTo>
                  <a:lnTo>
                    <a:pt x="1428" y="1611"/>
                  </a:lnTo>
                  <a:lnTo>
                    <a:pt x="1416" y="1616"/>
                  </a:lnTo>
                  <a:lnTo>
                    <a:pt x="1402" y="1620"/>
                  </a:lnTo>
                  <a:lnTo>
                    <a:pt x="1402" y="1613"/>
                  </a:lnTo>
                  <a:lnTo>
                    <a:pt x="1404" y="1611"/>
                  </a:lnTo>
                  <a:lnTo>
                    <a:pt x="1407" y="1609"/>
                  </a:lnTo>
                  <a:lnTo>
                    <a:pt x="1409" y="1607"/>
                  </a:lnTo>
                  <a:lnTo>
                    <a:pt x="1409" y="1606"/>
                  </a:lnTo>
                  <a:lnTo>
                    <a:pt x="1411" y="1604"/>
                  </a:lnTo>
                  <a:lnTo>
                    <a:pt x="1412" y="1600"/>
                  </a:lnTo>
                  <a:lnTo>
                    <a:pt x="1409" y="1600"/>
                  </a:lnTo>
                  <a:lnTo>
                    <a:pt x="1400" y="1609"/>
                  </a:lnTo>
                  <a:lnTo>
                    <a:pt x="1392" y="1614"/>
                  </a:lnTo>
                  <a:lnTo>
                    <a:pt x="1383" y="1616"/>
                  </a:lnTo>
                  <a:lnTo>
                    <a:pt x="1371" y="1620"/>
                  </a:lnTo>
                  <a:lnTo>
                    <a:pt x="1371" y="1604"/>
                  </a:lnTo>
                  <a:lnTo>
                    <a:pt x="1381" y="1600"/>
                  </a:lnTo>
                  <a:lnTo>
                    <a:pt x="1392" y="1595"/>
                  </a:lnTo>
                  <a:lnTo>
                    <a:pt x="1402" y="1590"/>
                  </a:lnTo>
                  <a:close/>
                  <a:moveTo>
                    <a:pt x="1374" y="1393"/>
                  </a:moveTo>
                  <a:lnTo>
                    <a:pt x="1378" y="1396"/>
                  </a:lnTo>
                  <a:lnTo>
                    <a:pt x="1381" y="1398"/>
                  </a:lnTo>
                  <a:lnTo>
                    <a:pt x="1383" y="1400"/>
                  </a:lnTo>
                  <a:lnTo>
                    <a:pt x="1385" y="1403"/>
                  </a:lnTo>
                  <a:lnTo>
                    <a:pt x="1385" y="1407"/>
                  </a:lnTo>
                  <a:lnTo>
                    <a:pt x="1386" y="1412"/>
                  </a:lnTo>
                  <a:lnTo>
                    <a:pt x="1378" y="1412"/>
                  </a:lnTo>
                  <a:lnTo>
                    <a:pt x="1376" y="1408"/>
                  </a:lnTo>
                  <a:lnTo>
                    <a:pt x="1374" y="1405"/>
                  </a:lnTo>
                  <a:lnTo>
                    <a:pt x="1374" y="1403"/>
                  </a:lnTo>
                  <a:lnTo>
                    <a:pt x="1372" y="1401"/>
                  </a:lnTo>
                  <a:lnTo>
                    <a:pt x="1374" y="1398"/>
                  </a:lnTo>
                  <a:lnTo>
                    <a:pt x="1374" y="1393"/>
                  </a:lnTo>
                  <a:close/>
                  <a:moveTo>
                    <a:pt x="4289" y="1370"/>
                  </a:moveTo>
                  <a:lnTo>
                    <a:pt x="4294" y="1384"/>
                  </a:lnTo>
                  <a:lnTo>
                    <a:pt x="4296" y="1400"/>
                  </a:lnTo>
                  <a:lnTo>
                    <a:pt x="4292" y="1415"/>
                  </a:lnTo>
                  <a:lnTo>
                    <a:pt x="4284" y="1424"/>
                  </a:lnTo>
                  <a:lnTo>
                    <a:pt x="4275" y="1429"/>
                  </a:lnTo>
                  <a:lnTo>
                    <a:pt x="4263" y="1435"/>
                  </a:lnTo>
                  <a:lnTo>
                    <a:pt x="4258" y="1414"/>
                  </a:lnTo>
                  <a:lnTo>
                    <a:pt x="4251" y="1393"/>
                  </a:lnTo>
                  <a:lnTo>
                    <a:pt x="4244" y="1374"/>
                  </a:lnTo>
                  <a:lnTo>
                    <a:pt x="4258" y="1374"/>
                  </a:lnTo>
                  <a:lnTo>
                    <a:pt x="4270" y="1381"/>
                  </a:lnTo>
                  <a:lnTo>
                    <a:pt x="4280" y="1379"/>
                  </a:lnTo>
                  <a:lnTo>
                    <a:pt x="4289" y="1370"/>
                  </a:lnTo>
                  <a:close/>
                  <a:moveTo>
                    <a:pt x="4577" y="1367"/>
                  </a:moveTo>
                  <a:lnTo>
                    <a:pt x="4580" y="1368"/>
                  </a:lnTo>
                  <a:lnTo>
                    <a:pt x="4584" y="1370"/>
                  </a:lnTo>
                  <a:lnTo>
                    <a:pt x="4586" y="1372"/>
                  </a:lnTo>
                  <a:lnTo>
                    <a:pt x="4587" y="1374"/>
                  </a:lnTo>
                  <a:lnTo>
                    <a:pt x="4589" y="1375"/>
                  </a:lnTo>
                  <a:lnTo>
                    <a:pt x="4593" y="1379"/>
                  </a:lnTo>
                  <a:lnTo>
                    <a:pt x="4593" y="1377"/>
                  </a:lnTo>
                  <a:lnTo>
                    <a:pt x="4594" y="1375"/>
                  </a:lnTo>
                  <a:lnTo>
                    <a:pt x="4596" y="1372"/>
                  </a:lnTo>
                  <a:lnTo>
                    <a:pt x="4596" y="1370"/>
                  </a:lnTo>
                  <a:lnTo>
                    <a:pt x="4598" y="1370"/>
                  </a:lnTo>
                  <a:lnTo>
                    <a:pt x="4600" y="1370"/>
                  </a:lnTo>
                  <a:lnTo>
                    <a:pt x="4600" y="1374"/>
                  </a:lnTo>
                  <a:lnTo>
                    <a:pt x="4601" y="1377"/>
                  </a:lnTo>
                  <a:lnTo>
                    <a:pt x="4603" y="1382"/>
                  </a:lnTo>
                  <a:lnTo>
                    <a:pt x="4603" y="1388"/>
                  </a:lnTo>
                  <a:lnTo>
                    <a:pt x="4603" y="1393"/>
                  </a:lnTo>
                  <a:lnTo>
                    <a:pt x="4591" y="1407"/>
                  </a:lnTo>
                  <a:lnTo>
                    <a:pt x="4580" y="1424"/>
                  </a:lnTo>
                  <a:lnTo>
                    <a:pt x="4584" y="1435"/>
                  </a:lnTo>
                  <a:lnTo>
                    <a:pt x="4582" y="1438"/>
                  </a:lnTo>
                  <a:lnTo>
                    <a:pt x="4577" y="1442"/>
                  </a:lnTo>
                  <a:lnTo>
                    <a:pt x="4572" y="1443"/>
                  </a:lnTo>
                  <a:lnTo>
                    <a:pt x="4567" y="1445"/>
                  </a:lnTo>
                  <a:lnTo>
                    <a:pt x="4561" y="1449"/>
                  </a:lnTo>
                  <a:lnTo>
                    <a:pt x="4558" y="1450"/>
                  </a:lnTo>
                  <a:lnTo>
                    <a:pt x="4554" y="1456"/>
                  </a:lnTo>
                  <a:lnTo>
                    <a:pt x="4554" y="1461"/>
                  </a:lnTo>
                  <a:lnTo>
                    <a:pt x="4553" y="1466"/>
                  </a:lnTo>
                  <a:lnTo>
                    <a:pt x="4553" y="1471"/>
                  </a:lnTo>
                  <a:lnTo>
                    <a:pt x="4551" y="1478"/>
                  </a:lnTo>
                  <a:lnTo>
                    <a:pt x="4547" y="1482"/>
                  </a:lnTo>
                  <a:lnTo>
                    <a:pt x="4542" y="1485"/>
                  </a:lnTo>
                  <a:lnTo>
                    <a:pt x="4537" y="1489"/>
                  </a:lnTo>
                  <a:lnTo>
                    <a:pt x="4532" y="1492"/>
                  </a:lnTo>
                  <a:lnTo>
                    <a:pt x="4526" y="1497"/>
                  </a:lnTo>
                  <a:lnTo>
                    <a:pt x="4519" y="1497"/>
                  </a:lnTo>
                  <a:lnTo>
                    <a:pt x="4511" y="1491"/>
                  </a:lnTo>
                  <a:lnTo>
                    <a:pt x="4502" y="1485"/>
                  </a:lnTo>
                  <a:lnTo>
                    <a:pt x="4495" y="1480"/>
                  </a:lnTo>
                  <a:lnTo>
                    <a:pt x="4488" y="1470"/>
                  </a:lnTo>
                  <a:lnTo>
                    <a:pt x="4493" y="1466"/>
                  </a:lnTo>
                  <a:lnTo>
                    <a:pt x="4495" y="1461"/>
                  </a:lnTo>
                  <a:lnTo>
                    <a:pt x="4497" y="1457"/>
                  </a:lnTo>
                  <a:lnTo>
                    <a:pt x="4498" y="1452"/>
                  </a:lnTo>
                  <a:lnTo>
                    <a:pt x="4500" y="1447"/>
                  </a:lnTo>
                  <a:lnTo>
                    <a:pt x="4504" y="1443"/>
                  </a:lnTo>
                  <a:lnTo>
                    <a:pt x="4514" y="1440"/>
                  </a:lnTo>
                  <a:lnTo>
                    <a:pt x="4525" y="1438"/>
                  </a:lnTo>
                  <a:lnTo>
                    <a:pt x="4535" y="1435"/>
                  </a:lnTo>
                  <a:lnTo>
                    <a:pt x="4540" y="1429"/>
                  </a:lnTo>
                  <a:lnTo>
                    <a:pt x="4549" y="1417"/>
                  </a:lnTo>
                  <a:lnTo>
                    <a:pt x="4556" y="1403"/>
                  </a:lnTo>
                  <a:lnTo>
                    <a:pt x="4565" y="1389"/>
                  </a:lnTo>
                  <a:lnTo>
                    <a:pt x="4572" y="1375"/>
                  </a:lnTo>
                  <a:lnTo>
                    <a:pt x="4577" y="1367"/>
                  </a:lnTo>
                  <a:close/>
                  <a:moveTo>
                    <a:pt x="4570" y="1239"/>
                  </a:moveTo>
                  <a:lnTo>
                    <a:pt x="4577" y="1239"/>
                  </a:lnTo>
                  <a:lnTo>
                    <a:pt x="4593" y="1255"/>
                  </a:lnTo>
                  <a:lnTo>
                    <a:pt x="4607" y="1269"/>
                  </a:lnTo>
                  <a:lnTo>
                    <a:pt x="4621" y="1285"/>
                  </a:lnTo>
                  <a:lnTo>
                    <a:pt x="4631" y="1305"/>
                  </a:lnTo>
                  <a:lnTo>
                    <a:pt x="4636" y="1305"/>
                  </a:lnTo>
                  <a:lnTo>
                    <a:pt x="4642" y="1305"/>
                  </a:lnTo>
                  <a:lnTo>
                    <a:pt x="4645" y="1305"/>
                  </a:lnTo>
                  <a:lnTo>
                    <a:pt x="4647" y="1305"/>
                  </a:lnTo>
                  <a:lnTo>
                    <a:pt x="4650" y="1305"/>
                  </a:lnTo>
                  <a:lnTo>
                    <a:pt x="4654" y="1302"/>
                  </a:lnTo>
                  <a:lnTo>
                    <a:pt x="4656" y="1299"/>
                  </a:lnTo>
                  <a:lnTo>
                    <a:pt x="4657" y="1293"/>
                  </a:lnTo>
                  <a:lnTo>
                    <a:pt x="4661" y="1293"/>
                  </a:lnTo>
                  <a:lnTo>
                    <a:pt x="4661" y="1316"/>
                  </a:lnTo>
                  <a:lnTo>
                    <a:pt x="4659" y="1321"/>
                  </a:lnTo>
                  <a:lnTo>
                    <a:pt x="4657" y="1326"/>
                  </a:lnTo>
                  <a:lnTo>
                    <a:pt x="4656" y="1332"/>
                  </a:lnTo>
                  <a:lnTo>
                    <a:pt x="4654" y="1335"/>
                  </a:lnTo>
                  <a:lnTo>
                    <a:pt x="4642" y="1335"/>
                  </a:lnTo>
                  <a:lnTo>
                    <a:pt x="4642" y="1347"/>
                  </a:lnTo>
                  <a:lnTo>
                    <a:pt x="4631" y="1358"/>
                  </a:lnTo>
                  <a:lnTo>
                    <a:pt x="4622" y="1368"/>
                  </a:lnTo>
                  <a:lnTo>
                    <a:pt x="4612" y="1379"/>
                  </a:lnTo>
                  <a:lnTo>
                    <a:pt x="4612" y="1374"/>
                  </a:lnTo>
                  <a:lnTo>
                    <a:pt x="4610" y="1370"/>
                  </a:lnTo>
                  <a:lnTo>
                    <a:pt x="4610" y="1367"/>
                  </a:lnTo>
                  <a:lnTo>
                    <a:pt x="4610" y="1361"/>
                  </a:lnTo>
                  <a:lnTo>
                    <a:pt x="4612" y="1358"/>
                  </a:lnTo>
                  <a:lnTo>
                    <a:pt x="4612" y="1354"/>
                  </a:lnTo>
                  <a:lnTo>
                    <a:pt x="4612" y="1351"/>
                  </a:lnTo>
                  <a:lnTo>
                    <a:pt x="4610" y="1349"/>
                  </a:lnTo>
                  <a:lnTo>
                    <a:pt x="4607" y="1347"/>
                  </a:lnTo>
                  <a:lnTo>
                    <a:pt x="4603" y="1346"/>
                  </a:lnTo>
                  <a:lnTo>
                    <a:pt x="4600" y="1344"/>
                  </a:lnTo>
                  <a:lnTo>
                    <a:pt x="4596" y="1342"/>
                  </a:lnTo>
                  <a:lnTo>
                    <a:pt x="4593" y="1340"/>
                  </a:lnTo>
                  <a:lnTo>
                    <a:pt x="4591" y="1339"/>
                  </a:lnTo>
                  <a:lnTo>
                    <a:pt x="4591" y="1337"/>
                  </a:lnTo>
                  <a:lnTo>
                    <a:pt x="4593" y="1335"/>
                  </a:lnTo>
                  <a:lnTo>
                    <a:pt x="4596" y="1330"/>
                  </a:lnTo>
                  <a:lnTo>
                    <a:pt x="4601" y="1326"/>
                  </a:lnTo>
                  <a:lnTo>
                    <a:pt x="4607" y="1321"/>
                  </a:lnTo>
                  <a:lnTo>
                    <a:pt x="4612" y="1316"/>
                  </a:lnTo>
                  <a:lnTo>
                    <a:pt x="4605" y="1309"/>
                  </a:lnTo>
                  <a:lnTo>
                    <a:pt x="4598" y="1297"/>
                  </a:lnTo>
                  <a:lnTo>
                    <a:pt x="4587" y="1279"/>
                  </a:lnTo>
                  <a:lnTo>
                    <a:pt x="4579" y="1264"/>
                  </a:lnTo>
                  <a:lnTo>
                    <a:pt x="4574" y="1250"/>
                  </a:lnTo>
                  <a:lnTo>
                    <a:pt x="4570" y="1239"/>
                  </a:lnTo>
                  <a:close/>
                  <a:moveTo>
                    <a:pt x="4507" y="1056"/>
                  </a:moveTo>
                  <a:lnTo>
                    <a:pt x="4516" y="1056"/>
                  </a:lnTo>
                  <a:lnTo>
                    <a:pt x="4532" y="1068"/>
                  </a:lnTo>
                  <a:lnTo>
                    <a:pt x="4551" y="1079"/>
                  </a:lnTo>
                  <a:lnTo>
                    <a:pt x="4551" y="1089"/>
                  </a:lnTo>
                  <a:lnTo>
                    <a:pt x="4539" y="1089"/>
                  </a:lnTo>
                  <a:lnTo>
                    <a:pt x="4530" y="1082"/>
                  </a:lnTo>
                  <a:lnTo>
                    <a:pt x="4521" y="1075"/>
                  </a:lnTo>
                  <a:lnTo>
                    <a:pt x="4514" y="1066"/>
                  </a:lnTo>
                  <a:lnTo>
                    <a:pt x="4507" y="1056"/>
                  </a:lnTo>
                  <a:close/>
                  <a:moveTo>
                    <a:pt x="4692" y="995"/>
                  </a:moveTo>
                  <a:lnTo>
                    <a:pt x="4696" y="995"/>
                  </a:lnTo>
                  <a:lnTo>
                    <a:pt x="4699" y="997"/>
                  </a:lnTo>
                  <a:lnTo>
                    <a:pt x="4699" y="997"/>
                  </a:lnTo>
                  <a:lnTo>
                    <a:pt x="4701" y="998"/>
                  </a:lnTo>
                  <a:lnTo>
                    <a:pt x="4701" y="1000"/>
                  </a:lnTo>
                  <a:lnTo>
                    <a:pt x="4703" y="1002"/>
                  </a:lnTo>
                  <a:lnTo>
                    <a:pt x="4704" y="1005"/>
                  </a:lnTo>
                  <a:lnTo>
                    <a:pt x="4708" y="1011"/>
                  </a:lnTo>
                  <a:lnTo>
                    <a:pt x="4710" y="1017"/>
                  </a:lnTo>
                  <a:lnTo>
                    <a:pt x="4711" y="1024"/>
                  </a:lnTo>
                  <a:lnTo>
                    <a:pt x="4704" y="1024"/>
                  </a:lnTo>
                  <a:lnTo>
                    <a:pt x="4704" y="1017"/>
                  </a:lnTo>
                  <a:lnTo>
                    <a:pt x="4699" y="1014"/>
                  </a:lnTo>
                  <a:lnTo>
                    <a:pt x="4697" y="1009"/>
                  </a:lnTo>
                  <a:lnTo>
                    <a:pt x="4696" y="1005"/>
                  </a:lnTo>
                  <a:lnTo>
                    <a:pt x="4694" y="1000"/>
                  </a:lnTo>
                  <a:lnTo>
                    <a:pt x="4692" y="995"/>
                  </a:lnTo>
                  <a:close/>
                  <a:moveTo>
                    <a:pt x="4532" y="974"/>
                  </a:moveTo>
                  <a:lnTo>
                    <a:pt x="4535" y="974"/>
                  </a:lnTo>
                  <a:lnTo>
                    <a:pt x="4537" y="976"/>
                  </a:lnTo>
                  <a:lnTo>
                    <a:pt x="4537" y="977"/>
                  </a:lnTo>
                  <a:lnTo>
                    <a:pt x="4539" y="977"/>
                  </a:lnTo>
                  <a:lnTo>
                    <a:pt x="4540" y="977"/>
                  </a:lnTo>
                  <a:lnTo>
                    <a:pt x="4542" y="979"/>
                  </a:lnTo>
                  <a:lnTo>
                    <a:pt x="4544" y="984"/>
                  </a:lnTo>
                  <a:lnTo>
                    <a:pt x="4544" y="990"/>
                  </a:lnTo>
                  <a:lnTo>
                    <a:pt x="4546" y="993"/>
                  </a:lnTo>
                  <a:lnTo>
                    <a:pt x="4547" y="997"/>
                  </a:lnTo>
                  <a:lnTo>
                    <a:pt x="4549" y="1000"/>
                  </a:lnTo>
                  <a:lnTo>
                    <a:pt x="4551" y="1005"/>
                  </a:lnTo>
                  <a:lnTo>
                    <a:pt x="4539" y="1005"/>
                  </a:lnTo>
                  <a:lnTo>
                    <a:pt x="4537" y="997"/>
                  </a:lnTo>
                  <a:lnTo>
                    <a:pt x="4533" y="991"/>
                  </a:lnTo>
                  <a:lnTo>
                    <a:pt x="4532" y="984"/>
                  </a:lnTo>
                  <a:lnTo>
                    <a:pt x="4532" y="974"/>
                  </a:lnTo>
                  <a:close/>
                  <a:moveTo>
                    <a:pt x="2907" y="967"/>
                  </a:moveTo>
                  <a:lnTo>
                    <a:pt x="2907" y="974"/>
                  </a:lnTo>
                  <a:lnTo>
                    <a:pt x="2915" y="993"/>
                  </a:lnTo>
                  <a:lnTo>
                    <a:pt x="2915" y="1014"/>
                  </a:lnTo>
                  <a:lnTo>
                    <a:pt x="2910" y="1033"/>
                  </a:lnTo>
                  <a:lnTo>
                    <a:pt x="2901" y="1052"/>
                  </a:lnTo>
                  <a:lnTo>
                    <a:pt x="2891" y="1070"/>
                  </a:lnTo>
                  <a:lnTo>
                    <a:pt x="2882" y="1087"/>
                  </a:lnTo>
                  <a:lnTo>
                    <a:pt x="2875" y="1101"/>
                  </a:lnTo>
                  <a:lnTo>
                    <a:pt x="2872" y="1119"/>
                  </a:lnTo>
                  <a:lnTo>
                    <a:pt x="2870" y="1134"/>
                  </a:lnTo>
                  <a:lnTo>
                    <a:pt x="2868" y="1147"/>
                  </a:lnTo>
                  <a:lnTo>
                    <a:pt x="2861" y="1157"/>
                  </a:lnTo>
                  <a:lnTo>
                    <a:pt x="2849" y="1166"/>
                  </a:lnTo>
                  <a:lnTo>
                    <a:pt x="2849" y="1162"/>
                  </a:lnTo>
                  <a:lnTo>
                    <a:pt x="2842" y="1161"/>
                  </a:lnTo>
                  <a:lnTo>
                    <a:pt x="2837" y="1159"/>
                  </a:lnTo>
                  <a:lnTo>
                    <a:pt x="2832" y="1155"/>
                  </a:lnTo>
                  <a:lnTo>
                    <a:pt x="2828" y="1150"/>
                  </a:lnTo>
                  <a:lnTo>
                    <a:pt x="2826" y="1143"/>
                  </a:lnTo>
                  <a:lnTo>
                    <a:pt x="2819" y="1129"/>
                  </a:lnTo>
                  <a:lnTo>
                    <a:pt x="2818" y="1115"/>
                  </a:lnTo>
                  <a:lnTo>
                    <a:pt x="2823" y="1103"/>
                  </a:lnTo>
                  <a:lnTo>
                    <a:pt x="2828" y="1089"/>
                  </a:lnTo>
                  <a:lnTo>
                    <a:pt x="2833" y="1075"/>
                  </a:lnTo>
                  <a:lnTo>
                    <a:pt x="2833" y="1066"/>
                  </a:lnTo>
                  <a:lnTo>
                    <a:pt x="2832" y="1052"/>
                  </a:lnTo>
                  <a:lnTo>
                    <a:pt x="2830" y="1038"/>
                  </a:lnTo>
                  <a:lnTo>
                    <a:pt x="2830" y="1024"/>
                  </a:lnTo>
                  <a:lnTo>
                    <a:pt x="2849" y="1024"/>
                  </a:lnTo>
                  <a:lnTo>
                    <a:pt x="2854" y="1016"/>
                  </a:lnTo>
                  <a:lnTo>
                    <a:pt x="2865" y="1005"/>
                  </a:lnTo>
                  <a:lnTo>
                    <a:pt x="2875" y="993"/>
                  </a:lnTo>
                  <a:lnTo>
                    <a:pt x="2887" y="981"/>
                  </a:lnTo>
                  <a:lnTo>
                    <a:pt x="2898" y="972"/>
                  </a:lnTo>
                  <a:lnTo>
                    <a:pt x="2907" y="967"/>
                  </a:lnTo>
                  <a:close/>
                  <a:moveTo>
                    <a:pt x="4455" y="913"/>
                  </a:moveTo>
                  <a:lnTo>
                    <a:pt x="4469" y="918"/>
                  </a:lnTo>
                  <a:lnTo>
                    <a:pt x="4469" y="925"/>
                  </a:lnTo>
                  <a:lnTo>
                    <a:pt x="4458" y="925"/>
                  </a:lnTo>
                  <a:lnTo>
                    <a:pt x="4458" y="921"/>
                  </a:lnTo>
                  <a:lnTo>
                    <a:pt x="4457" y="920"/>
                  </a:lnTo>
                  <a:lnTo>
                    <a:pt x="4457" y="918"/>
                  </a:lnTo>
                  <a:lnTo>
                    <a:pt x="4455" y="918"/>
                  </a:lnTo>
                  <a:lnTo>
                    <a:pt x="4455" y="916"/>
                  </a:lnTo>
                  <a:lnTo>
                    <a:pt x="4455" y="913"/>
                  </a:lnTo>
                  <a:close/>
                  <a:moveTo>
                    <a:pt x="4205" y="909"/>
                  </a:moveTo>
                  <a:lnTo>
                    <a:pt x="4209" y="909"/>
                  </a:lnTo>
                  <a:lnTo>
                    <a:pt x="4210" y="918"/>
                  </a:lnTo>
                  <a:lnTo>
                    <a:pt x="4212" y="930"/>
                  </a:lnTo>
                  <a:lnTo>
                    <a:pt x="4217" y="944"/>
                  </a:lnTo>
                  <a:lnTo>
                    <a:pt x="4221" y="956"/>
                  </a:lnTo>
                  <a:lnTo>
                    <a:pt x="4224" y="963"/>
                  </a:lnTo>
                  <a:lnTo>
                    <a:pt x="4226" y="965"/>
                  </a:lnTo>
                  <a:lnTo>
                    <a:pt x="4231" y="967"/>
                  </a:lnTo>
                  <a:lnTo>
                    <a:pt x="4235" y="967"/>
                  </a:lnTo>
                  <a:lnTo>
                    <a:pt x="4240" y="969"/>
                  </a:lnTo>
                  <a:lnTo>
                    <a:pt x="4244" y="969"/>
                  </a:lnTo>
                  <a:lnTo>
                    <a:pt x="4247" y="970"/>
                  </a:lnTo>
                  <a:lnTo>
                    <a:pt x="4247" y="976"/>
                  </a:lnTo>
                  <a:lnTo>
                    <a:pt x="4251" y="988"/>
                  </a:lnTo>
                  <a:lnTo>
                    <a:pt x="4254" y="1002"/>
                  </a:lnTo>
                  <a:lnTo>
                    <a:pt x="4259" y="1019"/>
                  </a:lnTo>
                  <a:lnTo>
                    <a:pt x="4263" y="1031"/>
                  </a:lnTo>
                  <a:lnTo>
                    <a:pt x="4266" y="1040"/>
                  </a:lnTo>
                  <a:lnTo>
                    <a:pt x="4275" y="1040"/>
                  </a:lnTo>
                  <a:lnTo>
                    <a:pt x="4280" y="1042"/>
                  </a:lnTo>
                  <a:lnTo>
                    <a:pt x="4286" y="1044"/>
                  </a:lnTo>
                  <a:lnTo>
                    <a:pt x="4289" y="1047"/>
                  </a:lnTo>
                  <a:lnTo>
                    <a:pt x="4292" y="1052"/>
                  </a:lnTo>
                  <a:lnTo>
                    <a:pt x="4301" y="1065"/>
                  </a:lnTo>
                  <a:lnTo>
                    <a:pt x="4305" y="1082"/>
                  </a:lnTo>
                  <a:lnTo>
                    <a:pt x="4324" y="1082"/>
                  </a:lnTo>
                  <a:lnTo>
                    <a:pt x="4331" y="1100"/>
                  </a:lnTo>
                  <a:lnTo>
                    <a:pt x="4341" y="1112"/>
                  </a:lnTo>
                  <a:lnTo>
                    <a:pt x="4350" y="1124"/>
                  </a:lnTo>
                  <a:lnTo>
                    <a:pt x="4359" y="1140"/>
                  </a:lnTo>
                  <a:lnTo>
                    <a:pt x="4362" y="1166"/>
                  </a:lnTo>
                  <a:lnTo>
                    <a:pt x="4361" y="1187"/>
                  </a:lnTo>
                  <a:lnTo>
                    <a:pt x="4355" y="1208"/>
                  </a:lnTo>
                  <a:lnTo>
                    <a:pt x="4347" y="1227"/>
                  </a:lnTo>
                  <a:lnTo>
                    <a:pt x="4338" y="1248"/>
                  </a:lnTo>
                  <a:lnTo>
                    <a:pt x="4327" y="1271"/>
                  </a:lnTo>
                  <a:lnTo>
                    <a:pt x="4324" y="1285"/>
                  </a:lnTo>
                  <a:lnTo>
                    <a:pt x="4319" y="1299"/>
                  </a:lnTo>
                  <a:lnTo>
                    <a:pt x="4315" y="1314"/>
                  </a:lnTo>
                  <a:lnTo>
                    <a:pt x="4310" y="1326"/>
                  </a:lnTo>
                  <a:lnTo>
                    <a:pt x="4301" y="1335"/>
                  </a:lnTo>
                  <a:lnTo>
                    <a:pt x="4291" y="1340"/>
                  </a:lnTo>
                  <a:lnTo>
                    <a:pt x="4279" y="1346"/>
                  </a:lnTo>
                  <a:lnTo>
                    <a:pt x="4266" y="1351"/>
                  </a:lnTo>
                  <a:lnTo>
                    <a:pt x="4258" y="1354"/>
                  </a:lnTo>
                  <a:lnTo>
                    <a:pt x="4247" y="1346"/>
                  </a:lnTo>
                  <a:lnTo>
                    <a:pt x="4235" y="1335"/>
                  </a:lnTo>
                  <a:lnTo>
                    <a:pt x="4226" y="1342"/>
                  </a:lnTo>
                  <a:lnTo>
                    <a:pt x="4216" y="1346"/>
                  </a:lnTo>
                  <a:lnTo>
                    <a:pt x="4203" y="1344"/>
                  </a:lnTo>
                  <a:lnTo>
                    <a:pt x="4190" y="1342"/>
                  </a:lnTo>
                  <a:lnTo>
                    <a:pt x="4174" y="1340"/>
                  </a:lnTo>
                  <a:lnTo>
                    <a:pt x="4167" y="1305"/>
                  </a:lnTo>
                  <a:lnTo>
                    <a:pt x="4162" y="1304"/>
                  </a:lnTo>
                  <a:lnTo>
                    <a:pt x="4156" y="1302"/>
                  </a:lnTo>
                  <a:lnTo>
                    <a:pt x="4151" y="1300"/>
                  </a:lnTo>
                  <a:lnTo>
                    <a:pt x="4148" y="1297"/>
                  </a:lnTo>
                  <a:lnTo>
                    <a:pt x="4144" y="1295"/>
                  </a:lnTo>
                  <a:lnTo>
                    <a:pt x="4142" y="1293"/>
                  </a:lnTo>
                  <a:lnTo>
                    <a:pt x="4142" y="1292"/>
                  </a:lnTo>
                  <a:lnTo>
                    <a:pt x="4144" y="1290"/>
                  </a:lnTo>
                  <a:lnTo>
                    <a:pt x="4144" y="1288"/>
                  </a:lnTo>
                  <a:lnTo>
                    <a:pt x="4144" y="1286"/>
                  </a:lnTo>
                  <a:lnTo>
                    <a:pt x="4142" y="1285"/>
                  </a:lnTo>
                  <a:lnTo>
                    <a:pt x="4141" y="1283"/>
                  </a:lnTo>
                  <a:lnTo>
                    <a:pt x="4135" y="1281"/>
                  </a:lnTo>
                  <a:lnTo>
                    <a:pt x="4134" y="1283"/>
                  </a:lnTo>
                  <a:lnTo>
                    <a:pt x="4134" y="1285"/>
                  </a:lnTo>
                  <a:lnTo>
                    <a:pt x="4134" y="1285"/>
                  </a:lnTo>
                  <a:lnTo>
                    <a:pt x="4132" y="1286"/>
                  </a:lnTo>
                  <a:lnTo>
                    <a:pt x="4130" y="1286"/>
                  </a:lnTo>
                  <a:lnTo>
                    <a:pt x="4128" y="1286"/>
                  </a:lnTo>
                  <a:lnTo>
                    <a:pt x="4128" y="1281"/>
                  </a:lnTo>
                  <a:lnTo>
                    <a:pt x="4123" y="1281"/>
                  </a:lnTo>
                  <a:lnTo>
                    <a:pt x="4123" y="1278"/>
                  </a:lnTo>
                  <a:lnTo>
                    <a:pt x="4130" y="1274"/>
                  </a:lnTo>
                  <a:lnTo>
                    <a:pt x="4135" y="1269"/>
                  </a:lnTo>
                  <a:lnTo>
                    <a:pt x="4139" y="1264"/>
                  </a:lnTo>
                  <a:lnTo>
                    <a:pt x="4135" y="1264"/>
                  </a:lnTo>
                  <a:lnTo>
                    <a:pt x="4135" y="1258"/>
                  </a:lnTo>
                  <a:lnTo>
                    <a:pt x="4127" y="1267"/>
                  </a:lnTo>
                  <a:lnTo>
                    <a:pt x="4118" y="1272"/>
                  </a:lnTo>
                  <a:lnTo>
                    <a:pt x="4104" y="1278"/>
                  </a:lnTo>
                  <a:lnTo>
                    <a:pt x="4099" y="1267"/>
                  </a:lnTo>
                  <a:lnTo>
                    <a:pt x="4092" y="1257"/>
                  </a:lnTo>
                  <a:lnTo>
                    <a:pt x="4083" y="1248"/>
                  </a:lnTo>
                  <a:lnTo>
                    <a:pt x="4071" y="1241"/>
                  </a:lnTo>
                  <a:lnTo>
                    <a:pt x="4055" y="1239"/>
                  </a:lnTo>
                  <a:lnTo>
                    <a:pt x="4045" y="1236"/>
                  </a:lnTo>
                  <a:lnTo>
                    <a:pt x="4031" y="1234"/>
                  </a:lnTo>
                  <a:lnTo>
                    <a:pt x="4011" y="1236"/>
                  </a:lnTo>
                  <a:lnTo>
                    <a:pt x="3992" y="1237"/>
                  </a:lnTo>
                  <a:lnTo>
                    <a:pt x="3973" y="1241"/>
                  </a:lnTo>
                  <a:lnTo>
                    <a:pt x="3956" y="1244"/>
                  </a:lnTo>
                  <a:lnTo>
                    <a:pt x="3943" y="1248"/>
                  </a:lnTo>
                  <a:lnTo>
                    <a:pt x="3936" y="1271"/>
                  </a:lnTo>
                  <a:lnTo>
                    <a:pt x="3919" y="1271"/>
                  </a:lnTo>
                  <a:lnTo>
                    <a:pt x="3903" y="1269"/>
                  </a:lnTo>
                  <a:lnTo>
                    <a:pt x="3886" y="1271"/>
                  </a:lnTo>
                  <a:lnTo>
                    <a:pt x="3874" y="1274"/>
                  </a:lnTo>
                  <a:lnTo>
                    <a:pt x="3861" y="1279"/>
                  </a:lnTo>
                  <a:lnTo>
                    <a:pt x="3851" y="1285"/>
                  </a:lnTo>
                  <a:lnTo>
                    <a:pt x="3839" y="1286"/>
                  </a:lnTo>
                  <a:lnTo>
                    <a:pt x="3825" y="1286"/>
                  </a:lnTo>
                  <a:lnTo>
                    <a:pt x="3821" y="1279"/>
                  </a:lnTo>
                  <a:lnTo>
                    <a:pt x="3818" y="1274"/>
                  </a:lnTo>
                  <a:lnTo>
                    <a:pt x="3812" y="1269"/>
                  </a:lnTo>
                  <a:lnTo>
                    <a:pt x="3809" y="1264"/>
                  </a:lnTo>
                  <a:lnTo>
                    <a:pt x="3818" y="1251"/>
                  </a:lnTo>
                  <a:lnTo>
                    <a:pt x="3819" y="1236"/>
                  </a:lnTo>
                  <a:lnTo>
                    <a:pt x="3818" y="1218"/>
                  </a:lnTo>
                  <a:lnTo>
                    <a:pt x="3811" y="1201"/>
                  </a:lnTo>
                  <a:lnTo>
                    <a:pt x="3804" y="1182"/>
                  </a:lnTo>
                  <a:lnTo>
                    <a:pt x="3795" y="1164"/>
                  </a:lnTo>
                  <a:lnTo>
                    <a:pt x="3790" y="1148"/>
                  </a:lnTo>
                  <a:lnTo>
                    <a:pt x="3786" y="1136"/>
                  </a:lnTo>
                  <a:lnTo>
                    <a:pt x="3790" y="1136"/>
                  </a:lnTo>
                  <a:lnTo>
                    <a:pt x="3793" y="1138"/>
                  </a:lnTo>
                  <a:lnTo>
                    <a:pt x="3795" y="1138"/>
                  </a:lnTo>
                  <a:lnTo>
                    <a:pt x="3797" y="1140"/>
                  </a:lnTo>
                  <a:lnTo>
                    <a:pt x="3797" y="1140"/>
                  </a:lnTo>
                  <a:lnTo>
                    <a:pt x="3799" y="1138"/>
                  </a:lnTo>
                  <a:lnTo>
                    <a:pt x="3800" y="1136"/>
                  </a:lnTo>
                  <a:lnTo>
                    <a:pt x="3802" y="1133"/>
                  </a:lnTo>
                  <a:lnTo>
                    <a:pt x="3793" y="1124"/>
                  </a:lnTo>
                  <a:lnTo>
                    <a:pt x="3790" y="1113"/>
                  </a:lnTo>
                  <a:lnTo>
                    <a:pt x="3786" y="1101"/>
                  </a:lnTo>
                  <a:lnTo>
                    <a:pt x="3795" y="1091"/>
                  </a:lnTo>
                  <a:lnTo>
                    <a:pt x="3802" y="1080"/>
                  </a:lnTo>
                  <a:lnTo>
                    <a:pt x="3809" y="1070"/>
                  </a:lnTo>
                  <a:lnTo>
                    <a:pt x="3819" y="1061"/>
                  </a:lnTo>
                  <a:lnTo>
                    <a:pt x="3832" y="1056"/>
                  </a:lnTo>
                  <a:lnTo>
                    <a:pt x="3840" y="1056"/>
                  </a:lnTo>
                  <a:lnTo>
                    <a:pt x="3854" y="1054"/>
                  </a:lnTo>
                  <a:lnTo>
                    <a:pt x="3872" y="1051"/>
                  </a:lnTo>
                  <a:lnTo>
                    <a:pt x="3888" y="1047"/>
                  </a:lnTo>
                  <a:lnTo>
                    <a:pt x="3902" y="1044"/>
                  </a:lnTo>
                  <a:lnTo>
                    <a:pt x="3907" y="1031"/>
                  </a:lnTo>
                  <a:lnTo>
                    <a:pt x="3915" y="1017"/>
                  </a:lnTo>
                  <a:lnTo>
                    <a:pt x="3926" y="1007"/>
                  </a:lnTo>
                  <a:lnTo>
                    <a:pt x="3940" y="1002"/>
                  </a:lnTo>
                  <a:lnTo>
                    <a:pt x="3940" y="990"/>
                  </a:lnTo>
                  <a:lnTo>
                    <a:pt x="3947" y="986"/>
                  </a:lnTo>
                  <a:lnTo>
                    <a:pt x="3956" y="977"/>
                  </a:lnTo>
                  <a:lnTo>
                    <a:pt x="3966" y="969"/>
                  </a:lnTo>
                  <a:lnTo>
                    <a:pt x="3977" y="962"/>
                  </a:lnTo>
                  <a:lnTo>
                    <a:pt x="3987" y="956"/>
                  </a:lnTo>
                  <a:lnTo>
                    <a:pt x="3994" y="960"/>
                  </a:lnTo>
                  <a:lnTo>
                    <a:pt x="3996" y="962"/>
                  </a:lnTo>
                  <a:lnTo>
                    <a:pt x="3996" y="965"/>
                  </a:lnTo>
                  <a:lnTo>
                    <a:pt x="3996" y="969"/>
                  </a:lnTo>
                  <a:lnTo>
                    <a:pt x="3998" y="974"/>
                  </a:lnTo>
                  <a:lnTo>
                    <a:pt x="4003" y="976"/>
                  </a:lnTo>
                  <a:lnTo>
                    <a:pt x="4008" y="976"/>
                  </a:lnTo>
                  <a:lnTo>
                    <a:pt x="4011" y="977"/>
                  </a:lnTo>
                  <a:lnTo>
                    <a:pt x="4017" y="979"/>
                  </a:lnTo>
                  <a:lnTo>
                    <a:pt x="4020" y="963"/>
                  </a:lnTo>
                  <a:lnTo>
                    <a:pt x="4025" y="955"/>
                  </a:lnTo>
                  <a:lnTo>
                    <a:pt x="4032" y="949"/>
                  </a:lnTo>
                  <a:lnTo>
                    <a:pt x="4041" y="944"/>
                  </a:lnTo>
                  <a:lnTo>
                    <a:pt x="4050" y="941"/>
                  </a:lnTo>
                  <a:lnTo>
                    <a:pt x="4059" y="932"/>
                  </a:lnTo>
                  <a:lnTo>
                    <a:pt x="4055" y="930"/>
                  </a:lnTo>
                  <a:lnTo>
                    <a:pt x="4055" y="928"/>
                  </a:lnTo>
                  <a:lnTo>
                    <a:pt x="4053" y="927"/>
                  </a:lnTo>
                  <a:lnTo>
                    <a:pt x="4052" y="925"/>
                  </a:lnTo>
                  <a:lnTo>
                    <a:pt x="4066" y="925"/>
                  </a:lnTo>
                  <a:lnTo>
                    <a:pt x="4080" y="932"/>
                  </a:lnTo>
                  <a:lnTo>
                    <a:pt x="4095" y="934"/>
                  </a:lnTo>
                  <a:lnTo>
                    <a:pt x="4111" y="934"/>
                  </a:lnTo>
                  <a:lnTo>
                    <a:pt x="4128" y="932"/>
                  </a:lnTo>
                  <a:lnTo>
                    <a:pt x="4128" y="941"/>
                  </a:lnTo>
                  <a:lnTo>
                    <a:pt x="4116" y="956"/>
                  </a:lnTo>
                  <a:lnTo>
                    <a:pt x="4109" y="979"/>
                  </a:lnTo>
                  <a:lnTo>
                    <a:pt x="4121" y="986"/>
                  </a:lnTo>
                  <a:lnTo>
                    <a:pt x="4137" y="995"/>
                  </a:lnTo>
                  <a:lnTo>
                    <a:pt x="4153" y="1004"/>
                  </a:lnTo>
                  <a:lnTo>
                    <a:pt x="4169" y="1009"/>
                  </a:lnTo>
                  <a:lnTo>
                    <a:pt x="4181" y="1009"/>
                  </a:lnTo>
                  <a:lnTo>
                    <a:pt x="4190" y="995"/>
                  </a:lnTo>
                  <a:lnTo>
                    <a:pt x="4195" y="972"/>
                  </a:lnTo>
                  <a:lnTo>
                    <a:pt x="4196" y="949"/>
                  </a:lnTo>
                  <a:lnTo>
                    <a:pt x="4200" y="927"/>
                  </a:lnTo>
                  <a:lnTo>
                    <a:pt x="4205" y="909"/>
                  </a:lnTo>
                  <a:close/>
                  <a:moveTo>
                    <a:pt x="4439" y="897"/>
                  </a:moveTo>
                  <a:lnTo>
                    <a:pt x="4443" y="901"/>
                  </a:lnTo>
                  <a:lnTo>
                    <a:pt x="4446" y="904"/>
                  </a:lnTo>
                  <a:lnTo>
                    <a:pt x="4450" y="906"/>
                  </a:lnTo>
                  <a:lnTo>
                    <a:pt x="4450" y="913"/>
                  </a:lnTo>
                  <a:lnTo>
                    <a:pt x="4443" y="913"/>
                  </a:lnTo>
                  <a:lnTo>
                    <a:pt x="4441" y="913"/>
                  </a:lnTo>
                  <a:lnTo>
                    <a:pt x="4439" y="911"/>
                  </a:lnTo>
                  <a:lnTo>
                    <a:pt x="4437" y="911"/>
                  </a:lnTo>
                  <a:lnTo>
                    <a:pt x="4436" y="911"/>
                  </a:lnTo>
                  <a:lnTo>
                    <a:pt x="4430" y="909"/>
                  </a:lnTo>
                  <a:lnTo>
                    <a:pt x="4432" y="906"/>
                  </a:lnTo>
                  <a:lnTo>
                    <a:pt x="4432" y="902"/>
                  </a:lnTo>
                  <a:lnTo>
                    <a:pt x="4432" y="902"/>
                  </a:lnTo>
                  <a:lnTo>
                    <a:pt x="4432" y="901"/>
                  </a:lnTo>
                  <a:lnTo>
                    <a:pt x="4434" y="901"/>
                  </a:lnTo>
                  <a:lnTo>
                    <a:pt x="4436" y="901"/>
                  </a:lnTo>
                  <a:lnTo>
                    <a:pt x="4439" y="897"/>
                  </a:lnTo>
                  <a:close/>
                  <a:moveTo>
                    <a:pt x="3867" y="897"/>
                  </a:moveTo>
                  <a:lnTo>
                    <a:pt x="3874" y="899"/>
                  </a:lnTo>
                  <a:lnTo>
                    <a:pt x="3879" y="899"/>
                  </a:lnTo>
                  <a:lnTo>
                    <a:pt x="3884" y="899"/>
                  </a:lnTo>
                  <a:lnTo>
                    <a:pt x="3888" y="901"/>
                  </a:lnTo>
                  <a:lnTo>
                    <a:pt x="3893" y="902"/>
                  </a:lnTo>
                  <a:lnTo>
                    <a:pt x="3893" y="909"/>
                  </a:lnTo>
                  <a:lnTo>
                    <a:pt x="3889" y="909"/>
                  </a:lnTo>
                  <a:lnTo>
                    <a:pt x="3889" y="913"/>
                  </a:lnTo>
                  <a:lnTo>
                    <a:pt x="3884" y="911"/>
                  </a:lnTo>
                  <a:lnTo>
                    <a:pt x="3879" y="909"/>
                  </a:lnTo>
                  <a:lnTo>
                    <a:pt x="3874" y="906"/>
                  </a:lnTo>
                  <a:lnTo>
                    <a:pt x="3870" y="902"/>
                  </a:lnTo>
                  <a:lnTo>
                    <a:pt x="3867" y="897"/>
                  </a:lnTo>
                  <a:close/>
                  <a:moveTo>
                    <a:pt x="4443" y="887"/>
                  </a:moveTo>
                  <a:lnTo>
                    <a:pt x="4455" y="887"/>
                  </a:lnTo>
                  <a:lnTo>
                    <a:pt x="4462" y="909"/>
                  </a:lnTo>
                  <a:lnTo>
                    <a:pt x="4455" y="909"/>
                  </a:lnTo>
                  <a:lnTo>
                    <a:pt x="4455" y="906"/>
                  </a:lnTo>
                  <a:lnTo>
                    <a:pt x="4450" y="902"/>
                  </a:lnTo>
                  <a:lnTo>
                    <a:pt x="4448" y="899"/>
                  </a:lnTo>
                  <a:lnTo>
                    <a:pt x="4446" y="895"/>
                  </a:lnTo>
                  <a:lnTo>
                    <a:pt x="4444" y="892"/>
                  </a:lnTo>
                  <a:lnTo>
                    <a:pt x="4443" y="887"/>
                  </a:lnTo>
                  <a:close/>
                  <a:moveTo>
                    <a:pt x="3963" y="883"/>
                  </a:moveTo>
                  <a:lnTo>
                    <a:pt x="3982" y="883"/>
                  </a:lnTo>
                  <a:lnTo>
                    <a:pt x="3982" y="887"/>
                  </a:lnTo>
                  <a:lnTo>
                    <a:pt x="3978" y="887"/>
                  </a:lnTo>
                  <a:lnTo>
                    <a:pt x="3966" y="895"/>
                  </a:lnTo>
                  <a:lnTo>
                    <a:pt x="3952" y="904"/>
                  </a:lnTo>
                  <a:lnTo>
                    <a:pt x="3940" y="913"/>
                  </a:lnTo>
                  <a:lnTo>
                    <a:pt x="3936" y="913"/>
                  </a:lnTo>
                  <a:lnTo>
                    <a:pt x="3935" y="911"/>
                  </a:lnTo>
                  <a:lnTo>
                    <a:pt x="3935" y="911"/>
                  </a:lnTo>
                  <a:lnTo>
                    <a:pt x="3933" y="911"/>
                  </a:lnTo>
                  <a:lnTo>
                    <a:pt x="3931" y="909"/>
                  </a:lnTo>
                  <a:lnTo>
                    <a:pt x="3928" y="909"/>
                  </a:lnTo>
                  <a:lnTo>
                    <a:pt x="3928" y="906"/>
                  </a:lnTo>
                  <a:lnTo>
                    <a:pt x="3945" y="895"/>
                  </a:lnTo>
                  <a:lnTo>
                    <a:pt x="3963" y="883"/>
                  </a:lnTo>
                  <a:close/>
                  <a:moveTo>
                    <a:pt x="3917" y="878"/>
                  </a:moveTo>
                  <a:lnTo>
                    <a:pt x="3921" y="881"/>
                  </a:lnTo>
                  <a:lnTo>
                    <a:pt x="3922" y="881"/>
                  </a:lnTo>
                  <a:lnTo>
                    <a:pt x="3922" y="881"/>
                  </a:lnTo>
                  <a:lnTo>
                    <a:pt x="3922" y="883"/>
                  </a:lnTo>
                  <a:lnTo>
                    <a:pt x="3922" y="883"/>
                  </a:lnTo>
                  <a:lnTo>
                    <a:pt x="3922" y="887"/>
                  </a:lnTo>
                  <a:lnTo>
                    <a:pt x="3924" y="890"/>
                  </a:lnTo>
                  <a:lnTo>
                    <a:pt x="3917" y="890"/>
                  </a:lnTo>
                  <a:lnTo>
                    <a:pt x="3905" y="894"/>
                  </a:lnTo>
                  <a:lnTo>
                    <a:pt x="3891" y="894"/>
                  </a:lnTo>
                  <a:lnTo>
                    <a:pt x="3879" y="890"/>
                  </a:lnTo>
                  <a:lnTo>
                    <a:pt x="3879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2" y="887"/>
                  </a:lnTo>
                  <a:lnTo>
                    <a:pt x="3891" y="883"/>
                  </a:lnTo>
                  <a:lnTo>
                    <a:pt x="3900" y="883"/>
                  </a:lnTo>
                  <a:lnTo>
                    <a:pt x="3908" y="883"/>
                  </a:lnTo>
                  <a:lnTo>
                    <a:pt x="3917" y="878"/>
                  </a:lnTo>
                  <a:close/>
                  <a:moveTo>
                    <a:pt x="3851" y="878"/>
                  </a:moveTo>
                  <a:lnTo>
                    <a:pt x="3858" y="880"/>
                  </a:lnTo>
                  <a:lnTo>
                    <a:pt x="3861" y="881"/>
                  </a:lnTo>
                  <a:lnTo>
                    <a:pt x="3865" y="883"/>
                  </a:lnTo>
                  <a:lnTo>
                    <a:pt x="3868" y="887"/>
                  </a:lnTo>
                  <a:lnTo>
                    <a:pt x="3870" y="890"/>
                  </a:lnTo>
                  <a:lnTo>
                    <a:pt x="3867" y="890"/>
                  </a:lnTo>
                  <a:lnTo>
                    <a:pt x="3858" y="894"/>
                  </a:lnTo>
                  <a:lnTo>
                    <a:pt x="3847" y="894"/>
                  </a:lnTo>
                  <a:lnTo>
                    <a:pt x="3835" y="894"/>
                  </a:lnTo>
                  <a:lnTo>
                    <a:pt x="3835" y="887"/>
                  </a:lnTo>
                  <a:lnTo>
                    <a:pt x="3840" y="885"/>
                  </a:lnTo>
                  <a:lnTo>
                    <a:pt x="3846" y="883"/>
                  </a:lnTo>
                  <a:lnTo>
                    <a:pt x="3847" y="881"/>
                  </a:lnTo>
                  <a:lnTo>
                    <a:pt x="3851" y="878"/>
                  </a:lnTo>
                  <a:close/>
                  <a:moveTo>
                    <a:pt x="4411" y="871"/>
                  </a:moveTo>
                  <a:lnTo>
                    <a:pt x="4418" y="874"/>
                  </a:lnTo>
                  <a:lnTo>
                    <a:pt x="4422" y="876"/>
                  </a:lnTo>
                  <a:lnTo>
                    <a:pt x="4427" y="880"/>
                  </a:lnTo>
                  <a:lnTo>
                    <a:pt x="4430" y="883"/>
                  </a:lnTo>
                  <a:lnTo>
                    <a:pt x="4432" y="888"/>
                  </a:lnTo>
                  <a:lnTo>
                    <a:pt x="4436" y="894"/>
                  </a:lnTo>
                  <a:lnTo>
                    <a:pt x="4430" y="894"/>
                  </a:lnTo>
                  <a:lnTo>
                    <a:pt x="4427" y="890"/>
                  </a:lnTo>
                  <a:lnTo>
                    <a:pt x="4422" y="887"/>
                  </a:lnTo>
                  <a:lnTo>
                    <a:pt x="4418" y="883"/>
                  </a:lnTo>
                  <a:lnTo>
                    <a:pt x="4415" y="878"/>
                  </a:lnTo>
                  <a:lnTo>
                    <a:pt x="4411" y="871"/>
                  </a:lnTo>
                  <a:close/>
                  <a:moveTo>
                    <a:pt x="4385" y="864"/>
                  </a:moveTo>
                  <a:lnTo>
                    <a:pt x="4388" y="864"/>
                  </a:lnTo>
                  <a:lnTo>
                    <a:pt x="4390" y="866"/>
                  </a:lnTo>
                  <a:lnTo>
                    <a:pt x="4392" y="866"/>
                  </a:lnTo>
                  <a:lnTo>
                    <a:pt x="4394" y="867"/>
                  </a:lnTo>
                  <a:lnTo>
                    <a:pt x="4394" y="869"/>
                  </a:lnTo>
                  <a:lnTo>
                    <a:pt x="4397" y="871"/>
                  </a:lnTo>
                  <a:lnTo>
                    <a:pt x="4401" y="871"/>
                  </a:lnTo>
                  <a:lnTo>
                    <a:pt x="4401" y="874"/>
                  </a:lnTo>
                  <a:lnTo>
                    <a:pt x="4395" y="873"/>
                  </a:lnTo>
                  <a:lnTo>
                    <a:pt x="4392" y="871"/>
                  </a:lnTo>
                  <a:lnTo>
                    <a:pt x="4390" y="869"/>
                  </a:lnTo>
                  <a:lnTo>
                    <a:pt x="4388" y="867"/>
                  </a:lnTo>
                  <a:lnTo>
                    <a:pt x="4385" y="864"/>
                  </a:lnTo>
                  <a:close/>
                  <a:moveTo>
                    <a:pt x="4081" y="845"/>
                  </a:moveTo>
                  <a:lnTo>
                    <a:pt x="4094" y="848"/>
                  </a:lnTo>
                  <a:lnTo>
                    <a:pt x="4094" y="855"/>
                  </a:lnTo>
                  <a:lnTo>
                    <a:pt x="4085" y="860"/>
                  </a:lnTo>
                  <a:lnTo>
                    <a:pt x="4085" y="860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1" y="864"/>
                  </a:lnTo>
                  <a:lnTo>
                    <a:pt x="4081" y="845"/>
                  </a:lnTo>
                  <a:close/>
                  <a:moveTo>
                    <a:pt x="4362" y="825"/>
                  </a:moveTo>
                  <a:lnTo>
                    <a:pt x="4373" y="832"/>
                  </a:lnTo>
                  <a:lnTo>
                    <a:pt x="4380" y="843"/>
                  </a:lnTo>
                  <a:lnTo>
                    <a:pt x="4385" y="855"/>
                  </a:lnTo>
                  <a:lnTo>
                    <a:pt x="4382" y="855"/>
                  </a:lnTo>
                  <a:lnTo>
                    <a:pt x="4382" y="860"/>
                  </a:lnTo>
                  <a:lnTo>
                    <a:pt x="4369" y="855"/>
                  </a:lnTo>
                  <a:lnTo>
                    <a:pt x="4366" y="846"/>
                  </a:lnTo>
                  <a:lnTo>
                    <a:pt x="4364" y="838"/>
                  </a:lnTo>
                  <a:lnTo>
                    <a:pt x="4362" y="825"/>
                  </a:lnTo>
                  <a:close/>
                  <a:moveTo>
                    <a:pt x="4331" y="825"/>
                  </a:moveTo>
                  <a:lnTo>
                    <a:pt x="4340" y="825"/>
                  </a:lnTo>
                  <a:lnTo>
                    <a:pt x="4340" y="845"/>
                  </a:lnTo>
                  <a:lnTo>
                    <a:pt x="4305" y="855"/>
                  </a:lnTo>
                  <a:lnTo>
                    <a:pt x="4299" y="853"/>
                  </a:lnTo>
                  <a:lnTo>
                    <a:pt x="4294" y="852"/>
                  </a:lnTo>
                  <a:lnTo>
                    <a:pt x="4287" y="850"/>
                  </a:lnTo>
                  <a:lnTo>
                    <a:pt x="4282" y="848"/>
                  </a:lnTo>
                  <a:lnTo>
                    <a:pt x="4282" y="841"/>
                  </a:lnTo>
                  <a:lnTo>
                    <a:pt x="4303" y="839"/>
                  </a:lnTo>
                  <a:lnTo>
                    <a:pt x="4319" y="834"/>
                  </a:lnTo>
                  <a:lnTo>
                    <a:pt x="4331" y="825"/>
                  </a:lnTo>
                  <a:close/>
                  <a:moveTo>
                    <a:pt x="3966" y="810"/>
                  </a:moveTo>
                  <a:lnTo>
                    <a:pt x="3982" y="810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5" y="813"/>
                  </a:lnTo>
                  <a:lnTo>
                    <a:pt x="3985" y="820"/>
                  </a:lnTo>
                  <a:lnTo>
                    <a:pt x="3966" y="820"/>
                  </a:lnTo>
                  <a:lnTo>
                    <a:pt x="3966" y="810"/>
                  </a:lnTo>
                  <a:close/>
                  <a:moveTo>
                    <a:pt x="3994" y="806"/>
                  </a:moveTo>
                  <a:lnTo>
                    <a:pt x="4032" y="810"/>
                  </a:lnTo>
                  <a:lnTo>
                    <a:pt x="4032" y="813"/>
                  </a:lnTo>
                  <a:lnTo>
                    <a:pt x="4034" y="817"/>
                  </a:lnTo>
                  <a:lnTo>
                    <a:pt x="4034" y="820"/>
                  </a:lnTo>
                  <a:lnTo>
                    <a:pt x="4036" y="825"/>
                  </a:lnTo>
                  <a:lnTo>
                    <a:pt x="4032" y="825"/>
                  </a:lnTo>
                  <a:lnTo>
                    <a:pt x="4022" y="819"/>
                  </a:lnTo>
                  <a:lnTo>
                    <a:pt x="4010" y="817"/>
                  </a:lnTo>
                  <a:lnTo>
                    <a:pt x="3994" y="817"/>
                  </a:lnTo>
                  <a:lnTo>
                    <a:pt x="3994" y="806"/>
                  </a:lnTo>
                  <a:close/>
                  <a:moveTo>
                    <a:pt x="4312" y="798"/>
                  </a:moveTo>
                  <a:lnTo>
                    <a:pt x="4331" y="798"/>
                  </a:lnTo>
                  <a:lnTo>
                    <a:pt x="4340" y="808"/>
                  </a:lnTo>
                  <a:lnTo>
                    <a:pt x="4347" y="819"/>
                  </a:lnTo>
                  <a:lnTo>
                    <a:pt x="4350" y="832"/>
                  </a:lnTo>
                  <a:lnTo>
                    <a:pt x="4347" y="832"/>
                  </a:lnTo>
                  <a:lnTo>
                    <a:pt x="4338" y="824"/>
                  </a:lnTo>
                  <a:lnTo>
                    <a:pt x="4329" y="815"/>
                  </a:lnTo>
                  <a:lnTo>
                    <a:pt x="4319" y="808"/>
                  </a:lnTo>
                  <a:lnTo>
                    <a:pt x="4312" y="798"/>
                  </a:lnTo>
                  <a:close/>
                  <a:moveTo>
                    <a:pt x="4057" y="777"/>
                  </a:moveTo>
                  <a:lnTo>
                    <a:pt x="4067" y="777"/>
                  </a:lnTo>
                  <a:lnTo>
                    <a:pt x="4081" y="778"/>
                  </a:lnTo>
                  <a:lnTo>
                    <a:pt x="4085" y="791"/>
                  </a:lnTo>
                  <a:lnTo>
                    <a:pt x="4090" y="801"/>
                  </a:lnTo>
                  <a:lnTo>
                    <a:pt x="4097" y="810"/>
                  </a:lnTo>
                  <a:lnTo>
                    <a:pt x="4097" y="813"/>
                  </a:lnTo>
                  <a:lnTo>
                    <a:pt x="4100" y="813"/>
                  </a:lnTo>
                  <a:lnTo>
                    <a:pt x="4100" y="810"/>
                  </a:lnTo>
                  <a:lnTo>
                    <a:pt x="4109" y="801"/>
                  </a:lnTo>
                  <a:lnTo>
                    <a:pt x="4118" y="796"/>
                  </a:lnTo>
                  <a:lnTo>
                    <a:pt x="4130" y="792"/>
                  </a:lnTo>
                  <a:lnTo>
                    <a:pt x="4148" y="791"/>
                  </a:lnTo>
                  <a:lnTo>
                    <a:pt x="4162" y="799"/>
                  </a:lnTo>
                  <a:lnTo>
                    <a:pt x="4179" y="806"/>
                  </a:lnTo>
                  <a:lnTo>
                    <a:pt x="4200" y="813"/>
                  </a:lnTo>
                  <a:lnTo>
                    <a:pt x="4217" y="824"/>
                  </a:lnTo>
                  <a:lnTo>
                    <a:pt x="4231" y="834"/>
                  </a:lnTo>
                  <a:lnTo>
                    <a:pt x="4238" y="848"/>
                  </a:lnTo>
                  <a:lnTo>
                    <a:pt x="4251" y="850"/>
                  </a:lnTo>
                  <a:lnTo>
                    <a:pt x="4259" y="853"/>
                  </a:lnTo>
                  <a:lnTo>
                    <a:pt x="4270" y="855"/>
                  </a:lnTo>
                  <a:lnTo>
                    <a:pt x="4270" y="864"/>
                  </a:lnTo>
                  <a:lnTo>
                    <a:pt x="4268" y="864"/>
                  </a:lnTo>
                  <a:lnTo>
                    <a:pt x="4265" y="866"/>
                  </a:lnTo>
                  <a:lnTo>
                    <a:pt x="4261" y="866"/>
                  </a:lnTo>
                  <a:lnTo>
                    <a:pt x="4259" y="867"/>
                  </a:lnTo>
                  <a:lnTo>
                    <a:pt x="4258" y="869"/>
                  </a:lnTo>
                  <a:lnTo>
                    <a:pt x="4259" y="869"/>
                  </a:lnTo>
                  <a:lnTo>
                    <a:pt x="4263" y="871"/>
                  </a:lnTo>
                  <a:lnTo>
                    <a:pt x="4275" y="888"/>
                  </a:lnTo>
                  <a:lnTo>
                    <a:pt x="4292" y="902"/>
                  </a:lnTo>
                  <a:lnTo>
                    <a:pt x="4312" y="913"/>
                  </a:lnTo>
                  <a:lnTo>
                    <a:pt x="4312" y="921"/>
                  </a:lnTo>
                  <a:lnTo>
                    <a:pt x="4289" y="921"/>
                  </a:lnTo>
                  <a:lnTo>
                    <a:pt x="4286" y="918"/>
                  </a:lnTo>
                  <a:lnTo>
                    <a:pt x="4282" y="916"/>
                  </a:lnTo>
                  <a:lnTo>
                    <a:pt x="4279" y="916"/>
                  </a:lnTo>
                  <a:lnTo>
                    <a:pt x="4275" y="916"/>
                  </a:lnTo>
                  <a:lnTo>
                    <a:pt x="4272" y="915"/>
                  </a:lnTo>
                  <a:lnTo>
                    <a:pt x="4266" y="913"/>
                  </a:lnTo>
                  <a:lnTo>
                    <a:pt x="4261" y="909"/>
                  </a:lnTo>
                  <a:lnTo>
                    <a:pt x="4258" y="906"/>
                  </a:lnTo>
                  <a:lnTo>
                    <a:pt x="4254" y="899"/>
                  </a:lnTo>
                  <a:lnTo>
                    <a:pt x="4251" y="894"/>
                  </a:lnTo>
                  <a:lnTo>
                    <a:pt x="4247" y="890"/>
                  </a:lnTo>
                  <a:lnTo>
                    <a:pt x="4233" y="883"/>
                  </a:lnTo>
                  <a:lnTo>
                    <a:pt x="4223" y="883"/>
                  </a:lnTo>
                  <a:lnTo>
                    <a:pt x="4210" y="887"/>
                  </a:lnTo>
                  <a:lnTo>
                    <a:pt x="4198" y="894"/>
                  </a:lnTo>
                  <a:lnTo>
                    <a:pt x="4186" y="897"/>
                  </a:lnTo>
                  <a:lnTo>
                    <a:pt x="4174" y="890"/>
                  </a:lnTo>
                  <a:lnTo>
                    <a:pt x="4162" y="887"/>
                  </a:lnTo>
                  <a:lnTo>
                    <a:pt x="4149" y="885"/>
                  </a:lnTo>
                  <a:lnTo>
                    <a:pt x="4132" y="887"/>
                  </a:lnTo>
                  <a:lnTo>
                    <a:pt x="4134" y="880"/>
                  </a:lnTo>
                  <a:lnTo>
                    <a:pt x="4135" y="874"/>
                  </a:lnTo>
                  <a:lnTo>
                    <a:pt x="4137" y="871"/>
                  </a:lnTo>
                  <a:lnTo>
                    <a:pt x="4139" y="867"/>
                  </a:lnTo>
                  <a:lnTo>
                    <a:pt x="4141" y="864"/>
                  </a:lnTo>
                  <a:lnTo>
                    <a:pt x="4139" y="860"/>
                  </a:lnTo>
                  <a:lnTo>
                    <a:pt x="4130" y="845"/>
                  </a:lnTo>
                  <a:lnTo>
                    <a:pt x="4118" y="836"/>
                  </a:lnTo>
                  <a:lnTo>
                    <a:pt x="4104" y="832"/>
                  </a:lnTo>
                  <a:lnTo>
                    <a:pt x="4088" y="827"/>
                  </a:lnTo>
                  <a:lnTo>
                    <a:pt x="4073" y="824"/>
                  </a:lnTo>
                  <a:lnTo>
                    <a:pt x="4060" y="817"/>
                  </a:lnTo>
                  <a:lnTo>
                    <a:pt x="4052" y="806"/>
                  </a:lnTo>
                  <a:lnTo>
                    <a:pt x="4055" y="805"/>
                  </a:lnTo>
                  <a:lnTo>
                    <a:pt x="4057" y="805"/>
                  </a:lnTo>
                  <a:lnTo>
                    <a:pt x="4059" y="803"/>
                  </a:lnTo>
                  <a:lnTo>
                    <a:pt x="4059" y="803"/>
                  </a:lnTo>
                  <a:lnTo>
                    <a:pt x="4060" y="801"/>
                  </a:lnTo>
                  <a:lnTo>
                    <a:pt x="4062" y="798"/>
                  </a:lnTo>
                  <a:lnTo>
                    <a:pt x="4052" y="796"/>
                  </a:lnTo>
                  <a:lnTo>
                    <a:pt x="4041" y="791"/>
                  </a:lnTo>
                  <a:lnTo>
                    <a:pt x="4032" y="787"/>
                  </a:lnTo>
                  <a:lnTo>
                    <a:pt x="4032" y="778"/>
                  </a:lnTo>
                  <a:lnTo>
                    <a:pt x="4046" y="777"/>
                  </a:lnTo>
                  <a:lnTo>
                    <a:pt x="4057" y="777"/>
                  </a:lnTo>
                  <a:close/>
                  <a:moveTo>
                    <a:pt x="1543" y="756"/>
                  </a:moveTo>
                  <a:lnTo>
                    <a:pt x="1536" y="768"/>
                  </a:lnTo>
                  <a:lnTo>
                    <a:pt x="1531" y="768"/>
                  </a:lnTo>
                  <a:lnTo>
                    <a:pt x="1531" y="771"/>
                  </a:lnTo>
                  <a:lnTo>
                    <a:pt x="1542" y="775"/>
                  </a:lnTo>
                  <a:lnTo>
                    <a:pt x="1552" y="780"/>
                  </a:lnTo>
                  <a:lnTo>
                    <a:pt x="1559" y="785"/>
                  </a:lnTo>
                  <a:lnTo>
                    <a:pt x="1563" y="787"/>
                  </a:lnTo>
                  <a:lnTo>
                    <a:pt x="1564" y="785"/>
                  </a:lnTo>
                  <a:lnTo>
                    <a:pt x="1564" y="784"/>
                  </a:lnTo>
                  <a:lnTo>
                    <a:pt x="1564" y="784"/>
                  </a:lnTo>
                  <a:lnTo>
                    <a:pt x="1566" y="782"/>
                  </a:lnTo>
                  <a:lnTo>
                    <a:pt x="1566" y="778"/>
                  </a:lnTo>
                  <a:lnTo>
                    <a:pt x="1559" y="778"/>
                  </a:lnTo>
                  <a:lnTo>
                    <a:pt x="1557" y="778"/>
                  </a:lnTo>
                  <a:lnTo>
                    <a:pt x="1556" y="777"/>
                  </a:lnTo>
                  <a:lnTo>
                    <a:pt x="1554" y="777"/>
                  </a:lnTo>
                  <a:lnTo>
                    <a:pt x="1550" y="777"/>
                  </a:lnTo>
                  <a:lnTo>
                    <a:pt x="1547" y="775"/>
                  </a:lnTo>
                  <a:lnTo>
                    <a:pt x="1547" y="756"/>
                  </a:lnTo>
                  <a:lnTo>
                    <a:pt x="1543" y="756"/>
                  </a:lnTo>
                  <a:close/>
                  <a:moveTo>
                    <a:pt x="3952" y="743"/>
                  </a:moveTo>
                  <a:lnTo>
                    <a:pt x="3954" y="743"/>
                  </a:lnTo>
                  <a:lnTo>
                    <a:pt x="3954" y="745"/>
                  </a:lnTo>
                  <a:lnTo>
                    <a:pt x="3954" y="747"/>
                  </a:lnTo>
                  <a:lnTo>
                    <a:pt x="3956" y="747"/>
                  </a:lnTo>
                  <a:lnTo>
                    <a:pt x="3956" y="749"/>
                  </a:lnTo>
                  <a:lnTo>
                    <a:pt x="3959" y="749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6" y="750"/>
                  </a:lnTo>
                  <a:lnTo>
                    <a:pt x="3956" y="752"/>
                  </a:lnTo>
                  <a:lnTo>
                    <a:pt x="3950" y="757"/>
                  </a:lnTo>
                  <a:lnTo>
                    <a:pt x="3945" y="763"/>
                  </a:lnTo>
                  <a:lnTo>
                    <a:pt x="3940" y="768"/>
                  </a:lnTo>
                  <a:lnTo>
                    <a:pt x="3921" y="766"/>
                  </a:lnTo>
                  <a:lnTo>
                    <a:pt x="3905" y="766"/>
                  </a:lnTo>
                  <a:lnTo>
                    <a:pt x="3886" y="768"/>
                  </a:lnTo>
                  <a:lnTo>
                    <a:pt x="3886" y="778"/>
                  </a:lnTo>
                  <a:lnTo>
                    <a:pt x="3889" y="780"/>
                  </a:lnTo>
                  <a:lnTo>
                    <a:pt x="3889" y="782"/>
                  </a:lnTo>
                  <a:lnTo>
                    <a:pt x="3891" y="784"/>
                  </a:lnTo>
                  <a:lnTo>
                    <a:pt x="3893" y="787"/>
                  </a:lnTo>
                  <a:lnTo>
                    <a:pt x="3912" y="780"/>
                  </a:lnTo>
                  <a:lnTo>
                    <a:pt x="3931" y="775"/>
                  </a:lnTo>
                  <a:lnTo>
                    <a:pt x="3931" y="784"/>
                  </a:lnTo>
                  <a:lnTo>
                    <a:pt x="3928" y="784"/>
                  </a:lnTo>
                  <a:lnTo>
                    <a:pt x="3922" y="787"/>
                  </a:lnTo>
                  <a:lnTo>
                    <a:pt x="3915" y="791"/>
                  </a:lnTo>
                  <a:lnTo>
                    <a:pt x="3908" y="794"/>
                  </a:lnTo>
                  <a:lnTo>
                    <a:pt x="3914" y="806"/>
                  </a:lnTo>
                  <a:lnTo>
                    <a:pt x="3921" y="817"/>
                  </a:lnTo>
                  <a:lnTo>
                    <a:pt x="3924" y="827"/>
                  </a:lnTo>
                  <a:lnTo>
                    <a:pt x="3928" y="845"/>
                  </a:lnTo>
                  <a:lnTo>
                    <a:pt x="3924" y="845"/>
                  </a:lnTo>
                  <a:lnTo>
                    <a:pt x="3924" y="848"/>
                  </a:lnTo>
                  <a:lnTo>
                    <a:pt x="3921" y="846"/>
                  </a:lnTo>
                  <a:lnTo>
                    <a:pt x="3919" y="846"/>
                  </a:lnTo>
                  <a:lnTo>
                    <a:pt x="3919" y="846"/>
                  </a:lnTo>
                  <a:lnTo>
                    <a:pt x="3919" y="845"/>
                  </a:lnTo>
                  <a:lnTo>
                    <a:pt x="3917" y="845"/>
                  </a:lnTo>
                  <a:lnTo>
                    <a:pt x="3907" y="834"/>
                  </a:lnTo>
                  <a:lnTo>
                    <a:pt x="3898" y="822"/>
                  </a:lnTo>
                  <a:lnTo>
                    <a:pt x="3889" y="810"/>
                  </a:lnTo>
                  <a:lnTo>
                    <a:pt x="3889" y="848"/>
                  </a:lnTo>
                  <a:lnTo>
                    <a:pt x="3874" y="848"/>
                  </a:lnTo>
                  <a:lnTo>
                    <a:pt x="3874" y="846"/>
                  </a:lnTo>
                  <a:lnTo>
                    <a:pt x="3872" y="846"/>
                  </a:lnTo>
                  <a:lnTo>
                    <a:pt x="3872" y="846"/>
                  </a:lnTo>
                  <a:lnTo>
                    <a:pt x="3872" y="846"/>
                  </a:lnTo>
                  <a:lnTo>
                    <a:pt x="3872" y="845"/>
                  </a:lnTo>
                  <a:lnTo>
                    <a:pt x="3870" y="845"/>
                  </a:lnTo>
                  <a:lnTo>
                    <a:pt x="3872" y="832"/>
                  </a:lnTo>
                  <a:lnTo>
                    <a:pt x="3870" y="825"/>
                  </a:lnTo>
                  <a:lnTo>
                    <a:pt x="3867" y="819"/>
                  </a:lnTo>
                  <a:lnTo>
                    <a:pt x="3863" y="810"/>
                  </a:lnTo>
                  <a:lnTo>
                    <a:pt x="3863" y="801"/>
                  </a:lnTo>
                  <a:lnTo>
                    <a:pt x="3868" y="791"/>
                  </a:lnTo>
                  <a:lnTo>
                    <a:pt x="3875" y="777"/>
                  </a:lnTo>
                  <a:lnTo>
                    <a:pt x="3882" y="764"/>
                  </a:lnTo>
                  <a:lnTo>
                    <a:pt x="3889" y="754"/>
                  </a:lnTo>
                  <a:lnTo>
                    <a:pt x="3893" y="749"/>
                  </a:lnTo>
                  <a:lnTo>
                    <a:pt x="3910" y="754"/>
                  </a:lnTo>
                  <a:lnTo>
                    <a:pt x="3921" y="754"/>
                  </a:lnTo>
                  <a:lnTo>
                    <a:pt x="3929" y="752"/>
                  </a:lnTo>
                  <a:lnTo>
                    <a:pt x="3940" y="749"/>
                  </a:lnTo>
                  <a:lnTo>
                    <a:pt x="3950" y="743"/>
                  </a:lnTo>
                  <a:lnTo>
                    <a:pt x="3952" y="743"/>
                  </a:lnTo>
                  <a:close/>
                  <a:moveTo>
                    <a:pt x="3989" y="740"/>
                  </a:moveTo>
                  <a:lnTo>
                    <a:pt x="3996" y="743"/>
                  </a:lnTo>
                  <a:lnTo>
                    <a:pt x="3999" y="745"/>
                  </a:lnTo>
                  <a:lnTo>
                    <a:pt x="4003" y="749"/>
                  </a:lnTo>
                  <a:lnTo>
                    <a:pt x="4004" y="752"/>
                  </a:lnTo>
                  <a:lnTo>
                    <a:pt x="4004" y="759"/>
                  </a:lnTo>
                  <a:lnTo>
                    <a:pt x="4004" y="768"/>
                  </a:lnTo>
                  <a:lnTo>
                    <a:pt x="4001" y="770"/>
                  </a:lnTo>
                  <a:lnTo>
                    <a:pt x="3999" y="771"/>
                  </a:lnTo>
                  <a:lnTo>
                    <a:pt x="3999" y="773"/>
                  </a:lnTo>
                  <a:lnTo>
                    <a:pt x="3999" y="775"/>
                  </a:lnTo>
                  <a:lnTo>
                    <a:pt x="3999" y="777"/>
                  </a:lnTo>
                  <a:lnTo>
                    <a:pt x="3999" y="778"/>
                  </a:lnTo>
                  <a:lnTo>
                    <a:pt x="3998" y="780"/>
                  </a:lnTo>
                  <a:lnTo>
                    <a:pt x="3994" y="784"/>
                  </a:lnTo>
                  <a:lnTo>
                    <a:pt x="3994" y="775"/>
                  </a:lnTo>
                  <a:lnTo>
                    <a:pt x="3987" y="764"/>
                  </a:lnTo>
                  <a:lnTo>
                    <a:pt x="3987" y="752"/>
                  </a:lnTo>
                  <a:lnTo>
                    <a:pt x="3989" y="740"/>
                  </a:lnTo>
                  <a:close/>
                  <a:moveTo>
                    <a:pt x="3533" y="691"/>
                  </a:moveTo>
                  <a:lnTo>
                    <a:pt x="3566" y="695"/>
                  </a:lnTo>
                  <a:lnTo>
                    <a:pt x="3579" y="710"/>
                  </a:lnTo>
                  <a:lnTo>
                    <a:pt x="3593" y="719"/>
                  </a:lnTo>
                  <a:lnTo>
                    <a:pt x="3607" y="728"/>
                  </a:lnTo>
                  <a:lnTo>
                    <a:pt x="3624" y="736"/>
                  </a:lnTo>
                  <a:lnTo>
                    <a:pt x="3629" y="740"/>
                  </a:lnTo>
                  <a:lnTo>
                    <a:pt x="3629" y="742"/>
                  </a:lnTo>
                  <a:lnTo>
                    <a:pt x="3631" y="742"/>
                  </a:lnTo>
                  <a:lnTo>
                    <a:pt x="3638" y="749"/>
                  </a:lnTo>
                  <a:lnTo>
                    <a:pt x="3650" y="763"/>
                  </a:lnTo>
                  <a:lnTo>
                    <a:pt x="3661" y="778"/>
                  </a:lnTo>
                  <a:lnTo>
                    <a:pt x="3673" y="796"/>
                  </a:lnTo>
                  <a:lnTo>
                    <a:pt x="3690" y="810"/>
                  </a:lnTo>
                  <a:lnTo>
                    <a:pt x="3687" y="827"/>
                  </a:lnTo>
                  <a:lnTo>
                    <a:pt x="3687" y="848"/>
                  </a:lnTo>
                  <a:lnTo>
                    <a:pt x="3701" y="850"/>
                  </a:lnTo>
                  <a:lnTo>
                    <a:pt x="3710" y="853"/>
                  </a:lnTo>
                  <a:lnTo>
                    <a:pt x="3716" y="859"/>
                  </a:lnTo>
                  <a:lnTo>
                    <a:pt x="3725" y="864"/>
                  </a:lnTo>
                  <a:lnTo>
                    <a:pt x="3736" y="864"/>
                  </a:lnTo>
                  <a:lnTo>
                    <a:pt x="3744" y="860"/>
                  </a:lnTo>
                  <a:lnTo>
                    <a:pt x="3751" y="857"/>
                  </a:lnTo>
                  <a:lnTo>
                    <a:pt x="3758" y="855"/>
                  </a:lnTo>
                  <a:lnTo>
                    <a:pt x="3774" y="860"/>
                  </a:lnTo>
                  <a:lnTo>
                    <a:pt x="3792" y="867"/>
                  </a:lnTo>
                  <a:lnTo>
                    <a:pt x="3809" y="876"/>
                  </a:lnTo>
                  <a:lnTo>
                    <a:pt x="3825" y="883"/>
                  </a:lnTo>
                  <a:lnTo>
                    <a:pt x="3823" y="883"/>
                  </a:lnTo>
                  <a:lnTo>
                    <a:pt x="3821" y="885"/>
                  </a:lnTo>
                  <a:lnTo>
                    <a:pt x="3821" y="885"/>
                  </a:lnTo>
                  <a:lnTo>
                    <a:pt x="3819" y="885"/>
                  </a:lnTo>
                  <a:lnTo>
                    <a:pt x="3816" y="887"/>
                  </a:lnTo>
                  <a:lnTo>
                    <a:pt x="3806" y="890"/>
                  </a:lnTo>
                  <a:lnTo>
                    <a:pt x="3786" y="890"/>
                  </a:lnTo>
                  <a:lnTo>
                    <a:pt x="3764" y="887"/>
                  </a:lnTo>
                  <a:lnTo>
                    <a:pt x="3741" y="881"/>
                  </a:lnTo>
                  <a:lnTo>
                    <a:pt x="3716" y="876"/>
                  </a:lnTo>
                  <a:lnTo>
                    <a:pt x="3697" y="871"/>
                  </a:lnTo>
                  <a:lnTo>
                    <a:pt x="3682" y="864"/>
                  </a:lnTo>
                  <a:lnTo>
                    <a:pt x="3675" y="860"/>
                  </a:lnTo>
                  <a:lnTo>
                    <a:pt x="3678" y="857"/>
                  </a:lnTo>
                  <a:lnTo>
                    <a:pt x="3678" y="857"/>
                  </a:lnTo>
                  <a:lnTo>
                    <a:pt x="3680" y="855"/>
                  </a:lnTo>
                  <a:lnTo>
                    <a:pt x="3682" y="852"/>
                  </a:lnTo>
                  <a:lnTo>
                    <a:pt x="3661" y="846"/>
                  </a:lnTo>
                  <a:lnTo>
                    <a:pt x="3643" y="836"/>
                  </a:lnTo>
                  <a:lnTo>
                    <a:pt x="3627" y="820"/>
                  </a:lnTo>
                  <a:lnTo>
                    <a:pt x="3615" y="803"/>
                  </a:lnTo>
                  <a:lnTo>
                    <a:pt x="3603" y="784"/>
                  </a:lnTo>
                  <a:lnTo>
                    <a:pt x="3593" y="764"/>
                  </a:lnTo>
                  <a:lnTo>
                    <a:pt x="3582" y="749"/>
                  </a:lnTo>
                  <a:lnTo>
                    <a:pt x="3572" y="736"/>
                  </a:lnTo>
                  <a:lnTo>
                    <a:pt x="3561" y="728"/>
                  </a:lnTo>
                  <a:lnTo>
                    <a:pt x="3549" y="717"/>
                  </a:lnTo>
                  <a:lnTo>
                    <a:pt x="3538" y="707"/>
                  </a:lnTo>
                  <a:lnTo>
                    <a:pt x="3533" y="691"/>
                  </a:lnTo>
                  <a:close/>
                  <a:moveTo>
                    <a:pt x="3832" y="672"/>
                  </a:moveTo>
                  <a:lnTo>
                    <a:pt x="3842" y="675"/>
                  </a:lnTo>
                  <a:lnTo>
                    <a:pt x="3854" y="682"/>
                  </a:lnTo>
                  <a:lnTo>
                    <a:pt x="3865" y="693"/>
                  </a:lnTo>
                  <a:lnTo>
                    <a:pt x="3870" y="702"/>
                  </a:lnTo>
                  <a:lnTo>
                    <a:pt x="3865" y="705"/>
                  </a:lnTo>
                  <a:lnTo>
                    <a:pt x="3860" y="710"/>
                  </a:lnTo>
                  <a:lnTo>
                    <a:pt x="3854" y="714"/>
                  </a:lnTo>
                  <a:lnTo>
                    <a:pt x="3847" y="717"/>
                  </a:lnTo>
                  <a:lnTo>
                    <a:pt x="3853" y="733"/>
                  </a:lnTo>
                  <a:lnTo>
                    <a:pt x="3860" y="745"/>
                  </a:lnTo>
                  <a:lnTo>
                    <a:pt x="3867" y="759"/>
                  </a:lnTo>
                  <a:lnTo>
                    <a:pt x="3861" y="761"/>
                  </a:lnTo>
                  <a:lnTo>
                    <a:pt x="3858" y="761"/>
                  </a:lnTo>
                  <a:lnTo>
                    <a:pt x="3856" y="761"/>
                  </a:lnTo>
                  <a:lnTo>
                    <a:pt x="3856" y="761"/>
                  </a:lnTo>
                  <a:lnTo>
                    <a:pt x="3854" y="763"/>
                  </a:lnTo>
                  <a:lnTo>
                    <a:pt x="3853" y="764"/>
                  </a:lnTo>
                  <a:lnTo>
                    <a:pt x="3851" y="768"/>
                  </a:lnTo>
                  <a:lnTo>
                    <a:pt x="3842" y="784"/>
                  </a:lnTo>
                  <a:lnTo>
                    <a:pt x="3837" y="803"/>
                  </a:lnTo>
                  <a:lnTo>
                    <a:pt x="3828" y="820"/>
                  </a:lnTo>
                  <a:lnTo>
                    <a:pt x="3823" y="824"/>
                  </a:lnTo>
                  <a:lnTo>
                    <a:pt x="3818" y="824"/>
                  </a:lnTo>
                  <a:lnTo>
                    <a:pt x="3812" y="825"/>
                  </a:lnTo>
                  <a:lnTo>
                    <a:pt x="3806" y="825"/>
                  </a:lnTo>
                  <a:lnTo>
                    <a:pt x="3795" y="819"/>
                  </a:lnTo>
                  <a:lnTo>
                    <a:pt x="3785" y="817"/>
                  </a:lnTo>
                  <a:lnTo>
                    <a:pt x="3772" y="817"/>
                  </a:lnTo>
                  <a:lnTo>
                    <a:pt x="3760" y="815"/>
                  </a:lnTo>
                  <a:lnTo>
                    <a:pt x="3748" y="810"/>
                  </a:lnTo>
                  <a:lnTo>
                    <a:pt x="3736" y="794"/>
                  </a:lnTo>
                  <a:lnTo>
                    <a:pt x="3727" y="773"/>
                  </a:lnTo>
                  <a:lnTo>
                    <a:pt x="3725" y="749"/>
                  </a:lnTo>
                  <a:lnTo>
                    <a:pt x="3734" y="745"/>
                  </a:lnTo>
                  <a:lnTo>
                    <a:pt x="3741" y="745"/>
                  </a:lnTo>
                  <a:lnTo>
                    <a:pt x="3748" y="747"/>
                  </a:lnTo>
                  <a:lnTo>
                    <a:pt x="3755" y="743"/>
                  </a:lnTo>
                  <a:lnTo>
                    <a:pt x="3764" y="729"/>
                  </a:lnTo>
                  <a:lnTo>
                    <a:pt x="3786" y="726"/>
                  </a:lnTo>
                  <a:lnTo>
                    <a:pt x="3790" y="723"/>
                  </a:lnTo>
                  <a:lnTo>
                    <a:pt x="3793" y="719"/>
                  </a:lnTo>
                  <a:lnTo>
                    <a:pt x="3793" y="717"/>
                  </a:lnTo>
                  <a:lnTo>
                    <a:pt x="3795" y="716"/>
                  </a:lnTo>
                  <a:lnTo>
                    <a:pt x="3795" y="714"/>
                  </a:lnTo>
                  <a:lnTo>
                    <a:pt x="3795" y="712"/>
                  </a:lnTo>
                  <a:lnTo>
                    <a:pt x="3797" y="710"/>
                  </a:lnTo>
                  <a:lnTo>
                    <a:pt x="3797" y="710"/>
                  </a:lnTo>
                  <a:lnTo>
                    <a:pt x="3800" y="710"/>
                  </a:lnTo>
                  <a:lnTo>
                    <a:pt x="3806" y="710"/>
                  </a:lnTo>
                  <a:lnTo>
                    <a:pt x="3812" y="710"/>
                  </a:lnTo>
                  <a:lnTo>
                    <a:pt x="3816" y="698"/>
                  </a:lnTo>
                  <a:lnTo>
                    <a:pt x="3821" y="689"/>
                  </a:lnTo>
                  <a:lnTo>
                    <a:pt x="3826" y="681"/>
                  </a:lnTo>
                  <a:lnTo>
                    <a:pt x="3832" y="672"/>
                  </a:lnTo>
                  <a:close/>
                  <a:moveTo>
                    <a:pt x="3329" y="649"/>
                  </a:moveTo>
                  <a:lnTo>
                    <a:pt x="3339" y="656"/>
                  </a:lnTo>
                  <a:lnTo>
                    <a:pt x="3345" y="668"/>
                  </a:lnTo>
                  <a:lnTo>
                    <a:pt x="3345" y="686"/>
                  </a:lnTo>
                  <a:lnTo>
                    <a:pt x="3345" y="688"/>
                  </a:lnTo>
                  <a:lnTo>
                    <a:pt x="3346" y="688"/>
                  </a:lnTo>
                  <a:lnTo>
                    <a:pt x="3348" y="689"/>
                  </a:lnTo>
                  <a:lnTo>
                    <a:pt x="3348" y="689"/>
                  </a:lnTo>
                  <a:lnTo>
                    <a:pt x="3348" y="691"/>
                  </a:lnTo>
                  <a:lnTo>
                    <a:pt x="3348" y="695"/>
                  </a:lnTo>
                  <a:lnTo>
                    <a:pt x="3345" y="695"/>
                  </a:lnTo>
                  <a:lnTo>
                    <a:pt x="3341" y="696"/>
                  </a:lnTo>
                  <a:lnTo>
                    <a:pt x="3339" y="700"/>
                  </a:lnTo>
                  <a:lnTo>
                    <a:pt x="3336" y="702"/>
                  </a:lnTo>
                  <a:lnTo>
                    <a:pt x="3334" y="702"/>
                  </a:lnTo>
                  <a:lnTo>
                    <a:pt x="3332" y="700"/>
                  </a:lnTo>
                  <a:lnTo>
                    <a:pt x="3331" y="700"/>
                  </a:lnTo>
                  <a:lnTo>
                    <a:pt x="3331" y="700"/>
                  </a:lnTo>
                  <a:lnTo>
                    <a:pt x="3329" y="698"/>
                  </a:lnTo>
                  <a:lnTo>
                    <a:pt x="3322" y="684"/>
                  </a:lnTo>
                  <a:lnTo>
                    <a:pt x="3322" y="663"/>
                  </a:lnTo>
                  <a:lnTo>
                    <a:pt x="3324" y="660"/>
                  </a:lnTo>
                  <a:lnTo>
                    <a:pt x="3326" y="658"/>
                  </a:lnTo>
                  <a:lnTo>
                    <a:pt x="3327" y="654"/>
                  </a:lnTo>
                  <a:lnTo>
                    <a:pt x="3329" y="649"/>
                  </a:lnTo>
                  <a:close/>
                  <a:moveTo>
                    <a:pt x="3956" y="628"/>
                  </a:moveTo>
                  <a:lnTo>
                    <a:pt x="3964" y="637"/>
                  </a:lnTo>
                  <a:lnTo>
                    <a:pt x="3970" y="647"/>
                  </a:lnTo>
                  <a:lnTo>
                    <a:pt x="3970" y="663"/>
                  </a:lnTo>
                  <a:lnTo>
                    <a:pt x="3971" y="667"/>
                  </a:lnTo>
                  <a:lnTo>
                    <a:pt x="3973" y="667"/>
                  </a:lnTo>
                  <a:lnTo>
                    <a:pt x="3973" y="668"/>
                  </a:lnTo>
                  <a:lnTo>
                    <a:pt x="3973" y="668"/>
                  </a:lnTo>
                  <a:lnTo>
                    <a:pt x="3971" y="668"/>
                  </a:lnTo>
                  <a:lnTo>
                    <a:pt x="3970" y="672"/>
                  </a:lnTo>
                  <a:lnTo>
                    <a:pt x="3970" y="675"/>
                  </a:lnTo>
                  <a:lnTo>
                    <a:pt x="3968" y="675"/>
                  </a:lnTo>
                  <a:lnTo>
                    <a:pt x="3968" y="677"/>
                  </a:lnTo>
                  <a:lnTo>
                    <a:pt x="3968" y="677"/>
                  </a:lnTo>
                  <a:lnTo>
                    <a:pt x="3968" y="677"/>
                  </a:lnTo>
                  <a:lnTo>
                    <a:pt x="3966" y="677"/>
                  </a:lnTo>
                  <a:lnTo>
                    <a:pt x="3963" y="679"/>
                  </a:lnTo>
                  <a:lnTo>
                    <a:pt x="3961" y="675"/>
                  </a:lnTo>
                  <a:lnTo>
                    <a:pt x="3961" y="674"/>
                  </a:lnTo>
                  <a:lnTo>
                    <a:pt x="3961" y="674"/>
                  </a:lnTo>
                  <a:lnTo>
                    <a:pt x="3961" y="674"/>
                  </a:lnTo>
                  <a:lnTo>
                    <a:pt x="3959" y="674"/>
                  </a:lnTo>
                  <a:lnTo>
                    <a:pt x="3957" y="674"/>
                  </a:lnTo>
                  <a:lnTo>
                    <a:pt x="3956" y="672"/>
                  </a:lnTo>
                  <a:lnTo>
                    <a:pt x="3956" y="675"/>
                  </a:lnTo>
                  <a:lnTo>
                    <a:pt x="3957" y="677"/>
                  </a:lnTo>
                  <a:lnTo>
                    <a:pt x="3959" y="679"/>
                  </a:lnTo>
                  <a:lnTo>
                    <a:pt x="3961" y="681"/>
                  </a:lnTo>
                  <a:lnTo>
                    <a:pt x="3961" y="681"/>
                  </a:lnTo>
                  <a:lnTo>
                    <a:pt x="3959" y="682"/>
                  </a:lnTo>
                  <a:lnTo>
                    <a:pt x="3959" y="684"/>
                  </a:lnTo>
                  <a:lnTo>
                    <a:pt x="3959" y="686"/>
                  </a:lnTo>
                  <a:lnTo>
                    <a:pt x="3959" y="691"/>
                  </a:lnTo>
                  <a:lnTo>
                    <a:pt x="3950" y="691"/>
                  </a:lnTo>
                  <a:lnTo>
                    <a:pt x="3950" y="686"/>
                  </a:lnTo>
                  <a:lnTo>
                    <a:pt x="3945" y="684"/>
                  </a:lnTo>
                  <a:lnTo>
                    <a:pt x="3940" y="681"/>
                  </a:lnTo>
                  <a:lnTo>
                    <a:pt x="3938" y="677"/>
                  </a:lnTo>
                  <a:lnTo>
                    <a:pt x="3936" y="672"/>
                  </a:lnTo>
                  <a:lnTo>
                    <a:pt x="3935" y="667"/>
                  </a:lnTo>
                  <a:lnTo>
                    <a:pt x="3931" y="660"/>
                  </a:lnTo>
                  <a:lnTo>
                    <a:pt x="3926" y="663"/>
                  </a:lnTo>
                  <a:lnTo>
                    <a:pt x="3919" y="667"/>
                  </a:lnTo>
                  <a:lnTo>
                    <a:pt x="3912" y="668"/>
                  </a:lnTo>
                  <a:lnTo>
                    <a:pt x="3905" y="672"/>
                  </a:lnTo>
                  <a:lnTo>
                    <a:pt x="3905" y="663"/>
                  </a:lnTo>
                  <a:lnTo>
                    <a:pt x="3907" y="661"/>
                  </a:lnTo>
                  <a:lnTo>
                    <a:pt x="3907" y="661"/>
                  </a:lnTo>
                  <a:lnTo>
                    <a:pt x="3907" y="660"/>
                  </a:lnTo>
                  <a:lnTo>
                    <a:pt x="3908" y="660"/>
                  </a:lnTo>
                  <a:lnTo>
                    <a:pt x="3908" y="656"/>
                  </a:lnTo>
                  <a:lnTo>
                    <a:pt x="3922" y="651"/>
                  </a:lnTo>
                  <a:lnTo>
                    <a:pt x="3935" y="647"/>
                  </a:lnTo>
                  <a:lnTo>
                    <a:pt x="3947" y="640"/>
                  </a:lnTo>
                  <a:lnTo>
                    <a:pt x="3956" y="628"/>
                  </a:lnTo>
                  <a:close/>
                  <a:moveTo>
                    <a:pt x="1243" y="628"/>
                  </a:moveTo>
                  <a:lnTo>
                    <a:pt x="1245" y="633"/>
                  </a:lnTo>
                  <a:lnTo>
                    <a:pt x="1245" y="635"/>
                  </a:lnTo>
                  <a:lnTo>
                    <a:pt x="1245" y="637"/>
                  </a:lnTo>
                  <a:lnTo>
                    <a:pt x="1245" y="637"/>
                  </a:lnTo>
                  <a:lnTo>
                    <a:pt x="1247" y="639"/>
                  </a:lnTo>
                  <a:lnTo>
                    <a:pt x="1248" y="639"/>
                  </a:lnTo>
                  <a:lnTo>
                    <a:pt x="1252" y="640"/>
                  </a:lnTo>
                  <a:lnTo>
                    <a:pt x="1252" y="633"/>
                  </a:lnTo>
                  <a:lnTo>
                    <a:pt x="1243" y="628"/>
                  </a:lnTo>
                  <a:close/>
                  <a:moveTo>
                    <a:pt x="3870" y="609"/>
                  </a:moveTo>
                  <a:lnTo>
                    <a:pt x="3874" y="613"/>
                  </a:lnTo>
                  <a:lnTo>
                    <a:pt x="3875" y="613"/>
                  </a:lnTo>
                  <a:lnTo>
                    <a:pt x="3877" y="613"/>
                  </a:lnTo>
                  <a:lnTo>
                    <a:pt x="3877" y="614"/>
                  </a:lnTo>
                  <a:lnTo>
                    <a:pt x="3877" y="614"/>
                  </a:lnTo>
                  <a:lnTo>
                    <a:pt x="3877" y="618"/>
                  </a:lnTo>
                  <a:lnTo>
                    <a:pt x="3879" y="621"/>
                  </a:lnTo>
                  <a:lnTo>
                    <a:pt x="3868" y="630"/>
                  </a:lnTo>
                  <a:lnTo>
                    <a:pt x="3861" y="639"/>
                  </a:lnTo>
                  <a:lnTo>
                    <a:pt x="3853" y="646"/>
                  </a:lnTo>
                  <a:lnTo>
                    <a:pt x="3840" y="653"/>
                  </a:lnTo>
                  <a:lnTo>
                    <a:pt x="3840" y="649"/>
                  </a:lnTo>
                  <a:lnTo>
                    <a:pt x="3851" y="637"/>
                  </a:lnTo>
                  <a:lnTo>
                    <a:pt x="3863" y="625"/>
                  </a:lnTo>
                  <a:lnTo>
                    <a:pt x="3870" y="609"/>
                  </a:lnTo>
                  <a:close/>
                  <a:moveTo>
                    <a:pt x="1371" y="517"/>
                  </a:moveTo>
                  <a:lnTo>
                    <a:pt x="1378" y="518"/>
                  </a:lnTo>
                  <a:lnTo>
                    <a:pt x="1386" y="522"/>
                  </a:lnTo>
                  <a:lnTo>
                    <a:pt x="1383" y="524"/>
                  </a:lnTo>
                  <a:lnTo>
                    <a:pt x="1381" y="527"/>
                  </a:lnTo>
                  <a:lnTo>
                    <a:pt x="1378" y="529"/>
                  </a:lnTo>
                  <a:lnTo>
                    <a:pt x="1372" y="529"/>
                  </a:lnTo>
                  <a:lnTo>
                    <a:pt x="1367" y="527"/>
                  </a:lnTo>
                  <a:lnTo>
                    <a:pt x="1362" y="527"/>
                  </a:lnTo>
                  <a:lnTo>
                    <a:pt x="1357" y="527"/>
                  </a:lnTo>
                  <a:lnTo>
                    <a:pt x="1351" y="529"/>
                  </a:lnTo>
                  <a:lnTo>
                    <a:pt x="1351" y="518"/>
                  </a:lnTo>
                  <a:lnTo>
                    <a:pt x="1364" y="517"/>
                  </a:lnTo>
                  <a:lnTo>
                    <a:pt x="1371" y="517"/>
                  </a:lnTo>
                  <a:close/>
                  <a:moveTo>
                    <a:pt x="3912" y="506"/>
                  </a:moveTo>
                  <a:lnTo>
                    <a:pt x="3912" y="524"/>
                  </a:lnTo>
                  <a:lnTo>
                    <a:pt x="3910" y="536"/>
                  </a:lnTo>
                  <a:lnTo>
                    <a:pt x="3907" y="546"/>
                  </a:lnTo>
                  <a:lnTo>
                    <a:pt x="3905" y="564"/>
                  </a:lnTo>
                  <a:lnTo>
                    <a:pt x="3908" y="564"/>
                  </a:lnTo>
                  <a:lnTo>
                    <a:pt x="3908" y="567"/>
                  </a:lnTo>
                  <a:lnTo>
                    <a:pt x="3915" y="567"/>
                  </a:lnTo>
                  <a:lnTo>
                    <a:pt x="3919" y="567"/>
                  </a:lnTo>
                  <a:lnTo>
                    <a:pt x="3922" y="567"/>
                  </a:lnTo>
                  <a:lnTo>
                    <a:pt x="3926" y="569"/>
                  </a:lnTo>
                  <a:lnTo>
                    <a:pt x="3929" y="571"/>
                  </a:lnTo>
                  <a:lnTo>
                    <a:pt x="3936" y="572"/>
                  </a:lnTo>
                  <a:lnTo>
                    <a:pt x="3940" y="585"/>
                  </a:lnTo>
                  <a:lnTo>
                    <a:pt x="3947" y="593"/>
                  </a:lnTo>
                  <a:lnTo>
                    <a:pt x="3956" y="602"/>
                  </a:lnTo>
                  <a:lnTo>
                    <a:pt x="3963" y="614"/>
                  </a:lnTo>
                  <a:lnTo>
                    <a:pt x="3957" y="616"/>
                  </a:lnTo>
                  <a:lnTo>
                    <a:pt x="3954" y="618"/>
                  </a:lnTo>
                  <a:lnTo>
                    <a:pt x="3952" y="618"/>
                  </a:lnTo>
                  <a:lnTo>
                    <a:pt x="3952" y="620"/>
                  </a:lnTo>
                  <a:lnTo>
                    <a:pt x="3952" y="621"/>
                  </a:lnTo>
                  <a:lnTo>
                    <a:pt x="3952" y="621"/>
                  </a:lnTo>
                  <a:lnTo>
                    <a:pt x="3952" y="623"/>
                  </a:lnTo>
                  <a:lnTo>
                    <a:pt x="3949" y="623"/>
                  </a:lnTo>
                  <a:lnTo>
                    <a:pt x="3943" y="625"/>
                  </a:lnTo>
                  <a:lnTo>
                    <a:pt x="3942" y="621"/>
                  </a:lnTo>
                  <a:lnTo>
                    <a:pt x="3942" y="621"/>
                  </a:lnTo>
                  <a:lnTo>
                    <a:pt x="3942" y="620"/>
                  </a:lnTo>
                  <a:lnTo>
                    <a:pt x="3942" y="620"/>
                  </a:lnTo>
                  <a:lnTo>
                    <a:pt x="3940" y="620"/>
                  </a:lnTo>
                  <a:lnTo>
                    <a:pt x="3938" y="620"/>
                  </a:lnTo>
                  <a:lnTo>
                    <a:pt x="3936" y="618"/>
                  </a:lnTo>
                  <a:lnTo>
                    <a:pt x="3933" y="625"/>
                  </a:lnTo>
                  <a:lnTo>
                    <a:pt x="3931" y="630"/>
                  </a:lnTo>
                  <a:lnTo>
                    <a:pt x="3928" y="635"/>
                  </a:lnTo>
                  <a:lnTo>
                    <a:pt x="3922" y="637"/>
                  </a:lnTo>
                  <a:lnTo>
                    <a:pt x="3917" y="640"/>
                  </a:lnTo>
                  <a:lnTo>
                    <a:pt x="3917" y="637"/>
                  </a:lnTo>
                  <a:lnTo>
                    <a:pt x="3914" y="633"/>
                  </a:lnTo>
                  <a:lnTo>
                    <a:pt x="3914" y="630"/>
                  </a:lnTo>
                  <a:lnTo>
                    <a:pt x="3914" y="628"/>
                  </a:lnTo>
                  <a:lnTo>
                    <a:pt x="3914" y="627"/>
                  </a:lnTo>
                  <a:lnTo>
                    <a:pt x="3914" y="627"/>
                  </a:lnTo>
                  <a:lnTo>
                    <a:pt x="3914" y="625"/>
                  </a:lnTo>
                  <a:lnTo>
                    <a:pt x="3912" y="623"/>
                  </a:lnTo>
                  <a:lnTo>
                    <a:pt x="3910" y="623"/>
                  </a:lnTo>
                  <a:lnTo>
                    <a:pt x="3905" y="621"/>
                  </a:lnTo>
                  <a:lnTo>
                    <a:pt x="3905" y="616"/>
                  </a:lnTo>
                  <a:lnTo>
                    <a:pt x="3905" y="611"/>
                  </a:lnTo>
                  <a:lnTo>
                    <a:pt x="3907" y="607"/>
                  </a:lnTo>
                  <a:lnTo>
                    <a:pt x="3907" y="606"/>
                  </a:lnTo>
                  <a:lnTo>
                    <a:pt x="3908" y="604"/>
                  </a:lnTo>
                  <a:lnTo>
                    <a:pt x="3912" y="604"/>
                  </a:lnTo>
                  <a:lnTo>
                    <a:pt x="3917" y="602"/>
                  </a:lnTo>
                  <a:lnTo>
                    <a:pt x="3924" y="602"/>
                  </a:lnTo>
                  <a:lnTo>
                    <a:pt x="3924" y="614"/>
                  </a:lnTo>
                  <a:lnTo>
                    <a:pt x="3936" y="614"/>
                  </a:lnTo>
                  <a:lnTo>
                    <a:pt x="3936" y="611"/>
                  </a:lnTo>
                  <a:lnTo>
                    <a:pt x="3938" y="607"/>
                  </a:lnTo>
                  <a:lnTo>
                    <a:pt x="3940" y="606"/>
                  </a:lnTo>
                  <a:lnTo>
                    <a:pt x="3940" y="604"/>
                  </a:lnTo>
                  <a:lnTo>
                    <a:pt x="3942" y="602"/>
                  </a:lnTo>
                  <a:lnTo>
                    <a:pt x="3943" y="599"/>
                  </a:lnTo>
                  <a:lnTo>
                    <a:pt x="3940" y="599"/>
                  </a:lnTo>
                  <a:lnTo>
                    <a:pt x="3922" y="585"/>
                  </a:lnTo>
                  <a:lnTo>
                    <a:pt x="3902" y="576"/>
                  </a:lnTo>
                  <a:lnTo>
                    <a:pt x="3902" y="583"/>
                  </a:lnTo>
                  <a:lnTo>
                    <a:pt x="3900" y="588"/>
                  </a:lnTo>
                  <a:lnTo>
                    <a:pt x="3898" y="593"/>
                  </a:lnTo>
                  <a:lnTo>
                    <a:pt x="3898" y="599"/>
                  </a:lnTo>
                  <a:lnTo>
                    <a:pt x="3896" y="597"/>
                  </a:lnTo>
                  <a:lnTo>
                    <a:pt x="3895" y="595"/>
                  </a:lnTo>
                  <a:lnTo>
                    <a:pt x="3895" y="595"/>
                  </a:lnTo>
                  <a:lnTo>
                    <a:pt x="3895" y="593"/>
                  </a:lnTo>
                  <a:lnTo>
                    <a:pt x="3893" y="592"/>
                  </a:lnTo>
                  <a:lnTo>
                    <a:pt x="3888" y="579"/>
                  </a:lnTo>
                  <a:lnTo>
                    <a:pt x="3882" y="564"/>
                  </a:lnTo>
                  <a:lnTo>
                    <a:pt x="3881" y="544"/>
                  </a:lnTo>
                  <a:lnTo>
                    <a:pt x="3882" y="527"/>
                  </a:lnTo>
                  <a:lnTo>
                    <a:pt x="3889" y="510"/>
                  </a:lnTo>
                  <a:lnTo>
                    <a:pt x="3895" y="508"/>
                  </a:lnTo>
                  <a:lnTo>
                    <a:pt x="3900" y="506"/>
                  </a:lnTo>
                  <a:lnTo>
                    <a:pt x="3905" y="506"/>
                  </a:lnTo>
                  <a:lnTo>
                    <a:pt x="3912" y="506"/>
                  </a:lnTo>
                  <a:close/>
                  <a:moveTo>
                    <a:pt x="1306" y="506"/>
                  </a:moveTo>
                  <a:lnTo>
                    <a:pt x="1313" y="506"/>
                  </a:lnTo>
                  <a:lnTo>
                    <a:pt x="1320" y="508"/>
                  </a:lnTo>
                  <a:lnTo>
                    <a:pt x="1327" y="508"/>
                  </a:lnTo>
                  <a:lnTo>
                    <a:pt x="1332" y="510"/>
                  </a:lnTo>
                  <a:lnTo>
                    <a:pt x="1332" y="518"/>
                  </a:lnTo>
                  <a:lnTo>
                    <a:pt x="1306" y="518"/>
                  </a:lnTo>
                  <a:lnTo>
                    <a:pt x="1306" y="506"/>
                  </a:lnTo>
                  <a:close/>
                  <a:moveTo>
                    <a:pt x="1159" y="506"/>
                  </a:moveTo>
                  <a:lnTo>
                    <a:pt x="1168" y="508"/>
                  </a:lnTo>
                  <a:lnTo>
                    <a:pt x="1173" y="511"/>
                  </a:lnTo>
                  <a:lnTo>
                    <a:pt x="1180" y="515"/>
                  </a:lnTo>
                  <a:lnTo>
                    <a:pt x="1186" y="518"/>
                  </a:lnTo>
                  <a:lnTo>
                    <a:pt x="1186" y="522"/>
                  </a:lnTo>
                  <a:lnTo>
                    <a:pt x="1179" y="522"/>
                  </a:lnTo>
                  <a:lnTo>
                    <a:pt x="1173" y="524"/>
                  </a:lnTo>
                  <a:lnTo>
                    <a:pt x="1168" y="525"/>
                  </a:lnTo>
                  <a:lnTo>
                    <a:pt x="1165" y="524"/>
                  </a:lnTo>
                  <a:lnTo>
                    <a:pt x="1158" y="524"/>
                  </a:lnTo>
                  <a:lnTo>
                    <a:pt x="1152" y="522"/>
                  </a:lnTo>
                  <a:lnTo>
                    <a:pt x="1152" y="510"/>
                  </a:lnTo>
                  <a:lnTo>
                    <a:pt x="1154" y="510"/>
                  </a:lnTo>
                  <a:lnTo>
                    <a:pt x="1156" y="508"/>
                  </a:lnTo>
                  <a:lnTo>
                    <a:pt x="1158" y="508"/>
                  </a:lnTo>
                  <a:lnTo>
                    <a:pt x="1158" y="508"/>
                  </a:lnTo>
                  <a:lnTo>
                    <a:pt x="1159" y="506"/>
                  </a:lnTo>
                  <a:close/>
                  <a:moveTo>
                    <a:pt x="1220" y="490"/>
                  </a:moveTo>
                  <a:lnTo>
                    <a:pt x="1241" y="492"/>
                  </a:lnTo>
                  <a:lnTo>
                    <a:pt x="1259" y="496"/>
                  </a:lnTo>
                  <a:lnTo>
                    <a:pt x="1273" y="501"/>
                  </a:lnTo>
                  <a:lnTo>
                    <a:pt x="1290" y="506"/>
                  </a:lnTo>
                  <a:lnTo>
                    <a:pt x="1290" y="515"/>
                  </a:lnTo>
                  <a:lnTo>
                    <a:pt x="1283" y="515"/>
                  </a:lnTo>
                  <a:lnTo>
                    <a:pt x="1280" y="517"/>
                  </a:lnTo>
                  <a:lnTo>
                    <a:pt x="1275" y="518"/>
                  </a:lnTo>
                  <a:lnTo>
                    <a:pt x="1271" y="520"/>
                  </a:lnTo>
                  <a:lnTo>
                    <a:pt x="1268" y="522"/>
                  </a:lnTo>
                  <a:lnTo>
                    <a:pt x="1262" y="522"/>
                  </a:lnTo>
                  <a:lnTo>
                    <a:pt x="1262" y="520"/>
                  </a:lnTo>
                  <a:lnTo>
                    <a:pt x="1262" y="518"/>
                  </a:lnTo>
                  <a:lnTo>
                    <a:pt x="1261" y="517"/>
                  </a:lnTo>
                  <a:lnTo>
                    <a:pt x="1259" y="515"/>
                  </a:lnTo>
                  <a:lnTo>
                    <a:pt x="1257" y="513"/>
                  </a:lnTo>
                  <a:lnTo>
                    <a:pt x="1255" y="515"/>
                  </a:lnTo>
                  <a:lnTo>
                    <a:pt x="1252" y="525"/>
                  </a:lnTo>
                  <a:lnTo>
                    <a:pt x="1247" y="525"/>
                  </a:lnTo>
                  <a:lnTo>
                    <a:pt x="1234" y="524"/>
                  </a:lnTo>
                  <a:lnTo>
                    <a:pt x="1220" y="522"/>
                  </a:lnTo>
                  <a:lnTo>
                    <a:pt x="1210" y="522"/>
                  </a:lnTo>
                  <a:lnTo>
                    <a:pt x="1205" y="510"/>
                  </a:lnTo>
                  <a:lnTo>
                    <a:pt x="1214" y="510"/>
                  </a:lnTo>
                  <a:lnTo>
                    <a:pt x="1220" y="510"/>
                  </a:lnTo>
                  <a:lnTo>
                    <a:pt x="1227" y="508"/>
                  </a:lnTo>
                  <a:lnTo>
                    <a:pt x="1233" y="506"/>
                  </a:lnTo>
                  <a:lnTo>
                    <a:pt x="1229" y="504"/>
                  </a:lnTo>
                  <a:lnTo>
                    <a:pt x="1226" y="501"/>
                  </a:lnTo>
                  <a:lnTo>
                    <a:pt x="1224" y="499"/>
                  </a:lnTo>
                  <a:lnTo>
                    <a:pt x="1222" y="496"/>
                  </a:lnTo>
                  <a:lnTo>
                    <a:pt x="1220" y="490"/>
                  </a:lnTo>
                  <a:close/>
                  <a:moveTo>
                    <a:pt x="100" y="452"/>
                  </a:moveTo>
                  <a:lnTo>
                    <a:pt x="116" y="457"/>
                  </a:lnTo>
                  <a:lnTo>
                    <a:pt x="128" y="464"/>
                  </a:lnTo>
                  <a:lnTo>
                    <a:pt x="142" y="471"/>
                  </a:lnTo>
                  <a:lnTo>
                    <a:pt x="142" y="475"/>
                  </a:lnTo>
                  <a:lnTo>
                    <a:pt x="138" y="475"/>
                  </a:lnTo>
                  <a:lnTo>
                    <a:pt x="126" y="483"/>
                  </a:lnTo>
                  <a:lnTo>
                    <a:pt x="114" y="485"/>
                  </a:lnTo>
                  <a:lnTo>
                    <a:pt x="103" y="487"/>
                  </a:lnTo>
                  <a:lnTo>
                    <a:pt x="91" y="490"/>
                  </a:lnTo>
                  <a:lnTo>
                    <a:pt x="91" y="487"/>
                  </a:lnTo>
                  <a:lnTo>
                    <a:pt x="88" y="487"/>
                  </a:lnTo>
                  <a:lnTo>
                    <a:pt x="91" y="478"/>
                  </a:lnTo>
                  <a:lnTo>
                    <a:pt x="91" y="469"/>
                  </a:lnTo>
                  <a:lnTo>
                    <a:pt x="91" y="457"/>
                  </a:lnTo>
                  <a:lnTo>
                    <a:pt x="95" y="455"/>
                  </a:lnTo>
                  <a:lnTo>
                    <a:pt x="96" y="455"/>
                  </a:lnTo>
                  <a:lnTo>
                    <a:pt x="96" y="454"/>
                  </a:lnTo>
                  <a:lnTo>
                    <a:pt x="98" y="454"/>
                  </a:lnTo>
                  <a:lnTo>
                    <a:pt x="100" y="452"/>
                  </a:lnTo>
                  <a:close/>
                  <a:moveTo>
                    <a:pt x="1098" y="441"/>
                  </a:moveTo>
                  <a:lnTo>
                    <a:pt x="1126" y="447"/>
                  </a:lnTo>
                  <a:lnTo>
                    <a:pt x="1151" y="455"/>
                  </a:lnTo>
                  <a:lnTo>
                    <a:pt x="1170" y="464"/>
                  </a:lnTo>
                  <a:lnTo>
                    <a:pt x="1189" y="473"/>
                  </a:lnTo>
                  <a:lnTo>
                    <a:pt x="1210" y="483"/>
                  </a:lnTo>
                  <a:lnTo>
                    <a:pt x="1210" y="490"/>
                  </a:lnTo>
                  <a:lnTo>
                    <a:pt x="1201" y="490"/>
                  </a:lnTo>
                  <a:lnTo>
                    <a:pt x="1191" y="494"/>
                  </a:lnTo>
                  <a:lnTo>
                    <a:pt x="1179" y="497"/>
                  </a:lnTo>
                  <a:lnTo>
                    <a:pt x="1166" y="499"/>
                  </a:lnTo>
                  <a:lnTo>
                    <a:pt x="1168" y="496"/>
                  </a:lnTo>
                  <a:lnTo>
                    <a:pt x="1168" y="492"/>
                  </a:lnTo>
                  <a:lnTo>
                    <a:pt x="1168" y="490"/>
                  </a:lnTo>
                  <a:lnTo>
                    <a:pt x="1168" y="489"/>
                  </a:lnTo>
                  <a:lnTo>
                    <a:pt x="1168" y="487"/>
                  </a:lnTo>
                  <a:lnTo>
                    <a:pt x="1166" y="483"/>
                  </a:lnTo>
                  <a:lnTo>
                    <a:pt x="1140" y="476"/>
                  </a:lnTo>
                  <a:lnTo>
                    <a:pt x="1116" y="464"/>
                  </a:lnTo>
                  <a:lnTo>
                    <a:pt x="1090" y="452"/>
                  </a:lnTo>
                  <a:lnTo>
                    <a:pt x="1084" y="457"/>
                  </a:lnTo>
                  <a:lnTo>
                    <a:pt x="1081" y="462"/>
                  </a:lnTo>
                  <a:lnTo>
                    <a:pt x="1076" y="468"/>
                  </a:lnTo>
                  <a:lnTo>
                    <a:pt x="1070" y="466"/>
                  </a:lnTo>
                  <a:lnTo>
                    <a:pt x="1063" y="462"/>
                  </a:lnTo>
                  <a:lnTo>
                    <a:pt x="1060" y="461"/>
                  </a:lnTo>
                  <a:lnTo>
                    <a:pt x="1067" y="461"/>
                  </a:lnTo>
                  <a:lnTo>
                    <a:pt x="1072" y="454"/>
                  </a:lnTo>
                  <a:lnTo>
                    <a:pt x="1077" y="450"/>
                  </a:lnTo>
                  <a:lnTo>
                    <a:pt x="1083" y="445"/>
                  </a:lnTo>
                  <a:lnTo>
                    <a:pt x="1088" y="445"/>
                  </a:lnTo>
                  <a:lnTo>
                    <a:pt x="1091" y="443"/>
                  </a:lnTo>
                  <a:lnTo>
                    <a:pt x="1095" y="443"/>
                  </a:lnTo>
                  <a:lnTo>
                    <a:pt x="1098" y="441"/>
                  </a:lnTo>
                  <a:close/>
                  <a:moveTo>
                    <a:pt x="77" y="433"/>
                  </a:moveTo>
                  <a:lnTo>
                    <a:pt x="91" y="438"/>
                  </a:lnTo>
                  <a:lnTo>
                    <a:pt x="91" y="441"/>
                  </a:lnTo>
                  <a:lnTo>
                    <a:pt x="88" y="441"/>
                  </a:lnTo>
                  <a:lnTo>
                    <a:pt x="77" y="445"/>
                  </a:lnTo>
                  <a:lnTo>
                    <a:pt x="67" y="445"/>
                  </a:lnTo>
                  <a:lnTo>
                    <a:pt x="58" y="445"/>
                  </a:lnTo>
                  <a:lnTo>
                    <a:pt x="58" y="438"/>
                  </a:lnTo>
                  <a:lnTo>
                    <a:pt x="63" y="436"/>
                  </a:lnTo>
                  <a:lnTo>
                    <a:pt x="68" y="436"/>
                  </a:lnTo>
                  <a:lnTo>
                    <a:pt x="72" y="435"/>
                  </a:lnTo>
                  <a:lnTo>
                    <a:pt x="77" y="433"/>
                  </a:lnTo>
                  <a:close/>
                  <a:moveTo>
                    <a:pt x="0" y="417"/>
                  </a:moveTo>
                  <a:lnTo>
                    <a:pt x="6" y="419"/>
                  </a:lnTo>
                  <a:lnTo>
                    <a:pt x="13" y="419"/>
                  </a:lnTo>
                  <a:lnTo>
                    <a:pt x="16" y="419"/>
                  </a:lnTo>
                  <a:lnTo>
                    <a:pt x="21" y="421"/>
                  </a:lnTo>
                  <a:lnTo>
                    <a:pt x="27" y="422"/>
                  </a:lnTo>
                  <a:lnTo>
                    <a:pt x="27" y="429"/>
                  </a:lnTo>
                  <a:lnTo>
                    <a:pt x="23" y="429"/>
                  </a:lnTo>
                  <a:lnTo>
                    <a:pt x="18" y="431"/>
                  </a:lnTo>
                  <a:lnTo>
                    <a:pt x="13" y="433"/>
                  </a:lnTo>
                  <a:lnTo>
                    <a:pt x="7" y="433"/>
                  </a:lnTo>
                  <a:lnTo>
                    <a:pt x="0" y="433"/>
                  </a:lnTo>
                  <a:lnTo>
                    <a:pt x="0" y="417"/>
                  </a:lnTo>
                  <a:close/>
                  <a:moveTo>
                    <a:pt x="1152" y="414"/>
                  </a:moveTo>
                  <a:lnTo>
                    <a:pt x="1158" y="417"/>
                  </a:lnTo>
                  <a:lnTo>
                    <a:pt x="1161" y="421"/>
                  </a:lnTo>
                  <a:lnTo>
                    <a:pt x="1165" y="424"/>
                  </a:lnTo>
                  <a:lnTo>
                    <a:pt x="1166" y="429"/>
                  </a:lnTo>
                  <a:lnTo>
                    <a:pt x="1166" y="438"/>
                  </a:lnTo>
                  <a:lnTo>
                    <a:pt x="1159" y="438"/>
                  </a:lnTo>
                  <a:lnTo>
                    <a:pt x="1158" y="433"/>
                  </a:lnTo>
                  <a:lnTo>
                    <a:pt x="1156" y="431"/>
                  </a:lnTo>
                  <a:lnTo>
                    <a:pt x="1154" y="428"/>
                  </a:lnTo>
                  <a:lnTo>
                    <a:pt x="1152" y="424"/>
                  </a:lnTo>
                  <a:lnTo>
                    <a:pt x="1152" y="421"/>
                  </a:lnTo>
                  <a:lnTo>
                    <a:pt x="1152" y="414"/>
                  </a:lnTo>
                  <a:close/>
                  <a:moveTo>
                    <a:pt x="3905" y="407"/>
                  </a:moveTo>
                  <a:lnTo>
                    <a:pt x="3908" y="410"/>
                  </a:lnTo>
                  <a:lnTo>
                    <a:pt x="3910" y="414"/>
                  </a:lnTo>
                  <a:lnTo>
                    <a:pt x="3912" y="417"/>
                  </a:lnTo>
                  <a:lnTo>
                    <a:pt x="3912" y="422"/>
                  </a:lnTo>
                  <a:lnTo>
                    <a:pt x="3912" y="429"/>
                  </a:lnTo>
                  <a:lnTo>
                    <a:pt x="3898" y="464"/>
                  </a:lnTo>
                  <a:lnTo>
                    <a:pt x="3891" y="455"/>
                  </a:lnTo>
                  <a:lnTo>
                    <a:pt x="3888" y="447"/>
                  </a:lnTo>
                  <a:lnTo>
                    <a:pt x="3886" y="433"/>
                  </a:lnTo>
                  <a:lnTo>
                    <a:pt x="3905" y="407"/>
                  </a:lnTo>
                  <a:close/>
                  <a:moveTo>
                    <a:pt x="1144" y="391"/>
                  </a:moveTo>
                  <a:lnTo>
                    <a:pt x="1166" y="391"/>
                  </a:lnTo>
                  <a:lnTo>
                    <a:pt x="1168" y="394"/>
                  </a:lnTo>
                  <a:lnTo>
                    <a:pt x="1172" y="396"/>
                  </a:lnTo>
                  <a:lnTo>
                    <a:pt x="1172" y="398"/>
                  </a:lnTo>
                  <a:lnTo>
                    <a:pt x="1173" y="400"/>
                  </a:lnTo>
                  <a:lnTo>
                    <a:pt x="1173" y="401"/>
                  </a:lnTo>
                  <a:lnTo>
                    <a:pt x="1172" y="403"/>
                  </a:lnTo>
                  <a:lnTo>
                    <a:pt x="1172" y="407"/>
                  </a:lnTo>
                  <a:lnTo>
                    <a:pt x="1166" y="403"/>
                  </a:lnTo>
                  <a:lnTo>
                    <a:pt x="1161" y="401"/>
                  </a:lnTo>
                  <a:lnTo>
                    <a:pt x="1156" y="401"/>
                  </a:lnTo>
                  <a:lnTo>
                    <a:pt x="1152" y="400"/>
                  </a:lnTo>
                  <a:lnTo>
                    <a:pt x="1149" y="400"/>
                  </a:lnTo>
                  <a:lnTo>
                    <a:pt x="1145" y="398"/>
                  </a:lnTo>
                  <a:lnTo>
                    <a:pt x="1144" y="394"/>
                  </a:lnTo>
                  <a:lnTo>
                    <a:pt x="1144" y="391"/>
                  </a:lnTo>
                  <a:close/>
                  <a:moveTo>
                    <a:pt x="4017" y="326"/>
                  </a:moveTo>
                  <a:lnTo>
                    <a:pt x="4020" y="328"/>
                  </a:lnTo>
                  <a:lnTo>
                    <a:pt x="4022" y="328"/>
                  </a:lnTo>
                  <a:lnTo>
                    <a:pt x="4022" y="328"/>
                  </a:lnTo>
                  <a:lnTo>
                    <a:pt x="4022" y="330"/>
                  </a:lnTo>
                  <a:lnTo>
                    <a:pt x="4022" y="330"/>
                  </a:lnTo>
                  <a:lnTo>
                    <a:pt x="4024" y="333"/>
                  </a:lnTo>
                  <a:lnTo>
                    <a:pt x="4024" y="337"/>
                  </a:lnTo>
                  <a:lnTo>
                    <a:pt x="4022" y="342"/>
                  </a:lnTo>
                  <a:lnTo>
                    <a:pt x="4018" y="347"/>
                  </a:lnTo>
                  <a:lnTo>
                    <a:pt x="4017" y="352"/>
                  </a:lnTo>
                  <a:lnTo>
                    <a:pt x="4008" y="352"/>
                  </a:lnTo>
                  <a:lnTo>
                    <a:pt x="4008" y="340"/>
                  </a:lnTo>
                  <a:lnTo>
                    <a:pt x="4011" y="339"/>
                  </a:lnTo>
                  <a:lnTo>
                    <a:pt x="4013" y="335"/>
                  </a:lnTo>
                  <a:lnTo>
                    <a:pt x="4015" y="332"/>
                  </a:lnTo>
                  <a:lnTo>
                    <a:pt x="4017" y="326"/>
                  </a:lnTo>
                  <a:close/>
                  <a:moveTo>
                    <a:pt x="3970" y="279"/>
                  </a:moveTo>
                  <a:lnTo>
                    <a:pt x="3982" y="279"/>
                  </a:lnTo>
                  <a:lnTo>
                    <a:pt x="3982" y="291"/>
                  </a:lnTo>
                  <a:lnTo>
                    <a:pt x="3966" y="291"/>
                  </a:lnTo>
                  <a:lnTo>
                    <a:pt x="3966" y="283"/>
                  </a:lnTo>
                  <a:lnTo>
                    <a:pt x="3970" y="283"/>
                  </a:lnTo>
                  <a:lnTo>
                    <a:pt x="3970" y="279"/>
                  </a:lnTo>
                  <a:close/>
                  <a:moveTo>
                    <a:pt x="2699" y="246"/>
                  </a:moveTo>
                  <a:lnTo>
                    <a:pt x="2708" y="246"/>
                  </a:lnTo>
                  <a:lnTo>
                    <a:pt x="2704" y="251"/>
                  </a:lnTo>
                  <a:lnTo>
                    <a:pt x="2701" y="255"/>
                  </a:lnTo>
                  <a:lnTo>
                    <a:pt x="2697" y="258"/>
                  </a:lnTo>
                  <a:lnTo>
                    <a:pt x="2694" y="262"/>
                  </a:lnTo>
                  <a:lnTo>
                    <a:pt x="2688" y="265"/>
                  </a:lnTo>
                  <a:lnTo>
                    <a:pt x="2685" y="265"/>
                  </a:lnTo>
                  <a:lnTo>
                    <a:pt x="2685" y="267"/>
                  </a:lnTo>
                  <a:lnTo>
                    <a:pt x="2683" y="267"/>
                  </a:lnTo>
                  <a:lnTo>
                    <a:pt x="2680" y="267"/>
                  </a:lnTo>
                  <a:lnTo>
                    <a:pt x="2676" y="269"/>
                  </a:lnTo>
                  <a:lnTo>
                    <a:pt x="2673" y="256"/>
                  </a:lnTo>
                  <a:lnTo>
                    <a:pt x="2680" y="255"/>
                  </a:lnTo>
                  <a:lnTo>
                    <a:pt x="2687" y="251"/>
                  </a:lnTo>
                  <a:lnTo>
                    <a:pt x="2694" y="249"/>
                  </a:lnTo>
                  <a:lnTo>
                    <a:pt x="2699" y="246"/>
                  </a:lnTo>
                  <a:close/>
                  <a:moveTo>
                    <a:pt x="2554" y="241"/>
                  </a:moveTo>
                  <a:lnTo>
                    <a:pt x="2563" y="244"/>
                  </a:lnTo>
                  <a:lnTo>
                    <a:pt x="2573" y="248"/>
                  </a:lnTo>
                  <a:lnTo>
                    <a:pt x="2585" y="251"/>
                  </a:lnTo>
                  <a:lnTo>
                    <a:pt x="2592" y="256"/>
                  </a:lnTo>
                  <a:lnTo>
                    <a:pt x="2564" y="256"/>
                  </a:lnTo>
                  <a:lnTo>
                    <a:pt x="2561" y="255"/>
                  </a:lnTo>
                  <a:lnTo>
                    <a:pt x="2559" y="255"/>
                  </a:lnTo>
                  <a:lnTo>
                    <a:pt x="2556" y="253"/>
                  </a:lnTo>
                  <a:lnTo>
                    <a:pt x="2549" y="253"/>
                  </a:lnTo>
                  <a:lnTo>
                    <a:pt x="2549" y="249"/>
                  </a:lnTo>
                  <a:lnTo>
                    <a:pt x="2551" y="248"/>
                  </a:lnTo>
                  <a:lnTo>
                    <a:pt x="2552" y="246"/>
                  </a:lnTo>
                  <a:lnTo>
                    <a:pt x="2552" y="246"/>
                  </a:lnTo>
                  <a:lnTo>
                    <a:pt x="2552" y="244"/>
                  </a:lnTo>
                  <a:lnTo>
                    <a:pt x="2554" y="241"/>
                  </a:lnTo>
                  <a:close/>
                  <a:moveTo>
                    <a:pt x="2242" y="173"/>
                  </a:moveTo>
                  <a:lnTo>
                    <a:pt x="2266" y="173"/>
                  </a:lnTo>
                  <a:lnTo>
                    <a:pt x="2266" y="176"/>
                  </a:lnTo>
                  <a:lnTo>
                    <a:pt x="2261" y="178"/>
                  </a:lnTo>
                  <a:lnTo>
                    <a:pt x="2259" y="180"/>
                  </a:lnTo>
                  <a:lnTo>
                    <a:pt x="2256" y="181"/>
                  </a:lnTo>
                  <a:lnTo>
                    <a:pt x="2252" y="183"/>
                  </a:lnTo>
                  <a:lnTo>
                    <a:pt x="2247" y="183"/>
                  </a:lnTo>
                  <a:lnTo>
                    <a:pt x="2242" y="173"/>
                  </a:lnTo>
                  <a:close/>
                  <a:moveTo>
                    <a:pt x="2612" y="153"/>
                  </a:moveTo>
                  <a:lnTo>
                    <a:pt x="2610" y="155"/>
                  </a:lnTo>
                  <a:lnTo>
                    <a:pt x="2608" y="157"/>
                  </a:lnTo>
                  <a:lnTo>
                    <a:pt x="2606" y="157"/>
                  </a:lnTo>
                  <a:lnTo>
                    <a:pt x="2606" y="159"/>
                  </a:lnTo>
                  <a:lnTo>
                    <a:pt x="2605" y="160"/>
                  </a:lnTo>
                  <a:lnTo>
                    <a:pt x="2603" y="164"/>
                  </a:lnTo>
                  <a:lnTo>
                    <a:pt x="2606" y="164"/>
                  </a:lnTo>
                  <a:lnTo>
                    <a:pt x="2612" y="162"/>
                  </a:lnTo>
                  <a:lnTo>
                    <a:pt x="2615" y="160"/>
                  </a:lnTo>
                  <a:lnTo>
                    <a:pt x="2619" y="159"/>
                  </a:lnTo>
                  <a:lnTo>
                    <a:pt x="2622" y="157"/>
                  </a:lnTo>
                  <a:lnTo>
                    <a:pt x="2626" y="153"/>
                  </a:lnTo>
                  <a:lnTo>
                    <a:pt x="2612" y="153"/>
                  </a:lnTo>
                  <a:close/>
                  <a:moveTo>
                    <a:pt x="2362" y="153"/>
                  </a:moveTo>
                  <a:lnTo>
                    <a:pt x="2364" y="169"/>
                  </a:lnTo>
                  <a:lnTo>
                    <a:pt x="2366" y="188"/>
                  </a:lnTo>
                  <a:lnTo>
                    <a:pt x="2357" y="188"/>
                  </a:lnTo>
                  <a:lnTo>
                    <a:pt x="2355" y="190"/>
                  </a:lnTo>
                  <a:lnTo>
                    <a:pt x="2352" y="190"/>
                  </a:lnTo>
                  <a:lnTo>
                    <a:pt x="2348" y="190"/>
                  </a:lnTo>
                  <a:lnTo>
                    <a:pt x="2343" y="192"/>
                  </a:lnTo>
                  <a:lnTo>
                    <a:pt x="2341" y="178"/>
                  </a:lnTo>
                  <a:lnTo>
                    <a:pt x="2341" y="164"/>
                  </a:lnTo>
                  <a:lnTo>
                    <a:pt x="2343" y="157"/>
                  </a:lnTo>
                  <a:lnTo>
                    <a:pt x="2346" y="155"/>
                  </a:lnTo>
                  <a:lnTo>
                    <a:pt x="2350" y="153"/>
                  </a:lnTo>
                  <a:lnTo>
                    <a:pt x="2355" y="153"/>
                  </a:lnTo>
                  <a:lnTo>
                    <a:pt x="2362" y="153"/>
                  </a:lnTo>
                  <a:close/>
                  <a:moveTo>
                    <a:pt x="2353" y="119"/>
                  </a:moveTo>
                  <a:lnTo>
                    <a:pt x="2362" y="119"/>
                  </a:lnTo>
                  <a:lnTo>
                    <a:pt x="2360" y="126"/>
                  </a:lnTo>
                  <a:lnTo>
                    <a:pt x="2360" y="131"/>
                  </a:lnTo>
                  <a:lnTo>
                    <a:pt x="2360" y="136"/>
                  </a:lnTo>
                  <a:lnTo>
                    <a:pt x="2359" y="140"/>
                  </a:lnTo>
                  <a:lnTo>
                    <a:pt x="2357" y="145"/>
                  </a:lnTo>
                  <a:lnTo>
                    <a:pt x="2350" y="145"/>
                  </a:lnTo>
                  <a:lnTo>
                    <a:pt x="2350" y="138"/>
                  </a:lnTo>
                  <a:lnTo>
                    <a:pt x="2352" y="131"/>
                  </a:lnTo>
                  <a:lnTo>
                    <a:pt x="2352" y="124"/>
                  </a:lnTo>
                  <a:lnTo>
                    <a:pt x="2353" y="119"/>
                  </a:lnTo>
                  <a:close/>
                  <a:moveTo>
                    <a:pt x="4193" y="71"/>
                  </a:moveTo>
                  <a:lnTo>
                    <a:pt x="4202" y="84"/>
                  </a:lnTo>
                  <a:lnTo>
                    <a:pt x="4210" y="91"/>
                  </a:lnTo>
                  <a:lnTo>
                    <a:pt x="4221" y="94"/>
                  </a:lnTo>
                  <a:lnTo>
                    <a:pt x="4228" y="98"/>
                  </a:lnTo>
                  <a:lnTo>
                    <a:pt x="4235" y="103"/>
                  </a:lnTo>
                  <a:lnTo>
                    <a:pt x="4237" y="106"/>
                  </a:lnTo>
                  <a:lnTo>
                    <a:pt x="4238" y="110"/>
                  </a:lnTo>
                  <a:lnTo>
                    <a:pt x="4238" y="113"/>
                  </a:lnTo>
                  <a:lnTo>
                    <a:pt x="4238" y="119"/>
                  </a:lnTo>
                  <a:lnTo>
                    <a:pt x="4226" y="122"/>
                  </a:lnTo>
                  <a:lnTo>
                    <a:pt x="4217" y="129"/>
                  </a:lnTo>
                  <a:lnTo>
                    <a:pt x="4210" y="136"/>
                  </a:lnTo>
                  <a:lnTo>
                    <a:pt x="4200" y="141"/>
                  </a:lnTo>
                  <a:lnTo>
                    <a:pt x="4196" y="136"/>
                  </a:lnTo>
                  <a:lnTo>
                    <a:pt x="4193" y="134"/>
                  </a:lnTo>
                  <a:lnTo>
                    <a:pt x="4190" y="133"/>
                  </a:lnTo>
                  <a:lnTo>
                    <a:pt x="4186" y="134"/>
                  </a:lnTo>
                  <a:lnTo>
                    <a:pt x="4183" y="136"/>
                  </a:lnTo>
                  <a:lnTo>
                    <a:pt x="4181" y="140"/>
                  </a:lnTo>
                  <a:lnTo>
                    <a:pt x="4177" y="141"/>
                  </a:lnTo>
                  <a:lnTo>
                    <a:pt x="4183" y="162"/>
                  </a:lnTo>
                  <a:lnTo>
                    <a:pt x="4184" y="178"/>
                  </a:lnTo>
                  <a:lnTo>
                    <a:pt x="4184" y="190"/>
                  </a:lnTo>
                  <a:lnTo>
                    <a:pt x="4183" y="202"/>
                  </a:lnTo>
                  <a:lnTo>
                    <a:pt x="4179" y="215"/>
                  </a:lnTo>
                  <a:lnTo>
                    <a:pt x="4176" y="232"/>
                  </a:lnTo>
                  <a:lnTo>
                    <a:pt x="4174" y="253"/>
                  </a:lnTo>
                  <a:lnTo>
                    <a:pt x="4151" y="265"/>
                  </a:lnTo>
                  <a:lnTo>
                    <a:pt x="4125" y="277"/>
                  </a:lnTo>
                  <a:lnTo>
                    <a:pt x="4100" y="288"/>
                  </a:lnTo>
                  <a:lnTo>
                    <a:pt x="4095" y="279"/>
                  </a:lnTo>
                  <a:lnTo>
                    <a:pt x="4090" y="272"/>
                  </a:lnTo>
                  <a:lnTo>
                    <a:pt x="4088" y="279"/>
                  </a:lnTo>
                  <a:lnTo>
                    <a:pt x="4088" y="283"/>
                  </a:lnTo>
                  <a:lnTo>
                    <a:pt x="4087" y="288"/>
                  </a:lnTo>
                  <a:lnTo>
                    <a:pt x="4085" y="291"/>
                  </a:lnTo>
                  <a:lnTo>
                    <a:pt x="4080" y="291"/>
                  </a:lnTo>
                  <a:lnTo>
                    <a:pt x="4076" y="291"/>
                  </a:lnTo>
                  <a:lnTo>
                    <a:pt x="4074" y="293"/>
                  </a:lnTo>
                  <a:lnTo>
                    <a:pt x="4073" y="293"/>
                  </a:lnTo>
                  <a:lnTo>
                    <a:pt x="4071" y="295"/>
                  </a:lnTo>
                  <a:lnTo>
                    <a:pt x="4069" y="297"/>
                  </a:lnTo>
                  <a:lnTo>
                    <a:pt x="4064" y="297"/>
                  </a:lnTo>
                  <a:lnTo>
                    <a:pt x="4059" y="298"/>
                  </a:lnTo>
                  <a:lnTo>
                    <a:pt x="4057" y="295"/>
                  </a:lnTo>
                  <a:lnTo>
                    <a:pt x="4057" y="290"/>
                  </a:lnTo>
                  <a:lnTo>
                    <a:pt x="4057" y="288"/>
                  </a:lnTo>
                  <a:lnTo>
                    <a:pt x="4057" y="284"/>
                  </a:lnTo>
                  <a:lnTo>
                    <a:pt x="4057" y="283"/>
                  </a:lnTo>
                  <a:lnTo>
                    <a:pt x="4053" y="283"/>
                  </a:lnTo>
                  <a:lnTo>
                    <a:pt x="4050" y="281"/>
                  </a:lnTo>
                  <a:lnTo>
                    <a:pt x="4043" y="279"/>
                  </a:lnTo>
                  <a:lnTo>
                    <a:pt x="4043" y="283"/>
                  </a:lnTo>
                  <a:lnTo>
                    <a:pt x="4046" y="288"/>
                  </a:lnTo>
                  <a:lnTo>
                    <a:pt x="4050" y="290"/>
                  </a:lnTo>
                  <a:lnTo>
                    <a:pt x="4050" y="293"/>
                  </a:lnTo>
                  <a:lnTo>
                    <a:pt x="4050" y="298"/>
                  </a:lnTo>
                  <a:lnTo>
                    <a:pt x="4052" y="307"/>
                  </a:lnTo>
                  <a:lnTo>
                    <a:pt x="4046" y="312"/>
                  </a:lnTo>
                  <a:lnTo>
                    <a:pt x="4043" y="319"/>
                  </a:lnTo>
                  <a:lnTo>
                    <a:pt x="4039" y="326"/>
                  </a:lnTo>
                  <a:lnTo>
                    <a:pt x="4027" y="326"/>
                  </a:lnTo>
                  <a:lnTo>
                    <a:pt x="4025" y="312"/>
                  </a:lnTo>
                  <a:lnTo>
                    <a:pt x="4024" y="305"/>
                  </a:lnTo>
                  <a:lnTo>
                    <a:pt x="4020" y="298"/>
                  </a:lnTo>
                  <a:lnTo>
                    <a:pt x="4017" y="288"/>
                  </a:lnTo>
                  <a:lnTo>
                    <a:pt x="4027" y="288"/>
                  </a:lnTo>
                  <a:lnTo>
                    <a:pt x="4039" y="272"/>
                  </a:lnTo>
                  <a:lnTo>
                    <a:pt x="4055" y="258"/>
                  </a:lnTo>
                  <a:lnTo>
                    <a:pt x="4074" y="249"/>
                  </a:lnTo>
                  <a:lnTo>
                    <a:pt x="4081" y="248"/>
                  </a:lnTo>
                  <a:lnTo>
                    <a:pt x="4088" y="248"/>
                  </a:lnTo>
                  <a:lnTo>
                    <a:pt x="4094" y="249"/>
                  </a:lnTo>
                  <a:lnTo>
                    <a:pt x="4097" y="249"/>
                  </a:lnTo>
                  <a:lnTo>
                    <a:pt x="4100" y="249"/>
                  </a:lnTo>
                  <a:lnTo>
                    <a:pt x="4104" y="244"/>
                  </a:lnTo>
                  <a:lnTo>
                    <a:pt x="4107" y="239"/>
                  </a:lnTo>
                  <a:lnTo>
                    <a:pt x="4109" y="234"/>
                  </a:lnTo>
                  <a:lnTo>
                    <a:pt x="4111" y="230"/>
                  </a:lnTo>
                  <a:lnTo>
                    <a:pt x="4114" y="225"/>
                  </a:lnTo>
                  <a:lnTo>
                    <a:pt x="4120" y="222"/>
                  </a:lnTo>
                  <a:lnTo>
                    <a:pt x="4121" y="225"/>
                  </a:lnTo>
                  <a:lnTo>
                    <a:pt x="4123" y="227"/>
                  </a:lnTo>
                  <a:lnTo>
                    <a:pt x="4125" y="227"/>
                  </a:lnTo>
                  <a:lnTo>
                    <a:pt x="4125" y="227"/>
                  </a:lnTo>
                  <a:lnTo>
                    <a:pt x="4127" y="227"/>
                  </a:lnTo>
                  <a:lnTo>
                    <a:pt x="4128" y="225"/>
                  </a:lnTo>
                  <a:lnTo>
                    <a:pt x="4142" y="213"/>
                  </a:lnTo>
                  <a:lnTo>
                    <a:pt x="4151" y="202"/>
                  </a:lnTo>
                  <a:lnTo>
                    <a:pt x="4155" y="190"/>
                  </a:lnTo>
                  <a:lnTo>
                    <a:pt x="4158" y="176"/>
                  </a:lnTo>
                  <a:lnTo>
                    <a:pt x="4163" y="164"/>
                  </a:lnTo>
                  <a:lnTo>
                    <a:pt x="4174" y="148"/>
                  </a:lnTo>
                  <a:lnTo>
                    <a:pt x="4167" y="148"/>
                  </a:lnTo>
                  <a:lnTo>
                    <a:pt x="4162" y="145"/>
                  </a:lnTo>
                  <a:lnTo>
                    <a:pt x="4160" y="141"/>
                  </a:lnTo>
                  <a:lnTo>
                    <a:pt x="4158" y="138"/>
                  </a:lnTo>
                  <a:lnTo>
                    <a:pt x="4158" y="131"/>
                  </a:lnTo>
                  <a:lnTo>
                    <a:pt x="4158" y="122"/>
                  </a:lnTo>
                  <a:lnTo>
                    <a:pt x="4160" y="120"/>
                  </a:lnTo>
                  <a:lnTo>
                    <a:pt x="4160" y="120"/>
                  </a:lnTo>
                  <a:lnTo>
                    <a:pt x="4162" y="119"/>
                  </a:lnTo>
                  <a:lnTo>
                    <a:pt x="4162" y="117"/>
                  </a:lnTo>
                  <a:lnTo>
                    <a:pt x="4162" y="115"/>
                  </a:lnTo>
                  <a:lnTo>
                    <a:pt x="4169" y="113"/>
                  </a:lnTo>
                  <a:lnTo>
                    <a:pt x="4174" y="113"/>
                  </a:lnTo>
                  <a:lnTo>
                    <a:pt x="4177" y="112"/>
                  </a:lnTo>
                  <a:lnTo>
                    <a:pt x="4181" y="112"/>
                  </a:lnTo>
                  <a:lnTo>
                    <a:pt x="4181" y="94"/>
                  </a:lnTo>
                  <a:lnTo>
                    <a:pt x="4184" y="80"/>
                  </a:lnTo>
                  <a:lnTo>
                    <a:pt x="4193" y="71"/>
                  </a:lnTo>
                  <a:close/>
                  <a:moveTo>
                    <a:pt x="2414" y="68"/>
                  </a:moveTo>
                  <a:lnTo>
                    <a:pt x="2413" y="70"/>
                  </a:lnTo>
                  <a:lnTo>
                    <a:pt x="2411" y="70"/>
                  </a:lnTo>
                  <a:lnTo>
                    <a:pt x="2409" y="70"/>
                  </a:lnTo>
                  <a:lnTo>
                    <a:pt x="2409" y="71"/>
                  </a:lnTo>
                  <a:lnTo>
                    <a:pt x="2407" y="71"/>
                  </a:lnTo>
                  <a:lnTo>
                    <a:pt x="2404" y="75"/>
                  </a:lnTo>
                  <a:lnTo>
                    <a:pt x="2400" y="77"/>
                  </a:lnTo>
                  <a:lnTo>
                    <a:pt x="2400" y="78"/>
                  </a:lnTo>
                  <a:lnTo>
                    <a:pt x="2400" y="82"/>
                  </a:lnTo>
                  <a:lnTo>
                    <a:pt x="2400" y="85"/>
                  </a:lnTo>
                  <a:lnTo>
                    <a:pt x="2400" y="91"/>
                  </a:lnTo>
                  <a:lnTo>
                    <a:pt x="2414" y="105"/>
                  </a:lnTo>
                  <a:lnTo>
                    <a:pt x="2427" y="120"/>
                  </a:lnTo>
                  <a:lnTo>
                    <a:pt x="2439" y="138"/>
                  </a:lnTo>
                  <a:lnTo>
                    <a:pt x="2453" y="138"/>
                  </a:lnTo>
                  <a:lnTo>
                    <a:pt x="2453" y="148"/>
                  </a:lnTo>
                  <a:lnTo>
                    <a:pt x="2467" y="153"/>
                  </a:lnTo>
                  <a:lnTo>
                    <a:pt x="2477" y="160"/>
                  </a:lnTo>
                  <a:lnTo>
                    <a:pt x="2488" y="169"/>
                  </a:lnTo>
                  <a:lnTo>
                    <a:pt x="2488" y="173"/>
                  </a:lnTo>
                  <a:lnTo>
                    <a:pt x="2484" y="173"/>
                  </a:lnTo>
                  <a:lnTo>
                    <a:pt x="2481" y="173"/>
                  </a:lnTo>
                  <a:lnTo>
                    <a:pt x="2477" y="173"/>
                  </a:lnTo>
                  <a:lnTo>
                    <a:pt x="2475" y="173"/>
                  </a:lnTo>
                  <a:lnTo>
                    <a:pt x="2472" y="171"/>
                  </a:lnTo>
                  <a:lnTo>
                    <a:pt x="2467" y="169"/>
                  </a:lnTo>
                  <a:lnTo>
                    <a:pt x="2462" y="169"/>
                  </a:lnTo>
                  <a:lnTo>
                    <a:pt x="2462" y="174"/>
                  </a:lnTo>
                  <a:lnTo>
                    <a:pt x="2463" y="178"/>
                  </a:lnTo>
                  <a:lnTo>
                    <a:pt x="2465" y="181"/>
                  </a:lnTo>
                  <a:lnTo>
                    <a:pt x="2465" y="183"/>
                  </a:lnTo>
                  <a:lnTo>
                    <a:pt x="2467" y="187"/>
                  </a:lnTo>
                  <a:lnTo>
                    <a:pt x="2468" y="192"/>
                  </a:lnTo>
                  <a:lnTo>
                    <a:pt x="2463" y="195"/>
                  </a:lnTo>
                  <a:lnTo>
                    <a:pt x="2460" y="199"/>
                  </a:lnTo>
                  <a:lnTo>
                    <a:pt x="2456" y="204"/>
                  </a:lnTo>
                  <a:lnTo>
                    <a:pt x="2453" y="211"/>
                  </a:lnTo>
                  <a:lnTo>
                    <a:pt x="2442" y="211"/>
                  </a:lnTo>
                  <a:lnTo>
                    <a:pt x="2442" y="234"/>
                  </a:lnTo>
                  <a:lnTo>
                    <a:pt x="2434" y="234"/>
                  </a:lnTo>
                  <a:lnTo>
                    <a:pt x="2425" y="227"/>
                  </a:lnTo>
                  <a:lnTo>
                    <a:pt x="2414" y="223"/>
                  </a:lnTo>
                  <a:lnTo>
                    <a:pt x="2406" y="218"/>
                  </a:lnTo>
                  <a:lnTo>
                    <a:pt x="2400" y="206"/>
                  </a:lnTo>
                  <a:lnTo>
                    <a:pt x="2414" y="208"/>
                  </a:lnTo>
                  <a:lnTo>
                    <a:pt x="2428" y="206"/>
                  </a:lnTo>
                  <a:lnTo>
                    <a:pt x="2439" y="202"/>
                  </a:lnTo>
                  <a:lnTo>
                    <a:pt x="2446" y="195"/>
                  </a:lnTo>
                  <a:lnTo>
                    <a:pt x="2448" y="194"/>
                  </a:lnTo>
                  <a:lnTo>
                    <a:pt x="2448" y="192"/>
                  </a:lnTo>
                  <a:lnTo>
                    <a:pt x="2449" y="190"/>
                  </a:lnTo>
                  <a:lnTo>
                    <a:pt x="2449" y="187"/>
                  </a:lnTo>
                  <a:lnTo>
                    <a:pt x="2449" y="183"/>
                  </a:lnTo>
                  <a:lnTo>
                    <a:pt x="2423" y="164"/>
                  </a:lnTo>
                  <a:lnTo>
                    <a:pt x="2395" y="145"/>
                  </a:lnTo>
                  <a:lnTo>
                    <a:pt x="2386" y="134"/>
                  </a:lnTo>
                  <a:lnTo>
                    <a:pt x="2378" y="124"/>
                  </a:lnTo>
                  <a:lnTo>
                    <a:pt x="2371" y="112"/>
                  </a:lnTo>
                  <a:lnTo>
                    <a:pt x="2360" y="101"/>
                  </a:lnTo>
                  <a:lnTo>
                    <a:pt x="2346" y="96"/>
                  </a:lnTo>
                  <a:lnTo>
                    <a:pt x="2334" y="106"/>
                  </a:lnTo>
                  <a:lnTo>
                    <a:pt x="2318" y="115"/>
                  </a:lnTo>
                  <a:lnTo>
                    <a:pt x="2299" y="119"/>
                  </a:lnTo>
                  <a:lnTo>
                    <a:pt x="2297" y="115"/>
                  </a:lnTo>
                  <a:lnTo>
                    <a:pt x="2296" y="112"/>
                  </a:lnTo>
                  <a:lnTo>
                    <a:pt x="2294" y="110"/>
                  </a:lnTo>
                  <a:lnTo>
                    <a:pt x="2290" y="110"/>
                  </a:lnTo>
                  <a:lnTo>
                    <a:pt x="2289" y="110"/>
                  </a:lnTo>
                  <a:lnTo>
                    <a:pt x="2285" y="112"/>
                  </a:lnTo>
                  <a:lnTo>
                    <a:pt x="2276" y="119"/>
                  </a:lnTo>
                  <a:lnTo>
                    <a:pt x="2273" y="129"/>
                  </a:lnTo>
                  <a:lnTo>
                    <a:pt x="2271" y="140"/>
                  </a:lnTo>
                  <a:lnTo>
                    <a:pt x="2266" y="148"/>
                  </a:lnTo>
                  <a:lnTo>
                    <a:pt x="2247" y="148"/>
                  </a:lnTo>
                  <a:lnTo>
                    <a:pt x="2240" y="157"/>
                  </a:lnTo>
                  <a:lnTo>
                    <a:pt x="2235" y="167"/>
                  </a:lnTo>
                  <a:lnTo>
                    <a:pt x="2231" y="180"/>
                  </a:lnTo>
                  <a:lnTo>
                    <a:pt x="2229" y="181"/>
                  </a:lnTo>
                  <a:lnTo>
                    <a:pt x="2229" y="185"/>
                  </a:lnTo>
                  <a:lnTo>
                    <a:pt x="2231" y="187"/>
                  </a:lnTo>
                  <a:lnTo>
                    <a:pt x="2233" y="188"/>
                  </a:lnTo>
                  <a:lnTo>
                    <a:pt x="2236" y="192"/>
                  </a:lnTo>
                  <a:lnTo>
                    <a:pt x="2238" y="195"/>
                  </a:lnTo>
                  <a:lnTo>
                    <a:pt x="2233" y="195"/>
                  </a:lnTo>
                  <a:lnTo>
                    <a:pt x="2231" y="197"/>
                  </a:lnTo>
                  <a:lnTo>
                    <a:pt x="2229" y="197"/>
                  </a:lnTo>
                  <a:lnTo>
                    <a:pt x="2228" y="199"/>
                  </a:lnTo>
                  <a:lnTo>
                    <a:pt x="2226" y="201"/>
                  </a:lnTo>
                  <a:lnTo>
                    <a:pt x="2222" y="202"/>
                  </a:lnTo>
                  <a:lnTo>
                    <a:pt x="2222" y="206"/>
                  </a:lnTo>
                  <a:lnTo>
                    <a:pt x="2222" y="206"/>
                  </a:lnTo>
                  <a:lnTo>
                    <a:pt x="2222" y="208"/>
                  </a:lnTo>
                  <a:lnTo>
                    <a:pt x="2222" y="208"/>
                  </a:lnTo>
                  <a:lnTo>
                    <a:pt x="2222" y="209"/>
                  </a:lnTo>
                  <a:lnTo>
                    <a:pt x="2222" y="215"/>
                  </a:lnTo>
                  <a:lnTo>
                    <a:pt x="2210" y="216"/>
                  </a:lnTo>
                  <a:lnTo>
                    <a:pt x="2205" y="220"/>
                  </a:lnTo>
                  <a:lnTo>
                    <a:pt x="2201" y="223"/>
                  </a:lnTo>
                  <a:lnTo>
                    <a:pt x="2198" y="229"/>
                  </a:lnTo>
                  <a:lnTo>
                    <a:pt x="2193" y="234"/>
                  </a:lnTo>
                  <a:lnTo>
                    <a:pt x="2187" y="236"/>
                  </a:lnTo>
                  <a:lnTo>
                    <a:pt x="2184" y="236"/>
                  </a:lnTo>
                  <a:lnTo>
                    <a:pt x="2179" y="234"/>
                  </a:lnTo>
                  <a:lnTo>
                    <a:pt x="2175" y="232"/>
                  </a:lnTo>
                  <a:lnTo>
                    <a:pt x="2172" y="230"/>
                  </a:lnTo>
                  <a:lnTo>
                    <a:pt x="2170" y="230"/>
                  </a:lnTo>
                  <a:lnTo>
                    <a:pt x="2167" y="232"/>
                  </a:lnTo>
                  <a:lnTo>
                    <a:pt x="2163" y="234"/>
                  </a:lnTo>
                  <a:lnTo>
                    <a:pt x="2160" y="236"/>
                  </a:lnTo>
                  <a:lnTo>
                    <a:pt x="2154" y="237"/>
                  </a:lnTo>
                  <a:lnTo>
                    <a:pt x="2154" y="246"/>
                  </a:lnTo>
                  <a:lnTo>
                    <a:pt x="2203" y="253"/>
                  </a:lnTo>
                  <a:lnTo>
                    <a:pt x="2217" y="246"/>
                  </a:lnTo>
                  <a:lnTo>
                    <a:pt x="2231" y="237"/>
                  </a:lnTo>
                  <a:lnTo>
                    <a:pt x="2242" y="230"/>
                  </a:lnTo>
                  <a:lnTo>
                    <a:pt x="2257" y="227"/>
                  </a:lnTo>
                  <a:lnTo>
                    <a:pt x="2280" y="223"/>
                  </a:lnTo>
                  <a:lnTo>
                    <a:pt x="2304" y="222"/>
                  </a:lnTo>
                  <a:lnTo>
                    <a:pt x="2331" y="222"/>
                  </a:lnTo>
                  <a:lnTo>
                    <a:pt x="2353" y="222"/>
                  </a:lnTo>
                  <a:lnTo>
                    <a:pt x="2372" y="223"/>
                  </a:lnTo>
                  <a:lnTo>
                    <a:pt x="2381" y="225"/>
                  </a:lnTo>
                  <a:lnTo>
                    <a:pt x="2385" y="225"/>
                  </a:lnTo>
                  <a:lnTo>
                    <a:pt x="2379" y="241"/>
                  </a:lnTo>
                  <a:lnTo>
                    <a:pt x="2376" y="258"/>
                  </a:lnTo>
                  <a:lnTo>
                    <a:pt x="2372" y="276"/>
                  </a:lnTo>
                  <a:lnTo>
                    <a:pt x="2378" y="279"/>
                  </a:lnTo>
                  <a:lnTo>
                    <a:pt x="2379" y="283"/>
                  </a:lnTo>
                  <a:lnTo>
                    <a:pt x="2383" y="286"/>
                  </a:lnTo>
                  <a:lnTo>
                    <a:pt x="2385" y="288"/>
                  </a:lnTo>
                  <a:lnTo>
                    <a:pt x="2388" y="291"/>
                  </a:lnTo>
                  <a:lnTo>
                    <a:pt x="2400" y="295"/>
                  </a:lnTo>
                  <a:lnTo>
                    <a:pt x="2414" y="295"/>
                  </a:lnTo>
                  <a:lnTo>
                    <a:pt x="2428" y="297"/>
                  </a:lnTo>
                  <a:lnTo>
                    <a:pt x="2442" y="304"/>
                  </a:lnTo>
                  <a:lnTo>
                    <a:pt x="2446" y="318"/>
                  </a:lnTo>
                  <a:lnTo>
                    <a:pt x="2453" y="321"/>
                  </a:lnTo>
                  <a:lnTo>
                    <a:pt x="2463" y="325"/>
                  </a:lnTo>
                  <a:lnTo>
                    <a:pt x="2477" y="328"/>
                  </a:lnTo>
                  <a:lnTo>
                    <a:pt x="2489" y="332"/>
                  </a:lnTo>
                  <a:lnTo>
                    <a:pt x="2496" y="333"/>
                  </a:lnTo>
                  <a:lnTo>
                    <a:pt x="2498" y="323"/>
                  </a:lnTo>
                  <a:lnTo>
                    <a:pt x="2502" y="314"/>
                  </a:lnTo>
                  <a:lnTo>
                    <a:pt x="2505" y="305"/>
                  </a:lnTo>
                  <a:lnTo>
                    <a:pt x="2516" y="298"/>
                  </a:lnTo>
                  <a:lnTo>
                    <a:pt x="2531" y="295"/>
                  </a:lnTo>
                  <a:lnTo>
                    <a:pt x="2545" y="298"/>
                  </a:lnTo>
                  <a:lnTo>
                    <a:pt x="2559" y="305"/>
                  </a:lnTo>
                  <a:lnTo>
                    <a:pt x="2573" y="311"/>
                  </a:lnTo>
                  <a:lnTo>
                    <a:pt x="2580" y="312"/>
                  </a:lnTo>
                  <a:lnTo>
                    <a:pt x="2594" y="314"/>
                  </a:lnTo>
                  <a:lnTo>
                    <a:pt x="2608" y="318"/>
                  </a:lnTo>
                  <a:lnTo>
                    <a:pt x="2622" y="319"/>
                  </a:lnTo>
                  <a:lnTo>
                    <a:pt x="2633" y="321"/>
                  </a:lnTo>
                  <a:lnTo>
                    <a:pt x="2638" y="323"/>
                  </a:lnTo>
                  <a:lnTo>
                    <a:pt x="2641" y="321"/>
                  </a:lnTo>
                  <a:lnTo>
                    <a:pt x="2643" y="318"/>
                  </a:lnTo>
                  <a:lnTo>
                    <a:pt x="2645" y="316"/>
                  </a:lnTo>
                  <a:lnTo>
                    <a:pt x="2648" y="312"/>
                  </a:lnTo>
                  <a:lnTo>
                    <a:pt x="2652" y="311"/>
                  </a:lnTo>
                  <a:lnTo>
                    <a:pt x="2655" y="311"/>
                  </a:lnTo>
                  <a:lnTo>
                    <a:pt x="2660" y="311"/>
                  </a:lnTo>
                  <a:lnTo>
                    <a:pt x="2673" y="314"/>
                  </a:lnTo>
                  <a:lnTo>
                    <a:pt x="2683" y="319"/>
                  </a:lnTo>
                  <a:lnTo>
                    <a:pt x="2695" y="318"/>
                  </a:lnTo>
                  <a:lnTo>
                    <a:pt x="2708" y="314"/>
                  </a:lnTo>
                  <a:lnTo>
                    <a:pt x="2709" y="300"/>
                  </a:lnTo>
                  <a:lnTo>
                    <a:pt x="2716" y="283"/>
                  </a:lnTo>
                  <a:lnTo>
                    <a:pt x="2722" y="267"/>
                  </a:lnTo>
                  <a:lnTo>
                    <a:pt x="2725" y="253"/>
                  </a:lnTo>
                  <a:lnTo>
                    <a:pt x="2722" y="241"/>
                  </a:lnTo>
                  <a:lnTo>
                    <a:pt x="2720" y="237"/>
                  </a:lnTo>
                  <a:lnTo>
                    <a:pt x="2720" y="234"/>
                  </a:lnTo>
                  <a:lnTo>
                    <a:pt x="2718" y="232"/>
                  </a:lnTo>
                  <a:lnTo>
                    <a:pt x="2716" y="230"/>
                  </a:lnTo>
                  <a:lnTo>
                    <a:pt x="2713" y="230"/>
                  </a:lnTo>
                  <a:lnTo>
                    <a:pt x="2709" y="230"/>
                  </a:lnTo>
                  <a:lnTo>
                    <a:pt x="2702" y="230"/>
                  </a:lnTo>
                  <a:lnTo>
                    <a:pt x="2694" y="237"/>
                  </a:lnTo>
                  <a:lnTo>
                    <a:pt x="2687" y="239"/>
                  </a:lnTo>
                  <a:lnTo>
                    <a:pt x="2680" y="237"/>
                  </a:lnTo>
                  <a:lnTo>
                    <a:pt x="2673" y="234"/>
                  </a:lnTo>
                  <a:lnTo>
                    <a:pt x="2664" y="230"/>
                  </a:lnTo>
                  <a:lnTo>
                    <a:pt x="2659" y="229"/>
                  </a:lnTo>
                  <a:lnTo>
                    <a:pt x="2655" y="230"/>
                  </a:lnTo>
                  <a:lnTo>
                    <a:pt x="2650" y="232"/>
                  </a:lnTo>
                  <a:lnTo>
                    <a:pt x="2648" y="236"/>
                  </a:lnTo>
                  <a:lnTo>
                    <a:pt x="2645" y="239"/>
                  </a:lnTo>
                  <a:lnTo>
                    <a:pt x="2641" y="241"/>
                  </a:lnTo>
                  <a:lnTo>
                    <a:pt x="2626" y="237"/>
                  </a:lnTo>
                  <a:lnTo>
                    <a:pt x="2610" y="227"/>
                  </a:lnTo>
                  <a:lnTo>
                    <a:pt x="2598" y="211"/>
                  </a:lnTo>
                  <a:lnTo>
                    <a:pt x="2592" y="195"/>
                  </a:lnTo>
                  <a:lnTo>
                    <a:pt x="2592" y="192"/>
                  </a:lnTo>
                  <a:lnTo>
                    <a:pt x="2592" y="188"/>
                  </a:lnTo>
                  <a:lnTo>
                    <a:pt x="2592" y="185"/>
                  </a:lnTo>
                  <a:lnTo>
                    <a:pt x="2592" y="181"/>
                  </a:lnTo>
                  <a:lnTo>
                    <a:pt x="2592" y="178"/>
                  </a:lnTo>
                  <a:lnTo>
                    <a:pt x="2594" y="174"/>
                  </a:lnTo>
                  <a:lnTo>
                    <a:pt x="2596" y="169"/>
                  </a:lnTo>
                  <a:lnTo>
                    <a:pt x="2592" y="166"/>
                  </a:lnTo>
                  <a:lnTo>
                    <a:pt x="2589" y="164"/>
                  </a:lnTo>
                  <a:lnTo>
                    <a:pt x="2587" y="162"/>
                  </a:lnTo>
                  <a:lnTo>
                    <a:pt x="2585" y="160"/>
                  </a:lnTo>
                  <a:lnTo>
                    <a:pt x="2582" y="159"/>
                  </a:lnTo>
                  <a:lnTo>
                    <a:pt x="2577" y="157"/>
                  </a:lnTo>
                  <a:lnTo>
                    <a:pt x="2575" y="155"/>
                  </a:lnTo>
                  <a:lnTo>
                    <a:pt x="2573" y="155"/>
                  </a:lnTo>
                  <a:lnTo>
                    <a:pt x="2571" y="153"/>
                  </a:lnTo>
                  <a:lnTo>
                    <a:pt x="2568" y="153"/>
                  </a:lnTo>
                  <a:lnTo>
                    <a:pt x="2564" y="153"/>
                  </a:lnTo>
                  <a:lnTo>
                    <a:pt x="2564" y="157"/>
                  </a:lnTo>
                  <a:lnTo>
                    <a:pt x="2561" y="157"/>
                  </a:lnTo>
                  <a:lnTo>
                    <a:pt x="2561" y="162"/>
                  </a:lnTo>
                  <a:lnTo>
                    <a:pt x="2563" y="166"/>
                  </a:lnTo>
                  <a:lnTo>
                    <a:pt x="2563" y="167"/>
                  </a:lnTo>
                  <a:lnTo>
                    <a:pt x="2563" y="169"/>
                  </a:lnTo>
                  <a:lnTo>
                    <a:pt x="2561" y="171"/>
                  </a:lnTo>
                  <a:lnTo>
                    <a:pt x="2559" y="171"/>
                  </a:lnTo>
                  <a:lnTo>
                    <a:pt x="2556" y="171"/>
                  </a:lnTo>
                  <a:lnTo>
                    <a:pt x="2549" y="173"/>
                  </a:lnTo>
                  <a:lnTo>
                    <a:pt x="2547" y="169"/>
                  </a:lnTo>
                  <a:lnTo>
                    <a:pt x="2545" y="167"/>
                  </a:lnTo>
                  <a:lnTo>
                    <a:pt x="2545" y="166"/>
                  </a:lnTo>
                  <a:lnTo>
                    <a:pt x="2542" y="164"/>
                  </a:lnTo>
                  <a:lnTo>
                    <a:pt x="2542" y="169"/>
                  </a:lnTo>
                  <a:lnTo>
                    <a:pt x="2551" y="180"/>
                  </a:lnTo>
                  <a:lnTo>
                    <a:pt x="2558" y="195"/>
                  </a:lnTo>
                  <a:lnTo>
                    <a:pt x="2561" y="211"/>
                  </a:lnTo>
                  <a:lnTo>
                    <a:pt x="2556" y="215"/>
                  </a:lnTo>
                  <a:lnTo>
                    <a:pt x="2552" y="216"/>
                  </a:lnTo>
                  <a:lnTo>
                    <a:pt x="2551" y="220"/>
                  </a:lnTo>
                  <a:lnTo>
                    <a:pt x="2549" y="223"/>
                  </a:lnTo>
                  <a:lnTo>
                    <a:pt x="2549" y="225"/>
                  </a:lnTo>
                  <a:lnTo>
                    <a:pt x="2547" y="229"/>
                  </a:lnTo>
                  <a:lnTo>
                    <a:pt x="2545" y="230"/>
                  </a:lnTo>
                  <a:lnTo>
                    <a:pt x="2540" y="232"/>
                  </a:lnTo>
                  <a:lnTo>
                    <a:pt x="2535" y="234"/>
                  </a:lnTo>
                  <a:lnTo>
                    <a:pt x="2533" y="232"/>
                  </a:lnTo>
                  <a:lnTo>
                    <a:pt x="2531" y="232"/>
                  </a:lnTo>
                  <a:lnTo>
                    <a:pt x="2531" y="232"/>
                  </a:lnTo>
                  <a:lnTo>
                    <a:pt x="2530" y="230"/>
                  </a:lnTo>
                  <a:lnTo>
                    <a:pt x="2526" y="230"/>
                  </a:lnTo>
                  <a:lnTo>
                    <a:pt x="2510" y="183"/>
                  </a:lnTo>
                  <a:lnTo>
                    <a:pt x="2507" y="181"/>
                  </a:lnTo>
                  <a:lnTo>
                    <a:pt x="2503" y="178"/>
                  </a:lnTo>
                  <a:lnTo>
                    <a:pt x="2498" y="174"/>
                  </a:lnTo>
                  <a:lnTo>
                    <a:pt x="2495" y="173"/>
                  </a:lnTo>
                  <a:lnTo>
                    <a:pt x="2491" y="169"/>
                  </a:lnTo>
                  <a:lnTo>
                    <a:pt x="2489" y="159"/>
                  </a:lnTo>
                  <a:lnTo>
                    <a:pt x="2491" y="150"/>
                  </a:lnTo>
                  <a:lnTo>
                    <a:pt x="2493" y="143"/>
                  </a:lnTo>
                  <a:lnTo>
                    <a:pt x="2493" y="136"/>
                  </a:lnTo>
                  <a:lnTo>
                    <a:pt x="2488" y="131"/>
                  </a:lnTo>
                  <a:lnTo>
                    <a:pt x="2475" y="122"/>
                  </a:lnTo>
                  <a:lnTo>
                    <a:pt x="2465" y="117"/>
                  </a:lnTo>
                  <a:lnTo>
                    <a:pt x="2456" y="115"/>
                  </a:lnTo>
                  <a:lnTo>
                    <a:pt x="2448" y="110"/>
                  </a:lnTo>
                  <a:lnTo>
                    <a:pt x="2441" y="99"/>
                  </a:lnTo>
                  <a:lnTo>
                    <a:pt x="2434" y="80"/>
                  </a:lnTo>
                  <a:lnTo>
                    <a:pt x="2420" y="84"/>
                  </a:lnTo>
                  <a:lnTo>
                    <a:pt x="2418" y="78"/>
                  </a:lnTo>
                  <a:lnTo>
                    <a:pt x="2418" y="75"/>
                  </a:lnTo>
                  <a:lnTo>
                    <a:pt x="2416" y="71"/>
                  </a:lnTo>
                  <a:lnTo>
                    <a:pt x="2414" y="68"/>
                  </a:lnTo>
                  <a:close/>
                  <a:moveTo>
                    <a:pt x="1217" y="64"/>
                  </a:moveTo>
                  <a:lnTo>
                    <a:pt x="1215" y="68"/>
                  </a:lnTo>
                  <a:lnTo>
                    <a:pt x="1212" y="71"/>
                  </a:lnTo>
                  <a:lnTo>
                    <a:pt x="1210" y="73"/>
                  </a:lnTo>
                  <a:lnTo>
                    <a:pt x="1208" y="75"/>
                  </a:lnTo>
                  <a:lnTo>
                    <a:pt x="1208" y="77"/>
                  </a:lnTo>
                  <a:lnTo>
                    <a:pt x="1210" y="78"/>
                  </a:lnTo>
                  <a:lnTo>
                    <a:pt x="1214" y="80"/>
                  </a:lnTo>
                  <a:lnTo>
                    <a:pt x="1215" y="75"/>
                  </a:lnTo>
                  <a:lnTo>
                    <a:pt x="1215" y="73"/>
                  </a:lnTo>
                  <a:lnTo>
                    <a:pt x="1217" y="70"/>
                  </a:lnTo>
                  <a:lnTo>
                    <a:pt x="1219" y="68"/>
                  </a:lnTo>
                  <a:lnTo>
                    <a:pt x="1220" y="64"/>
                  </a:lnTo>
                  <a:lnTo>
                    <a:pt x="1217" y="64"/>
                  </a:lnTo>
                  <a:close/>
                  <a:moveTo>
                    <a:pt x="2654" y="49"/>
                  </a:moveTo>
                  <a:lnTo>
                    <a:pt x="2650" y="57"/>
                  </a:lnTo>
                  <a:lnTo>
                    <a:pt x="2643" y="70"/>
                  </a:lnTo>
                  <a:lnTo>
                    <a:pt x="2634" y="84"/>
                  </a:lnTo>
                  <a:lnTo>
                    <a:pt x="2626" y="98"/>
                  </a:lnTo>
                  <a:lnTo>
                    <a:pt x="2619" y="110"/>
                  </a:lnTo>
                  <a:lnTo>
                    <a:pt x="2615" y="120"/>
                  </a:lnTo>
                  <a:lnTo>
                    <a:pt x="2615" y="126"/>
                  </a:lnTo>
                  <a:lnTo>
                    <a:pt x="2617" y="133"/>
                  </a:lnTo>
                  <a:lnTo>
                    <a:pt x="2617" y="136"/>
                  </a:lnTo>
                  <a:lnTo>
                    <a:pt x="2619" y="140"/>
                  </a:lnTo>
                  <a:lnTo>
                    <a:pt x="2622" y="141"/>
                  </a:lnTo>
                  <a:lnTo>
                    <a:pt x="2626" y="143"/>
                  </a:lnTo>
                  <a:lnTo>
                    <a:pt x="2631" y="145"/>
                  </a:lnTo>
                  <a:lnTo>
                    <a:pt x="2645" y="150"/>
                  </a:lnTo>
                  <a:lnTo>
                    <a:pt x="2659" y="148"/>
                  </a:lnTo>
                  <a:lnTo>
                    <a:pt x="2671" y="143"/>
                  </a:lnTo>
                  <a:lnTo>
                    <a:pt x="2685" y="136"/>
                  </a:lnTo>
                  <a:lnTo>
                    <a:pt x="2699" y="134"/>
                  </a:lnTo>
                  <a:lnTo>
                    <a:pt x="2713" y="134"/>
                  </a:lnTo>
                  <a:lnTo>
                    <a:pt x="2722" y="140"/>
                  </a:lnTo>
                  <a:lnTo>
                    <a:pt x="2729" y="145"/>
                  </a:lnTo>
                  <a:lnTo>
                    <a:pt x="2737" y="148"/>
                  </a:lnTo>
                  <a:lnTo>
                    <a:pt x="2758" y="152"/>
                  </a:lnTo>
                  <a:lnTo>
                    <a:pt x="2779" y="150"/>
                  </a:lnTo>
                  <a:lnTo>
                    <a:pt x="2798" y="145"/>
                  </a:lnTo>
                  <a:lnTo>
                    <a:pt x="2804" y="134"/>
                  </a:lnTo>
                  <a:lnTo>
                    <a:pt x="2798" y="134"/>
                  </a:lnTo>
                  <a:lnTo>
                    <a:pt x="2790" y="120"/>
                  </a:lnTo>
                  <a:lnTo>
                    <a:pt x="2776" y="108"/>
                  </a:lnTo>
                  <a:lnTo>
                    <a:pt x="2756" y="96"/>
                  </a:lnTo>
                  <a:lnTo>
                    <a:pt x="2737" y="85"/>
                  </a:lnTo>
                  <a:lnTo>
                    <a:pt x="2722" y="80"/>
                  </a:lnTo>
                  <a:lnTo>
                    <a:pt x="2713" y="87"/>
                  </a:lnTo>
                  <a:lnTo>
                    <a:pt x="2701" y="92"/>
                  </a:lnTo>
                  <a:lnTo>
                    <a:pt x="2692" y="91"/>
                  </a:lnTo>
                  <a:lnTo>
                    <a:pt x="2687" y="84"/>
                  </a:lnTo>
                  <a:lnTo>
                    <a:pt x="2680" y="77"/>
                  </a:lnTo>
                  <a:lnTo>
                    <a:pt x="2676" y="68"/>
                  </a:lnTo>
                  <a:lnTo>
                    <a:pt x="2688" y="64"/>
                  </a:lnTo>
                  <a:lnTo>
                    <a:pt x="2687" y="63"/>
                  </a:lnTo>
                  <a:lnTo>
                    <a:pt x="2685" y="63"/>
                  </a:lnTo>
                  <a:lnTo>
                    <a:pt x="2685" y="63"/>
                  </a:lnTo>
                  <a:lnTo>
                    <a:pt x="2683" y="63"/>
                  </a:lnTo>
                  <a:lnTo>
                    <a:pt x="2680" y="61"/>
                  </a:lnTo>
                  <a:lnTo>
                    <a:pt x="2674" y="56"/>
                  </a:lnTo>
                  <a:lnTo>
                    <a:pt x="2669" y="54"/>
                  </a:lnTo>
                  <a:lnTo>
                    <a:pt x="2662" y="51"/>
                  </a:lnTo>
                  <a:lnTo>
                    <a:pt x="2654" y="49"/>
                  </a:lnTo>
                  <a:close/>
                  <a:moveTo>
                    <a:pt x="2933" y="45"/>
                  </a:moveTo>
                  <a:lnTo>
                    <a:pt x="2922" y="54"/>
                  </a:lnTo>
                  <a:lnTo>
                    <a:pt x="2910" y="59"/>
                  </a:lnTo>
                  <a:lnTo>
                    <a:pt x="2898" y="64"/>
                  </a:lnTo>
                  <a:lnTo>
                    <a:pt x="2887" y="73"/>
                  </a:lnTo>
                  <a:lnTo>
                    <a:pt x="2880" y="84"/>
                  </a:lnTo>
                  <a:lnTo>
                    <a:pt x="2877" y="99"/>
                  </a:lnTo>
                  <a:lnTo>
                    <a:pt x="2882" y="115"/>
                  </a:lnTo>
                  <a:lnTo>
                    <a:pt x="2893" y="131"/>
                  </a:lnTo>
                  <a:lnTo>
                    <a:pt x="2903" y="147"/>
                  </a:lnTo>
                  <a:lnTo>
                    <a:pt x="2915" y="160"/>
                  </a:lnTo>
                  <a:lnTo>
                    <a:pt x="2922" y="173"/>
                  </a:lnTo>
                  <a:lnTo>
                    <a:pt x="2910" y="173"/>
                  </a:lnTo>
                  <a:lnTo>
                    <a:pt x="2910" y="195"/>
                  </a:lnTo>
                  <a:lnTo>
                    <a:pt x="2914" y="211"/>
                  </a:lnTo>
                  <a:lnTo>
                    <a:pt x="2924" y="220"/>
                  </a:lnTo>
                  <a:lnTo>
                    <a:pt x="2942" y="223"/>
                  </a:lnTo>
                  <a:lnTo>
                    <a:pt x="2968" y="222"/>
                  </a:lnTo>
                  <a:lnTo>
                    <a:pt x="2966" y="202"/>
                  </a:lnTo>
                  <a:lnTo>
                    <a:pt x="2962" y="190"/>
                  </a:lnTo>
                  <a:lnTo>
                    <a:pt x="2957" y="180"/>
                  </a:lnTo>
                  <a:lnTo>
                    <a:pt x="2955" y="169"/>
                  </a:lnTo>
                  <a:lnTo>
                    <a:pt x="2957" y="153"/>
                  </a:lnTo>
                  <a:lnTo>
                    <a:pt x="2961" y="155"/>
                  </a:lnTo>
                  <a:lnTo>
                    <a:pt x="2964" y="155"/>
                  </a:lnTo>
                  <a:lnTo>
                    <a:pt x="2968" y="155"/>
                  </a:lnTo>
                  <a:lnTo>
                    <a:pt x="2971" y="155"/>
                  </a:lnTo>
                  <a:lnTo>
                    <a:pt x="2976" y="153"/>
                  </a:lnTo>
                  <a:lnTo>
                    <a:pt x="2973" y="150"/>
                  </a:lnTo>
                  <a:lnTo>
                    <a:pt x="2969" y="148"/>
                  </a:lnTo>
                  <a:lnTo>
                    <a:pt x="2968" y="147"/>
                  </a:lnTo>
                  <a:lnTo>
                    <a:pt x="2964" y="143"/>
                  </a:lnTo>
                  <a:lnTo>
                    <a:pt x="2961" y="141"/>
                  </a:lnTo>
                  <a:lnTo>
                    <a:pt x="2959" y="143"/>
                  </a:lnTo>
                  <a:lnTo>
                    <a:pt x="2959" y="147"/>
                  </a:lnTo>
                  <a:lnTo>
                    <a:pt x="2957" y="150"/>
                  </a:lnTo>
                  <a:lnTo>
                    <a:pt x="2957" y="152"/>
                  </a:lnTo>
                  <a:lnTo>
                    <a:pt x="2955" y="153"/>
                  </a:lnTo>
                  <a:lnTo>
                    <a:pt x="2954" y="152"/>
                  </a:lnTo>
                  <a:lnTo>
                    <a:pt x="2952" y="148"/>
                  </a:lnTo>
                  <a:lnTo>
                    <a:pt x="2947" y="140"/>
                  </a:lnTo>
                  <a:lnTo>
                    <a:pt x="2942" y="131"/>
                  </a:lnTo>
                  <a:lnTo>
                    <a:pt x="2943" y="127"/>
                  </a:lnTo>
                  <a:lnTo>
                    <a:pt x="2945" y="127"/>
                  </a:lnTo>
                  <a:lnTo>
                    <a:pt x="2947" y="126"/>
                  </a:lnTo>
                  <a:lnTo>
                    <a:pt x="2948" y="122"/>
                  </a:lnTo>
                  <a:lnTo>
                    <a:pt x="2933" y="113"/>
                  </a:lnTo>
                  <a:lnTo>
                    <a:pt x="2921" y="99"/>
                  </a:lnTo>
                  <a:lnTo>
                    <a:pt x="2914" y="84"/>
                  </a:lnTo>
                  <a:lnTo>
                    <a:pt x="2933" y="82"/>
                  </a:lnTo>
                  <a:lnTo>
                    <a:pt x="2947" y="77"/>
                  </a:lnTo>
                  <a:lnTo>
                    <a:pt x="2954" y="64"/>
                  </a:lnTo>
                  <a:lnTo>
                    <a:pt x="2957" y="49"/>
                  </a:lnTo>
                  <a:lnTo>
                    <a:pt x="2952" y="47"/>
                  </a:lnTo>
                  <a:lnTo>
                    <a:pt x="2947" y="47"/>
                  </a:lnTo>
                  <a:lnTo>
                    <a:pt x="2942" y="45"/>
                  </a:lnTo>
                  <a:lnTo>
                    <a:pt x="2933" y="45"/>
                  </a:lnTo>
                  <a:close/>
                  <a:moveTo>
                    <a:pt x="2746" y="42"/>
                  </a:moveTo>
                  <a:lnTo>
                    <a:pt x="2732" y="49"/>
                  </a:lnTo>
                  <a:lnTo>
                    <a:pt x="2715" y="54"/>
                  </a:lnTo>
                  <a:lnTo>
                    <a:pt x="2715" y="68"/>
                  </a:lnTo>
                  <a:lnTo>
                    <a:pt x="2722" y="70"/>
                  </a:lnTo>
                  <a:lnTo>
                    <a:pt x="2730" y="71"/>
                  </a:lnTo>
                  <a:lnTo>
                    <a:pt x="2741" y="71"/>
                  </a:lnTo>
                  <a:lnTo>
                    <a:pt x="2741" y="64"/>
                  </a:lnTo>
                  <a:lnTo>
                    <a:pt x="2744" y="59"/>
                  </a:lnTo>
                  <a:lnTo>
                    <a:pt x="2746" y="54"/>
                  </a:lnTo>
                  <a:lnTo>
                    <a:pt x="2746" y="49"/>
                  </a:lnTo>
                  <a:lnTo>
                    <a:pt x="2746" y="45"/>
                  </a:lnTo>
                  <a:lnTo>
                    <a:pt x="2746" y="42"/>
                  </a:lnTo>
                  <a:close/>
                  <a:moveTo>
                    <a:pt x="1390" y="33"/>
                  </a:moveTo>
                  <a:lnTo>
                    <a:pt x="1393" y="42"/>
                  </a:lnTo>
                  <a:lnTo>
                    <a:pt x="1395" y="54"/>
                  </a:lnTo>
                  <a:lnTo>
                    <a:pt x="1397" y="64"/>
                  </a:lnTo>
                  <a:lnTo>
                    <a:pt x="1395" y="66"/>
                  </a:lnTo>
                  <a:lnTo>
                    <a:pt x="1393" y="66"/>
                  </a:lnTo>
                  <a:lnTo>
                    <a:pt x="1392" y="66"/>
                  </a:lnTo>
                  <a:lnTo>
                    <a:pt x="1392" y="68"/>
                  </a:lnTo>
                  <a:lnTo>
                    <a:pt x="1390" y="68"/>
                  </a:lnTo>
                  <a:lnTo>
                    <a:pt x="1383" y="68"/>
                  </a:lnTo>
                  <a:lnTo>
                    <a:pt x="1381" y="66"/>
                  </a:lnTo>
                  <a:lnTo>
                    <a:pt x="1381" y="64"/>
                  </a:lnTo>
                  <a:lnTo>
                    <a:pt x="1381" y="63"/>
                  </a:lnTo>
                  <a:lnTo>
                    <a:pt x="1379" y="63"/>
                  </a:lnTo>
                  <a:lnTo>
                    <a:pt x="1378" y="61"/>
                  </a:lnTo>
                  <a:lnTo>
                    <a:pt x="1390" y="33"/>
                  </a:lnTo>
                  <a:close/>
                  <a:moveTo>
                    <a:pt x="1002" y="0"/>
                  </a:moveTo>
                  <a:lnTo>
                    <a:pt x="994" y="12"/>
                  </a:lnTo>
                  <a:lnTo>
                    <a:pt x="985" y="23"/>
                  </a:lnTo>
                  <a:lnTo>
                    <a:pt x="980" y="38"/>
                  </a:lnTo>
                  <a:lnTo>
                    <a:pt x="990" y="37"/>
                  </a:lnTo>
                  <a:lnTo>
                    <a:pt x="997" y="40"/>
                  </a:lnTo>
                  <a:lnTo>
                    <a:pt x="1002" y="45"/>
                  </a:lnTo>
                  <a:lnTo>
                    <a:pt x="1009" y="54"/>
                  </a:lnTo>
                  <a:lnTo>
                    <a:pt x="1011" y="47"/>
                  </a:lnTo>
                  <a:lnTo>
                    <a:pt x="1011" y="42"/>
                  </a:lnTo>
                  <a:lnTo>
                    <a:pt x="1013" y="38"/>
                  </a:lnTo>
                  <a:lnTo>
                    <a:pt x="1013" y="33"/>
                  </a:lnTo>
                  <a:lnTo>
                    <a:pt x="1022" y="33"/>
                  </a:lnTo>
                  <a:lnTo>
                    <a:pt x="1027" y="45"/>
                  </a:lnTo>
                  <a:lnTo>
                    <a:pt x="1035" y="49"/>
                  </a:lnTo>
                  <a:lnTo>
                    <a:pt x="1042" y="52"/>
                  </a:lnTo>
                  <a:lnTo>
                    <a:pt x="1049" y="56"/>
                  </a:lnTo>
                  <a:lnTo>
                    <a:pt x="1056" y="64"/>
                  </a:lnTo>
                  <a:lnTo>
                    <a:pt x="1049" y="75"/>
                  </a:lnTo>
                  <a:lnTo>
                    <a:pt x="1041" y="87"/>
                  </a:lnTo>
                  <a:lnTo>
                    <a:pt x="1034" y="103"/>
                  </a:lnTo>
                  <a:lnTo>
                    <a:pt x="1028" y="117"/>
                  </a:lnTo>
                  <a:lnTo>
                    <a:pt x="1028" y="126"/>
                  </a:lnTo>
                  <a:lnTo>
                    <a:pt x="1030" y="131"/>
                  </a:lnTo>
                  <a:lnTo>
                    <a:pt x="1030" y="134"/>
                  </a:lnTo>
                  <a:lnTo>
                    <a:pt x="1032" y="136"/>
                  </a:lnTo>
                  <a:lnTo>
                    <a:pt x="1034" y="138"/>
                  </a:lnTo>
                  <a:lnTo>
                    <a:pt x="1035" y="140"/>
                  </a:lnTo>
                  <a:lnTo>
                    <a:pt x="1041" y="141"/>
                  </a:lnTo>
                  <a:lnTo>
                    <a:pt x="1041" y="138"/>
                  </a:lnTo>
                  <a:lnTo>
                    <a:pt x="1044" y="131"/>
                  </a:lnTo>
                  <a:lnTo>
                    <a:pt x="1049" y="120"/>
                  </a:lnTo>
                  <a:lnTo>
                    <a:pt x="1055" y="106"/>
                  </a:lnTo>
                  <a:lnTo>
                    <a:pt x="1060" y="94"/>
                  </a:lnTo>
                  <a:lnTo>
                    <a:pt x="1065" y="84"/>
                  </a:lnTo>
                  <a:lnTo>
                    <a:pt x="1067" y="77"/>
                  </a:lnTo>
                  <a:lnTo>
                    <a:pt x="1079" y="77"/>
                  </a:lnTo>
                  <a:lnTo>
                    <a:pt x="1081" y="96"/>
                  </a:lnTo>
                  <a:lnTo>
                    <a:pt x="1081" y="113"/>
                  </a:lnTo>
                  <a:lnTo>
                    <a:pt x="1081" y="134"/>
                  </a:lnTo>
                  <a:lnTo>
                    <a:pt x="1083" y="157"/>
                  </a:lnTo>
                  <a:lnTo>
                    <a:pt x="1105" y="160"/>
                  </a:lnTo>
                  <a:lnTo>
                    <a:pt x="1114" y="147"/>
                  </a:lnTo>
                  <a:lnTo>
                    <a:pt x="1130" y="138"/>
                  </a:lnTo>
                  <a:lnTo>
                    <a:pt x="1147" y="129"/>
                  </a:lnTo>
                  <a:lnTo>
                    <a:pt x="1165" y="122"/>
                  </a:lnTo>
                  <a:lnTo>
                    <a:pt x="1182" y="115"/>
                  </a:lnTo>
                  <a:lnTo>
                    <a:pt x="1198" y="106"/>
                  </a:lnTo>
                  <a:lnTo>
                    <a:pt x="1205" y="96"/>
                  </a:lnTo>
                  <a:lnTo>
                    <a:pt x="1201" y="96"/>
                  </a:lnTo>
                  <a:lnTo>
                    <a:pt x="1200" y="92"/>
                  </a:lnTo>
                  <a:lnTo>
                    <a:pt x="1200" y="91"/>
                  </a:lnTo>
                  <a:lnTo>
                    <a:pt x="1198" y="89"/>
                  </a:lnTo>
                  <a:lnTo>
                    <a:pt x="1198" y="89"/>
                  </a:lnTo>
                  <a:lnTo>
                    <a:pt x="1196" y="89"/>
                  </a:lnTo>
                  <a:lnTo>
                    <a:pt x="1194" y="89"/>
                  </a:lnTo>
                  <a:lnTo>
                    <a:pt x="1191" y="87"/>
                  </a:lnTo>
                  <a:lnTo>
                    <a:pt x="1184" y="92"/>
                  </a:lnTo>
                  <a:lnTo>
                    <a:pt x="1172" y="99"/>
                  </a:lnTo>
                  <a:lnTo>
                    <a:pt x="1158" y="110"/>
                  </a:lnTo>
                  <a:lnTo>
                    <a:pt x="1140" y="119"/>
                  </a:lnTo>
                  <a:lnTo>
                    <a:pt x="1124" y="129"/>
                  </a:lnTo>
                  <a:lnTo>
                    <a:pt x="1109" y="136"/>
                  </a:lnTo>
                  <a:lnTo>
                    <a:pt x="1098" y="140"/>
                  </a:lnTo>
                  <a:lnTo>
                    <a:pt x="1095" y="141"/>
                  </a:lnTo>
                  <a:lnTo>
                    <a:pt x="1093" y="140"/>
                  </a:lnTo>
                  <a:lnTo>
                    <a:pt x="1091" y="138"/>
                  </a:lnTo>
                  <a:lnTo>
                    <a:pt x="1091" y="136"/>
                  </a:lnTo>
                  <a:lnTo>
                    <a:pt x="1091" y="134"/>
                  </a:lnTo>
                  <a:lnTo>
                    <a:pt x="1090" y="131"/>
                  </a:lnTo>
                  <a:lnTo>
                    <a:pt x="1095" y="122"/>
                  </a:lnTo>
                  <a:lnTo>
                    <a:pt x="1095" y="115"/>
                  </a:lnTo>
                  <a:lnTo>
                    <a:pt x="1093" y="110"/>
                  </a:lnTo>
                  <a:lnTo>
                    <a:pt x="1091" y="101"/>
                  </a:lnTo>
                  <a:lnTo>
                    <a:pt x="1095" y="91"/>
                  </a:lnTo>
                  <a:lnTo>
                    <a:pt x="1097" y="89"/>
                  </a:lnTo>
                  <a:lnTo>
                    <a:pt x="1098" y="87"/>
                  </a:lnTo>
                  <a:lnTo>
                    <a:pt x="1100" y="85"/>
                  </a:lnTo>
                  <a:lnTo>
                    <a:pt x="1102" y="85"/>
                  </a:lnTo>
                  <a:lnTo>
                    <a:pt x="1104" y="85"/>
                  </a:lnTo>
                  <a:lnTo>
                    <a:pt x="1105" y="84"/>
                  </a:lnTo>
                  <a:lnTo>
                    <a:pt x="1107" y="82"/>
                  </a:lnTo>
                  <a:lnTo>
                    <a:pt x="1107" y="78"/>
                  </a:lnTo>
                  <a:lnTo>
                    <a:pt x="1109" y="73"/>
                  </a:lnTo>
                  <a:lnTo>
                    <a:pt x="1109" y="64"/>
                  </a:lnTo>
                  <a:lnTo>
                    <a:pt x="1100" y="59"/>
                  </a:lnTo>
                  <a:lnTo>
                    <a:pt x="1091" y="57"/>
                  </a:lnTo>
                  <a:lnTo>
                    <a:pt x="1084" y="57"/>
                  </a:lnTo>
                  <a:lnTo>
                    <a:pt x="1076" y="54"/>
                  </a:lnTo>
                  <a:lnTo>
                    <a:pt x="1063" y="45"/>
                  </a:lnTo>
                  <a:lnTo>
                    <a:pt x="1055" y="37"/>
                  </a:lnTo>
                  <a:lnTo>
                    <a:pt x="1049" y="26"/>
                  </a:lnTo>
                  <a:lnTo>
                    <a:pt x="1042" y="16"/>
                  </a:lnTo>
                  <a:lnTo>
                    <a:pt x="1034" y="9"/>
                  </a:lnTo>
                  <a:lnTo>
                    <a:pt x="1020" y="2"/>
                  </a:lnTo>
                  <a:lnTo>
                    <a:pt x="1002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2" name="Freeform 9">
              <a:extLst>
                <a:ext uri="{FF2B5EF4-FFF2-40B4-BE49-F238E27FC236}">
                  <a16:creationId xmlns:a16="http://schemas.microsoft.com/office/drawing/2014/main" id="{EFFF8DE9-7652-4879-9360-AAE96F8B80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000" y="2108200"/>
              <a:ext cx="7697788" cy="3846513"/>
            </a:xfrm>
            <a:custGeom>
              <a:avLst/>
              <a:gdLst>
                <a:gd name="T0" fmla="*/ 1599 w 4849"/>
                <a:gd name="T1" fmla="*/ 786 h 2423"/>
                <a:gd name="T2" fmla="*/ 1536 w 4849"/>
                <a:gd name="T3" fmla="*/ 779 h 2423"/>
                <a:gd name="T4" fmla="*/ 529 w 4849"/>
                <a:gd name="T5" fmla="*/ 651 h 2423"/>
                <a:gd name="T6" fmla="*/ 4301 w 4849"/>
                <a:gd name="T7" fmla="*/ 791 h 2423"/>
                <a:gd name="T8" fmla="*/ 2510 w 4849"/>
                <a:gd name="T9" fmla="*/ 575 h 2423"/>
                <a:gd name="T10" fmla="*/ 2579 w 4849"/>
                <a:gd name="T11" fmla="*/ 552 h 2423"/>
                <a:gd name="T12" fmla="*/ 2649 w 4849"/>
                <a:gd name="T13" fmla="*/ 522 h 2423"/>
                <a:gd name="T14" fmla="*/ 2347 w 4849"/>
                <a:gd name="T15" fmla="*/ 611 h 2423"/>
                <a:gd name="T16" fmla="*/ 2304 w 4849"/>
                <a:gd name="T17" fmla="*/ 615 h 2423"/>
                <a:gd name="T18" fmla="*/ 2269 w 4849"/>
                <a:gd name="T19" fmla="*/ 580 h 2423"/>
                <a:gd name="T20" fmla="*/ 1234 w 4849"/>
                <a:gd name="T21" fmla="*/ 424 h 2423"/>
                <a:gd name="T22" fmla="*/ 1297 w 4849"/>
                <a:gd name="T23" fmla="*/ 367 h 2423"/>
                <a:gd name="T24" fmla="*/ 1178 w 4849"/>
                <a:gd name="T25" fmla="*/ 307 h 2423"/>
                <a:gd name="T26" fmla="*/ 1171 w 4849"/>
                <a:gd name="T27" fmla="*/ 369 h 2423"/>
                <a:gd name="T28" fmla="*/ 2044 w 4849"/>
                <a:gd name="T29" fmla="*/ 365 h 2423"/>
                <a:gd name="T30" fmla="*/ 2082 w 4849"/>
                <a:gd name="T31" fmla="*/ 288 h 2423"/>
                <a:gd name="T32" fmla="*/ 1297 w 4849"/>
                <a:gd name="T33" fmla="*/ 215 h 2423"/>
                <a:gd name="T34" fmla="*/ 2979 w 4849"/>
                <a:gd name="T35" fmla="*/ 177 h 2423"/>
                <a:gd name="T36" fmla="*/ 4833 w 4849"/>
                <a:gd name="T37" fmla="*/ 109 h 2423"/>
                <a:gd name="T38" fmla="*/ 1082 w 4849"/>
                <a:gd name="T39" fmla="*/ 131 h 2423"/>
                <a:gd name="T40" fmla="*/ 1167 w 4849"/>
                <a:gd name="T41" fmla="*/ 154 h 2423"/>
                <a:gd name="T42" fmla="*/ 1197 w 4849"/>
                <a:gd name="T43" fmla="*/ 273 h 2423"/>
                <a:gd name="T44" fmla="*/ 1078 w 4849"/>
                <a:gd name="T45" fmla="*/ 379 h 2423"/>
                <a:gd name="T46" fmla="*/ 1164 w 4849"/>
                <a:gd name="T47" fmla="*/ 582 h 2423"/>
                <a:gd name="T48" fmla="*/ 1281 w 4849"/>
                <a:gd name="T49" fmla="*/ 575 h 2423"/>
                <a:gd name="T50" fmla="*/ 1386 w 4849"/>
                <a:gd name="T51" fmla="*/ 484 h 2423"/>
                <a:gd name="T52" fmla="*/ 1501 w 4849"/>
                <a:gd name="T53" fmla="*/ 564 h 2423"/>
                <a:gd name="T54" fmla="*/ 1396 w 4849"/>
                <a:gd name="T55" fmla="*/ 721 h 2423"/>
                <a:gd name="T56" fmla="*/ 1459 w 4849"/>
                <a:gd name="T57" fmla="*/ 798 h 2423"/>
                <a:gd name="T58" fmla="*/ 1298 w 4849"/>
                <a:gd name="T59" fmla="*/ 955 h 2423"/>
                <a:gd name="T60" fmla="*/ 1124 w 4849"/>
                <a:gd name="T61" fmla="*/ 1077 h 2423"/>
                <a:gd name="T62" fmla="*/ 1085 w 4849"/>
                <a:gd name="T63" fmla="*/ 1234 h 2423"/>
                <a:gd name="T64" fmla="*/ 1194 w 4849"/>
                <a:gd name="T65" fmla="*/ 1320 h 2423"/>
                <a:gd name="T66" fmla="*/ 1361 w 4849"/>
                <a:gd name="T67" fmla="*/ 1344 h 2423"/>
                <a:gd name="T68" fmla="*/ 1616 w 4849"/>
                <a:gd name="T69" fmla="*/ 1421 h 2423"/>
                <a:gd name="T70" fmla="*/ 1866 w 4849"/>
                <a:gd name="T71" fmla="*/ 1604 h 2423"/>
                <a:gd name="T72" fmla="*/ 1647 w 4849"/>
                <a:gd name="T73" fmla="*/ 1966 h 2423"/>
                <a:gd name="T74" fmla="*/ 1496 w 4849"/>
                <a:gd name="T75" fmla="*/ 2105 h 2423"/>
                <a:gd name="T76" fmla="*/ 1431 w 4849"/>
                <a:gd name="T77" fmla="*/ 2215 h 2423"/>
                <a:gd name="T78" fmla="*/ 1396 w 4849"/>
                <a:gd name="T79" fmla="*/ 2371 h 2423"/>
                <a:gd name="T80" fmla="*/ 1302 w 4849"/>
                <a:gd name="T81" fmla="*/ 2315 h 2423"/>
                <a:gd name="T82" fmla="*/ 1270 w 4849"/>
                <a:gd name="T83" fmla="*/ 1667 h 2423"/>
                <a:gd name="T84" fmla="*/ 1269 w 4849"/>
                <a:gd name="T85" fmla="*/ 1400 h 2423"/>
                <a:gd name="T86" fmla="*/ 1056 w 4849"/>
                <a:gd name="T87" fmla="*/ 1288 h 2423"/>
                <a:gd name="T88" fmla="*/ 813 w 4849"/>
                <a:gd name="T89" fmla="*/ 1102 h 2423"/>
                <a:gd name="T90" fmla="*/ 818 w 4849"/>
                <a:gd name="T91" fmla="*/ 1171 h 2423"/>
                <a:gd name="T92" fmla="*/ 642 w 4849"/>
                <a:gd name="T93" fmla="*/ 939 h 2423"/>
                <a:gd name="T94" fmla="*/ 639 w 4849"/>
                <a:gd name="T95" fmla="*/ 739 h 2423"/>
                <a:gd name="T96" fmla="*/ 490 w 4849"/>
                <a:gd name="T97" fmla="*/ 522 h 2423"/>
                <a:gd name="T98" fmla="*/ 141 w 4849"/>
                <a:gd name="T99" fmla="*/ 576 h 2423"/>
                <a:gd name="T100" fmla="*/ 115 w 4849"/>
                <a:gd name="T101" fmla="*/ 482 h 2423"/>
                <a:gd name="T102" fmla="*/ 85 w 4849"/>
                <a:gd name="T103" fmla="*/ 334 h 2423"/>
                <a:gd name="T104" fmla="*/ 110 w 4849"/>
                <a:gd name="T105" fmla="*/ 255 h 2423"/>
                <a:gd name="T106" fmla="*/ 234 w 4849"/>
                <a:gd name="T107" fmla="*/ 107 h 2423"/>
                <a:gd name="T108" fmla="*/ 499 w 4849"/>
                <a:gd name="T109" fmla="*/ 136 h 2423"/>
                <a:gd name="T110" fmla="*/ 632 w 4849"/>
                <a:gd name="T111" fmla="*/ 149 h 2423"/>
                <a:gd name="T112" fmla="*/ 771 w 4849"/>
                <a:gd name="T113" fmla="*/ 218 h 2423"/>
                <a:gd name="T114" fmla="*/ 979 w 4849"/>
                <a:gd name="T115" fmla="*/ 222 h 2423"/>
                <a:gd name="T116" fmla="*/ 918 w 4849"/>
                <a:gd name="T117" fmla="*/ 131 h 2423"/>
                <a:gd name="T118" fmla="*/ 733 w 4849"/>
                <a:gd name="T119" fmla="*/ 157 h 2423"/>
                <a:gd name="T120" fmla="*/ 776 w 4849"/>
                <a:gd name="T121" fmla="*/ 42 h 2423"/>
                <a:gd name="T122" fmla="*/ 902 w 4849"/>
                <a:gd name="T123" fmla="*/ 28 h 2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49" h="2423">
                  <a:moveTo>
                    <a:pt x="1469" y="711"/>
                  </a:moveTo>
                  <a:lnTo>
                    <a:pt x="1482" y="712"/>
                  </a:lnTo>
                  <a:lnTo>
                    <a:pt x="1490" y="714"/>
                  </a:lnTo>
                  <a:lnTo>
                    <a:pt x="1501" y="718"/>
                  </a:lnTo>
                  <a:lnTo>
                    <a:pt x="1501" y="726"/>
                  </a:lnTo>
                  <a:lnTo>
                    <a:pt x="1497" y="726"/>
                  </a:lnTo>
                  <a:lnTo>
                    <a:pt x="1494" y="728"/>
                  </a:lnTo>
                  <a:lnTo>
                    <a:pt x="1490" y="728"/>
                  </a:lnTo>
                  <a:lnTo>
                    <a:pt x="1487" y="728"/>
                  </a:lnTo>
                  <a:lnTo>
                    <a:pt x="1482" y="730"/>
                  </a:lnTo>
                  <a:lnTo>
                    <a:pt x="1478" y="725"/>
                  </a:lnTo>
                  <a:lnTo>
                    <a:pt x="1476" y="723"/>
                  </a:lnTo>
                  <a:lnTo>
                    <a:pt x="1475" y="719"/>
                  </a:lnTo>
                  <a:lnTo>
                    <a:pt x="1473" y="716"/>
                  </a:lnTo>
                  <a:lnTo>
                    <a:pt x="1469" y="711"/>
                  </a:lnTo>
                  <a:close/>
                  <a:moveTo>
                    <a:pt x="1551" y="691"/>
                  </a:moveTo>
                  <a:lnTo>
                    <a:pt x="1562" y="691"/>
                  </a:lnTo>
                  <a:lnTo>
                    <a:pt x="1562" y="705"/>
                  </a:lnTo>
                  <a:lnTo>
                    <a:pt x="1562" y="718"/>
                  </a:lnTo>
                  <a:lnTo>
                    <a:pt x="1564" y="728"/>
                  </a:lnTo>
                  <a:lnTo>
                    <a:pt x="1565" y="740"/>
                  </a:lnTo>
                  <a:lnTo>
                    <a:pt x="1585" y="740"/>
                  </a:lnTo>
                  <a:lnTo>
                    <a:pt x="1585" y="760"/>
                  </a:lnTo>
                  <a:lnTo>
                    <a:pt x="1593" y="760"/>
                  </a:lnTo>
                  <a:lnTo>
                    <a:pt x="1595" y="761"/>
                  </a:lnTo>
                  <a:lnTo>
                    <a:pt x="1597" y="761"/>
                  </a:lnTo>
                  <a:lnTo>
                    <a:pt x="1599" y="761"/>
                  </a:lnTo>
                  <a:lnTo>
                    <a:pt x="1600" y="761"/>
                  </a:lnTo>
                  <a:lnTo>
                    <a:pt x="1602" y="761"/>
                  </a:lnTo>
                  <a:lnTo>
                    <a:pt x="1604" y="763"/>
                  </a:lnTo>
                  <a:lnTo>
                    <a:pt x="1602" y="774"/>
                  </a:lnTo>
                  <a:lnTo>
                    <a:pt x="1599" y="786"/>
                  </a:lnTo>
                  <a:lnTo>
                    <a:pt x="1597" y="798"/>
                  </a:lnTo>
                  <a:lnTo>
                    <a:pt x="1593" y="798"/>
                  </a:lnTo>
                  <a:lnTo>
                    <a:pt x="1592" y="794"/>
                  </a:lnTo>
                  <a:lnTo>
                    <a:pt x="1592" y="793"/>
                  </a:lnTo>
                  <a:lnTo>
                    <a:pt x="1592" y="791"/>
                  </a:lnTo>
                  <a:lnTo>
                    <a:pt x="1590" y="789"/>
                  </a:lnTo>
                  <a:lnTo>
                    <a:pt x="1590" y="787"/>
                  </a:lnTo>
                  <a:lnTo>
                    <a:pt x="1588" y="791"/>
                  </a:lnTo>
                  <a:lnTo>
                    <a:pt x="1586" y="791"/>
                  </a:lnTo>
                  <a:lnTo>
                    <a:pt x="1586" y="793"/>
                  </a:lnTo>
                  <a:lnTo>
                    <a:pt x="1586" y="793"/>
                  </a:lnTo>
                  <a:lnTo>
                    <a:pt x="1586" y="793"/>
                  </a:lnTo>
                  <a:lnTo>
                    <a:pt x="1585" y="793"/>
                  </a:lnTo>
                  <a:lnTo>
                    <a:pt x="1581" y="794"/>
                  </a:lnTo>
                  <a:lnTo>
                    <a:pt x="1581" y="787"/>
                  </a:lnTo>
                  <a:lnTo>
                    <a:pt x="1583" y="786"/>
                  </a:lnTo>
                  <a:lnTo>
                    <a:pt x="1583" y="784"/>
                  </a:lnTo>
                  <a:lnTo>
                    <a:pt x="1585" y="782"/>
                  </a:lnTo>
                  <a:lnTo>
                    <a:pt x="1585" y="779"/>
                  </a:lnTo>
                  <a:lnTo>
                    <a:pt x="1585" y="775"/>
                  </a:lnTo>
                  <a:lnTo>
                    <a:pt x="1581" y="775"/>
                  </a:lnTo>
                  <a:lnTo>
                    <a:pt x="1574" y="782"/>
                  </a:lnTo>
                  <a:lnTo>
                    <a:pt x="1567" y="789"/>
                  </a:lnTo>
                  <a:lnTo>
                    <a:pt x="1558" y="794"/>
                  </a:lnTo>
                  <a:lnTo>
                    <a:pt x="1558" y="789"/>
                  </a:lnTo>
                  <a:lnTo>
                    <a:pt x="1558" y="784"/>
                  </a:lnTo>
                  <a:lnTo>
                    <a:pt x="1558" y="782"/>
                  </a:lnTo>
                  <a:lnTo>
                    <a:pt x="1557" y="781"/>
                  </a:lnTo>
                  <a:lnTo>
                    <a:pt x="1553" y="779"/>
                  </a:lnTo>
                  <a:lnTo>
                    <a:pt x="1548" y="779"/>
                  </a:lnTo>
                  <a:lnTo>
                    <a:pt x="1539" y="779"/>
                  </a:lnTo>
                  <a:lnTo>
                    <a:pt x="1536" y="779"/>
                  </a:lnTo>
                  <a:lnTo>
                    <a:pt x="1532" y="779"/>
                  </a:lnTo>
                  <a:lnTo>
                    <a:pt x="1527" y="777"/>
                  </a:lnTo>
                  <a:lnTo>
                    <a:pt x="1522" y="777"/>
                  </a:lnTo>
                  <a:lnTo>
                    <a:pt x="1517" y="775"/>
                  </a:lnTo>
                  <a:lnTo>
                    <a:pt x="1513" y="772"/>
                  </a:lnTo>
                  <a:lnTo>
                    <a:pt x="1523" y="758"/>
                  </a:lnTo>
                  <a:lnTo>
                    <a:pt x="1534" y="737"/>
                  </a:lnTo>
                  <a:lnTo>
                    <a:pt x="1541" y="714"/>
                  </a:lnTo>
                  <a:lnTo>
                    <a:pt x="1551" y="691"/>
                  </a:lnTo>
                  <a:close/>
                  <a:moveTo>
                    <a:pt x="1220" y="630"/>
                  </a:moveTo>
                  <a:lnTo>
                    <a:pt x="1235" y="630"/>
                  </a:lnTo>
                  <a:lnTo>
                    <a:pt x="1235" y="637"/>
                  </a:lnTo>
                  <a:lnTo>
                    <a:pt x="1232" y="637"/>
                  </a:lnTo>
                  <a:lnTo>
                    <a:pt x="1230" y="639"/>
                  </a:lnTo>
                  <a:lnTo>
                    <a:pt x="1229" y="639"/>
                  </a:lnTo>
                  <a:lnTo>
                    <a:pt x="1227" y="639"/>
                  </a:lnTo>
                  <a:lnTo>
                    <a:pt x="1225" y="641"/>
                  </a:lnTo>
                  <a:lnTo>
                    <a:pt x="1220" y="641"/>
                  </a:lnTo>
                  <a:lnTo>
                    <a:pt x="1220" y="630"/>
                  </a:lnTo>
                  <a:close/>
                  <a:moveTo>
                    <a:pt x="515" y="622"/>
                  </a:moveTo>
                  <a:lnTo>
                    <a:pt x="522" y="622"/>
                  </a:lnTo>
                  <a:lnTo>
                    <a:pt x="525" y="623"/>
                  </a:lnTo>
                  <a:lnTo>
                    <a:pt x="529" y="625"/>
                  </a:lnTo>
                  <a:lnTo>
                    <a:pt x="534" y="625"/>
                  </a:lnTo>
                  <a:lnTo>
                    <a:pt x="541" y="625"/>
                  </a:lnTo>
                  <a:lnTo>
                    <a:pt x="543" y="639"/>
                  </a:lnTo>
                  <a:lnTo>
                    <a:pt x="546" y="650"/>
                  </a:lnTo>
                  <a:lnTo>
                    <a:pt x="548" y="664"/>
                  </a:lnTo>
                  <a:lnTo>
                    <a:pt x="541" y="664"/>
                  </a:lnTo>
                  <a:lnTo>
                    <a:pt x="537" y="658"/>
                  </a:lnTo>
                  <a:lnTo>
                    <a:pt x="534" y="655"/>
                  </a:lnTo>
                  <a:lnTo>
                    <a:pt x="529" y="651"/>
                  </a:lnTo>
                  <a:lnTo>
                    <a:pt x="525" y="648"/>
                  </a:lnTo>
                  <a:lnTo>
                    <a:pt x="522" y="643"/>
                  </a:lnTo>
                  <a:lnTo>
                    <a:pt x="518" y="637"/>
                  </a:lnTo>
                  <a:lnTo>
                    <a:pt x="516" y="634"/>
                  </a:lnTo>
                  <a:lnTo>
                    <a:pt x="515" y="630"/>
                  </a:lnTo>
                  <a:lnTo>
                    <a:pt x="515" y="627"/>
                  </a:lnTo>
                  <a:lnTo>
                    <a:pt x="515" y="622"/>
                  </a:lnTo>
                  <a:close/>
                  <a:moveTo>
                    <a:pt x="4304" y="609"/>
                  </a:moveTo>
                  <a:lnTo>
                    <a:pt x="4306" y="611"/>
                  </a:lnTo>
                  <a:lnTo>
                    <a:pt x="4306" y="611"/>
                  </a:lnTo>
                  <a:lnTo>
                    <a:pt x="4306" y="611"/>
                  </a:lnTo>
                  <a:lnTo>
                    <a:pt x="4306" y="613"/>
                  </a:lnTo>
                  <a:lnTo>
                    <a:pt x="4307" y="613"/>
                  </a:lnTo>
                  <a:lnTo>
                    <a:pt x="4307" y="615"/>
                  </a:lnTo>
                  <a:lnTo>
                    <a:pt x="4313" y="627"/>
                  </a:lnTo>
                  <a:lnTo>
                    <a:pt x="4313" y="643"/>
                  </a:lnTo>
                  <a:lnTo>
                    <a:pt x="4313" y="658"/>
                  </a:lnTo>
                  <a:lnTo>
                    <a:pt x="4316" y="676"/>
                  </a:lnTo>
                  <a:lnTo>
                    <a:pt x="4321" y="693"/>
                  </a:lnTo>
                  <a:lnTo>
                    <a:pt x="4330" y="712"/>
                  </a:lnTo>
                  <a:lnTo>
                    <a:pt x="4335" y="733"/>
                  </a:lnTo>
                  <a:lnTo>
                    <a:pt x="4311" y="730"/>
                  </a:lnTo>
                  <a:lnTo>
                    <a:pt x="4311" y="746"/>
                  </a:lnTo>
                  <a:lnTo>
                    <a:pt x="4314" y="758"/>
                  </a:lnTo>
                  <a:lnTo>
                    <a:pt x="4316" y="770"/>
                  </a:lnTo>
                  <a:lnTo>
                    <a:pt x="4320" y="787"/>
                  </a:lnTo>
                  <a:lnTo>
                    <a:pt x="4314" y="787"/>
                  </a:lnTo>
                  <a:lnTo>
                    <a:pt x="4311" y="787"/>
                  </a:lnTo>
                  <a:lnTo>
                    <a:pt x="4306" y="789"/>
                  </a:lnTo>
                  <a:lnTo>
                    <a:pt x="4304" y="789"/>
                  </a:lnTo>
                  <a:lnTo>
                    <a:pt x="4301" y="791"/>
                  </a:lnTo>
                  <a:lnTo>
                    <a:pt x="4301" y="791"/>
                  </a:lnTo>
                  <a:lnTo>
                    <a:pt x="4297" y="781"/>
                  </a:lnTo>
                  <a:lnTo>
                    <a:pt x="4295" y="761"/>
                  </a:lnTo>
                  <a:lnTo>
                    <a:pt x="4295" y="739"/>
                  </a:lnTo>
                  <a:lnTo>
                    <a:pt x="4295" y="714"/>
                  </a:lnTo>
                  <a:lnTo>
                    <a:pt x="4295" y="691"/>
                  </a:lnTo>
                  <a:lnTo>
                    <a:pt x="4292" y="676"/>
                  </a:lnTo>
                  <a:lnTo>
                    <a:pt x="4292" y="637"/>
                  </a:lnTo>
                  <a:lnTo>
                    <a:pt x="4295" y="632"/>
                  </a:lnTo>
                  <a:lnTo>
                    <a:pt x="4297" y="629"/>
                  </a:lnTo>
                  <a:lnTo>
                    <a:pt x="4299" y="625"/>
                  </a:lnTo>
                  <a:lnTo>
                    <a:pt x="4301" y="622"/>
                  </a:lnTo>
                  <a:lnTo>
                    <a:pt x="4302" y="616"/>
                  </a:lnTo>
                  <a:lnTo>
                    <a:pt x="4304" y="609"/>
                  </a:lnTo>
                  <a:close/>
                  <a:moveTo>
                    <a:pt x="2253" y="595"/>
                  </a:moveTo>
                  <a:lnTo>
                    <a:pt x="2257" y="616"/>
                  </a:lnTo>
                  <a:lnTo>
                    <a:pt x="2255" y="637"/>
                  </a:lnTo>
                  <a:lnTo>
                    <a:pt x="2250" y="660"/>
                  </a:lnTo>
                  <a:lnTo>
                    <a:pt x="2236" y="667"/>
                  </a:lnTo>
                  <a:lnTo>
                    <a:pt x="2223" y="671"/>
                  </a:lnTo>
                  <a:lnTo>
                    <a:pt x="2204" y="672"/>
                  </a:lnTo>
                  <a:lnTo>
                    <a:pt x="2204" y="664"/>
                  </a:lnTo>
                  <a:lnTo>
                    <a:pt x="2209" y="651"/>
                  </a:lnTo>
                  <a:lnTo>
                    <a:pt x="2209" y="636"/>
                  </a:lnTo>
                  <a:lnTo>
                    <a:pt x="2208" y="618"/>
                  </a:lnTo>
                  <a:lnTo>
                    <a:pt x="2218" y="609"/>
                  </a:lnTo>
                  <a:lnTo>
                    <a:pt x="2227" y="602"/>
                  </a:lnTo>
                  <a:lnTo>
                    <a:pt x="2237" y="597"/>
                  </a:lnTo>
                  <a:lnTo>
                    <a:pt x="2253" y="595"/>
                  </a:lnTo>
                  <a:close/>
                  <a:moveTo>
                    <a:pt x="2503" y="568"/>
                  </a:moveTo>
                  <a:lnTo>
                    <a:pt x="2506" y="571"/>
                  </a:lnTo>
                  <a:lnTo>
                    <a:pt x="2508" y="573"/>
                  </a:lnTo>
                  <a:lnTo>
                    <a:pt x="2510" y="575"/>
                  </a:lnTo>
                  <a:lnTo>
                    <a:pt x="2510" y="578"/>
                  </a:lnTo>
                  <a:lnTo>
                    <a:pt x="2510" y="582"/>
                  </a:lnTo>
                  <a:lnTo>
                    <a:pt x="2511" y="587"/>
                  </a:lnTo>
                  <a:lnTo>
                    <a:pt x="2510" y="590"/>
                  </a:lnTo>
                  <a:lnTo>
                    <a:pt x="2508" y="592"/>
                  </a:lnTo>
                  <a:lnTo>
                    <a:pt x="2508" y="594"/>
                  </a:lnTo>
                  <a:lnTo>
                    <a:pt x="2508" y="595"/>
                  </a:lnTo>
                  <a:lnTo>
                    <a:pt x="2508" y="597"/>
                  </a:lnTo>
                  <a:lnTo>
                    <a:pt x="2506" y="599"/>
                  </a:lnTo>
                  <a:lnTo>
                    <a:pt x="2504" y="601"/>
                  </a:lnTo>
                  <a:lnTo>
                    <a:pt x="2503" y="601"/>
                  </a:lnTo>
                  <a:lnTo>
                    <a:pt x="2501" y="601"/>
                  </a:lnTo>
                  <a:lnTo>
                    <a:pt x="2499" y="602"/>
                  </a:lnTo>
                  <a:lnTo>
                    <a:pt x="2496" y="602"/>
                  </a:lnTo>
                  <a:lnTo>
                    <a:pt x="2490" y="590"/>
                  </a:lnTo>
                  <a:lnTo>
                    <a:pt x="2487" y="585"/>
                  </a:lnTo>
                  <a:lnTo>
                    <a:pt x="2487" y="583"/>
                  </a:lnTo>
                  <a:lnTo>
                    <a:pt x="2489" y="582"/>
                  </a:lnTo>
                  <a:lnTo>
                    <a:pt x="2496" y="578"/>
                  </a:lnTo>
                  <a:lnTo>
                    <a:pt x="2503" y="568"/>
                  </a:lnTo>
                  <a:close/>
                  <a:moveTo>
                    <a:pt x="2583" y="529"/>
                  </a:moveTo>
                  <a:lnTo>
                    <a:pt x="2588" y="531"/>
                  </a:lnTo>
                  <a:lnTo>
                    <a:pt x="2590" y="531"/>
                  </a:lnTo>
                  <a:lnTo>
                    <a:pt x="2592" y="531"/>
                  </a:lnTo>
                  <a:lnTo>
                    <a:pt x="2593" y="533"/>
                  </a:lnTo>
                  <a:lnTo>
                    <a:pt x="2595" y="533"/>
                  </a:lnTo>
                  <a:lnTo>
                    <a:pt x="2592" y="538"/>
                  </a:lnTo>
                  <a:lnTo>
                    <a:pt x="2590" y="543"/>
                  </a:lnTo>
                  <a:lnTo>
                    <a:pt x="2588" y="548"/>
                  </a:lnTo>
                  <a:lnTo>
                    <a:pt x="2585" y="554"/>
                  </a:lnTo>
                  <a:lnTo>
                    <a:pt x="2579" y="557"/>
                  </a:lnTo>
                  <a:lnTo>
                    <a:pt x="2579" y="552"/>
                  </a:lnTo>
                  <a:lnTo>
                    <a:pt x="2578" y="552"/>
                  </a:lnTo>
                  <a:lnTo>
                    <a:pt x="2578" y="550"/>
                  </a:lnTo>
                  <a:lnTo>
                    <a:pt x="2578" y="550"/>
                  </a:lnTo>
                  <a:lnTo>
                    <a:pt x="2578" y="548"/>
                  </a:lnTo>
                  <a:lnTo>
                    <a:pt x="2576" y="545"/>
                  </a:lnTo>
                  <a:lnTo>
                    <a:pt x="2579" y="541"/>
                  </a:lnTo>
                  <a:lnTo>
                    <a:pt x="2581" y="538"/>
                  </a:lnTo>
                  <a:lnTo>
                    <a:pt x="2583" y="534"/>
                  </a:lnTo>
                  <a:lnTo>
                    <a:pt x="2583" y="529"/>
                  </a:lnTo>
                  <a:close/>
                  <a:moveTo>
                    <a:pt x="246" y="526"/>
                  </a:moveTo>
                  <a:lnTo>
                    <a:pt x="251" y="534"/>
                  </a:lnTo>
                  <a:lnTo>
                    <a:pt x="251" y="541"/>
                  </a:lnTo>
                  <a:lnTo>
                    <a:pt x="246" y="550"/>
                  </a:lnTo>
                  <a:lnTo>
                    <a:pt x="239" y="555"/>
                  </a:lnTo>
                  <a:lnTo>
                    <a:pt x="232" y="559"/>
                  </a:lnTo>
                  <a:lnTo>
                    <a:pt x="230" y="561"/>
                  </a:lnTo>
                  <a:lnTo>
                    <a:pt x="227" y="557"/>
                  </a:lnTo>
                  <a:lnTo>
                    <a:pt x="225" y="554"/>
                  </a:lnTo>
                  <a:lnTo>
                    <a:pt x="223" y="548"/>
                  </a:lnTo>
                  <a:lnTo>
                    <a:pt x="223" y="543"/>
                  </a:lnTo>
                  <a:lnTo>
                    <a:pt x="221" y="538"/>
                  </a:lnTo>
                  <a:lnTo>
                    <a:pt x="234" y="533"/>
                  </a:lnTo>
                  <a:lnTo>
                    <a:pt x="237" y="531"/>
                  </a:lnTo>
                  <a:lnTo>
                    <a:pt x="242" y="529"/>
                  </a:lnTo>
                  <a:lnTo>
                    <a:pt x="246" y="526"/>
                  </a:lnTo>
                  <a:close/>
                  <a:moveTo>
                    <a:pt x="2646" y="503"/>
                  </a:moveTo>
                  <a:lnTo>
                    <a:pt x="2660" y="510"/>
                  </a:lnTo>
                  <a:lnTo>
                    <a:pt x="2660" y="515"/>
                  </a:lnTo>
                  <a:lnTo>
                    <a:pt x="2656" y="515"/>
                  </a:lnTo>
                  <a:lnTo>
                    <a:pt x="2655" y="517"/>
                  </a:lnTo>
                  <a:lnTo>
                    <a:pt x="2651" y="519"/>
                  </a:lnTo>
                  <a:lnTo>
                    <a:pt x="2649" y="522"/>
                  </a:lnTo>
                  <a:lnTo>
                    <a:pt x="2646" y="520"/>
                  </a:lnTo>
                  <a:lnTo>
                    <a:pt x="2644" y="520"/>
                  </a:lnTo>
                  <a:lnTo>
                    <a:pt x="2644" y="520"/>
                  </a:lnTo>
                  <a:lnTo>
                    <a:pt x="2642" y="519"/>
                  </a:lnTo>
                  <a:lnTo>
                    <a:pt x="2641" y="519"/>
                  </a:lnTo>
                  <a:lnTo>
                    <a:pt x="2641" y="515"/>
                  </a:lnTo>
                  <a:lnTo>
                    <a:pt x="2641" y="512"/>
                  </a:lnTo>
                  <a:lnTo>
                    <a:pt x="2641" y="510"/>
                  </a:lnTo>
                  <a:lnTo>
                    <a:pt x="2641" y="510"/>
                  </a:lnTo>
                  <a:lnTo>
                    <a:pt x="2642" y="506"/>
                  </a:lnTo>
                  <a:lnTo>
                    <a:pt x="2646" y="503"/>
                  </a:lnTo>
                  <a:close/>
                  <a:moveTo>
                    <a:pt x="2272" y="494"/>
                  </a:moveTo>
                  <a:lnTo>
                    <a:pt x="2290" y="496"/>
                  </a:lnTo>
                  <a:lnTo>
                    <a:pt x="2304" y="499"/>
                  </a:lnTo>
                  <a:lnTo>
                    <a:pt x="2300" y="506"/>
                  </a:lnTo>
                  <a:lnTo>
                    <a:pt x="2298" y="512"/>
                  </a:lnTo>
                  <a:lnTo>
                    <a:pt x="2295" y="517"/>
                  </a:lnTo>
                  <a:lnTo>
                    <a:pt x="2291" y="522"/>
                  </a:lnTo>
                  <a:lnTo>
                    <a:pt x="2300" y="522"/>
                  </a:lnTo>
                  <a:lnTo>
                    <a:pt x="2304" y="519"/>
                  </a:lnTo>
                  <a:lnTo>
                    <a:pt x="2305" y="517"/>
                  </a:lnTo>
                  <a:lnTo>
                    <a:pt x="2309" y="515"/>
                  </a:lnTo>
                  <a:lnTo>
                    <a:pt x="2314" y="515"/>
                  </a:lnTo>
                  <a:lnTo>
                    <a:pt x="2314" y="522"/>
                  </a:lnTo>
                  <a:lnTo>
                    <a:pt x="2319" y="534"/>
                  </a:lnTo>
                  <a:lnTo>
                    <a:pt x="2316" y="545"/>
                  </a:lnTo>
                  <a:lnTo>
                    <a:pt x="2311" y="554"/>
                  </a:lnTo>
                  <a:lnTo>
                    <a:pt x="2307" y="561"/>
                  </a:lnTo>
                  <a:lnTo>
                    <a:pt x="2316" y="569"/>
                  </a:lnTo>
                  <a:lnTo>
                    <a:pt x="2325" y="582"/>
                  </a:lnTo>
                  <a:lnTo>
                    <a:pt x="2337" y="595"/>
                  </a:lnTo>
                  <a:lnTo>
                    <a:pt x="2347" y="611"/>
                  </a:lnTo>
                  <a:lnTo>
                    <a:pt x="2356" y="629"/>
                  </a:lnTo>
                  <a:lnTo>
                    <a:pt x="2363" y="644"/>
                  </a:lnTo>
                  <a:lnTo>
                    <a:pt x="2365" y="657"/>
                  </a:lnTo>
                  <a:lnTo>
                    <a:pt x="2361" y="669"/>
                  </a:lnTo>
                  <a:lnTo>
                    <a:pt x="2353" y="676"/>
                  </a:lnTo>
                  <a:lnTo>
                    <a:pt x="2342" y="683"/>
                  </a:lnTo>
                  <a:lnTo>
                    <a:pt x="2325" y="690"/>
                  </a:lnTo>
                  <a:lnTo>
                    <a:pt x="2304" y="695"/>
                  </a:lnTo>
                  <a:lnTo>
                    <a:pt x="2285" y="700"/>
                  </a:lnTo>
                  <a:lnTo>
                    <a:pt x="2269" y="702"/>
                  </a:lnTo>
                  <a:lnTo>
                    <a:pt x="2269" y="698"/>
                  </a:lnTo>
                  <a:lnTo>
                    <a:pt x="2279" y="683"/>
                  </a:lnTo>
                  <a:lnTo>
                    <a:pt x="2288" y="667"/>
                  </a:lnTo>
                  <a:lnTo>
                    <a:pt x="2283" y="667"/>
                  </a:lnTo>
                  <a:lnTo>
                    <a:pt x="2279" y="667"/>
                  </a:lnTo>
                  <a:lnTo>
                    <a:pt x="2276" y="665"/>
                  </a:lnTo>
                  <a:lnTo>
                    <a:pt x="2276" y="664"/>
                  </a:lnTo>
                  <a:lnTo>
                    <a:pt x="2274" y="662"/>
                  </a:lnTo>
                  <a:lnTo>
                    <a:pt x="2274" y="658"/>
                  </a:lnTo>
                  <a:lnTo>
                    <a:pt x="2272" y="653"/>
                  </a:lnTo>
                  <a:lnTo>
                    <a:pt x="2285" y="650"/>
                  </a:lnTo>
                  <a:lnTo>
                    <a:pt x="2281" y="646"/>
                  </a:lnTo>
                  <a:lnTo>
                    <a:pt x="2281" y="644"/>
                  </a:lnTo>
                  <a:lnTo>
                    <a:pt x="2279" y="643"/>
                  </a:lnTo>
                  <a:lnTo>
                    <a:pt x="2279" y="643"/>
                  </a:lnTo>
                  <a:lnTo>
                    <a:pt x="2279" y="641"/>
                  </a:lnTo>
                  <a:lnTo>
                    <a:pt x="2281" y="637"/>
                  </a:lnTo>
                  <a:lnTo>
                    <a:pt x="2283" y="630"/>
                  </a:lnTo>
                  <a:lnTo>
                    <a:pt x="2288" y="625"/>
                  </a:lnTo>
                  <a:lnTo>
                    <a:pt x="2291" y="622"/>
                  </a:lnTo>
                  <a:lnTo>
                    <a:pt x="2298" y="618"/>
                  </a:lnTo>
                  <a:lnTo>
                    <a:pt x="2304" y="615"/>
                  </a:lnTo>
                  <a:lnTo>
                    <a:pt x="2302" y="611"/>
                  </a:lnTo>
                  <a:lnTo>
                    <a:pt x="2302" y="609"/>
                  </a:lnTo>
                  <a:lnTo>
                    <a:pt x="2302" y="609"/>
                  </a:lnTo>
                  <a:lnTo>
                    <a:pt x="2300" y="608"/>
                  </a:lnTo>
                  <a:lnTo>
                    <a:pt x="2300" y="606"/>
                  </a:lnTo>
                  <a:lnTo>
                    <a:pt x="2298" y="602"/>
                  </a:lnTo>
                  <a:lnTo>
                    <a:pt x="2297" y="602"/>
                  </a:lnTo>
                  <a:lnTo>
                    <a:pt x="2297" y="601"/>
                  </a:lnTo>
                  <a:lnTo>
                    <a:pt x="2297" y="601"/>
                  </a:lnTo>
                  <a:lnTo>
                    <a:pt x="2297" y="601"/>
                  </a:lnTo>
                  <a:lnTo>
                    <a:pt x="2295" y="601"/>
                  </a:lnTo>
                  <a:lnTo>
                    <a:pt x="2291" y="599"/>
                  </a:lnTo>
                  <a:lnTo>
                    <a:pt x="2288" y="597"/>
                  </a:lnTo>
                  <a:lnTo>
                    <a:pt x="2286" y="597"/>
                  </a:lnTo>
                  <a:lnTo>
                    <a:pt x="2283" y="597"/>
                  </a:lnTo>
                  <a:lnTo>
                    <a:pt x="2279" y="595"/>
                  </a:lnTo>
                  <a:lnTo>
                    <a:pt x="2276" y="595"/>
                  </a:lnTo>
                  <a:lnTo>
                    <a:pt x="2276" y="594"/>
                  </a:lnTo>
                  <a:lnTo>
                    <a:pt x="2274" y="592"/>
                  </a:lnTo>
                  <a:lnTo>
                    <a:pt x="2274" y="590"/>
                  </a:lnTo>
                  <a:lnTo>
                    <a:pt x="2274" y="587"/>
                  </a:lnTo>
                  <a:lnTo>
                    <a:pt x="2272" y="583"/>
                  </a:lnTo>
                  <a:lnTo>
                    <a:pt x="2274" y="582"/>
                  </a:lnTo>
                  <a:lnTo>
                    <a:pt x="2274" y="580"/>
                  </a:lnTo>
                  <a:lnTo>
                    <a:pt x="2276" y="578"/>
                  </a:lnTo>
                  <a:lnTo>
                    <a:pt x="2276" y="576"/>
                  </a:lnTo>
                  <a:lnTo>
                    <a:pt x="2276" y="573"/>
                  </a:lnTo>
                  <a:lnTo>
                    <a:pt x="2272" y="573"/>
                  </a:lnTo>
                  <a:lnTo>
                    <a:pt x="2271" y="576"/>
                  </a:lnTo>
                  <a:lnTo>
                    <a:pt x="2271" y="578"/>
                  </a:lnTo>
                  <a:lnTo>
                    <a:pt x="2271" y="580"/>
                  </a:lnTo>
                  <a:lnTo>
                    <a:pt x="2269" y="580"/>
                  </a:lnTo>
                  <a:lnTo>
                    <a:pt x="2267" y="582"/>
                  </a:lnTo>
                  <a:lnTo>
                    <a:pt x="2265" y="583"/>
                  </a:lnTo>
                  <a:lnTo>
                    <a:pt x="2262" y="566"/>
                  </a:lnTo>
                  <a:lnTo>
                    <a:pt x="2258" y="550"/>
                  </a:lnTo>
                  <a:lnTo>
                    <a:pt x="2257" y="538"/>
                  </a:lnTo>
                  <a:lnTo>
                    <a:pt x="2260" y="529"/>
                  </a:lnTo>
                  <a:lnTo>
                    <a:pt x="2265" y="520"/>
                  </a:lnTo>
                  <a:lnTo>
                    <a:pt x="2271" y="510"/>
                  </a:lnTo>
                  <a:lnTo>
                    <a:pt x="2272" y="494"/>
                  </a:lnTo>
                  <a:close/>
                  <a:moveTo>
                    <a:pt x="29" y="458"/>
                  </a:moveTo>
                  <a:lnTo>
                    <a:pt x="49" y="458"/>
                  </a:lnTo>
                  <a:lnTo>
                    <a:pt x="49" y="465"/>
                  </a:lnTo>
                  <a:lnTo>
                    <a:pt x="45" y="465"/>
                  </a:lnTo>
                  <a:lnTo>
                    <a:pt x="45" y="468"/>
                  </a:lnTo>
                  <a:lnTo>
                    <a:pt x="40" y="466"/>
                  </a:lnTo>
                  <a:lnTo>
                    <a:pt x="36" y="463"/>
                  </a:lnTo>
                  <a:lnTo>
                    <a:pt x="33" y="461"/>
                  </a:lnTo>
                  <a:lnTo>
                    <a:pt x="29" y="458"/>
                  </a:lnTo>
                  <a:close/>
                  <a:moveTo>
                    <a:pt x="1239" y="403"/>
                  </a:moveTo>
                  <a:lnTo>
                    <a:pt x="1244" y="407"/>
                  </a:lnTo>
                  <a:lnTo>
                    <a:pt x="1249" y="412"/>
                  </a:lnTo>
                  <a:lnTo>
                    <a:pt x="1253" y="419"/>
                  </a:lnTo>
                  <a:lnTo>
                    <a:pt x="1255" y="426"/>
                  </a:lnTo>
                  <a:lnTo>
                    <a:pt x="1251" y="426"/>
                  </a:lnTo>
                  <a:lnTo>
                    <a:pt x="1248" y="428"/>
                  </a:lnTo>
                  <a:lnTo>
                    <a:pt x="1246" y="428"/>
                  </a:lnTo>
                  <a:lnTo>
                    <a:pt x="1241" y="430"/>
                  </a:lnTo>
                  <a:lnTo>
                    <a:pt x="1235" y="430"/>
                  </a:lnTo>
                  <a:lnTo>
                    <a:pt x="1235" y="426"/>
                  </a:lnTo>
                  <a:lnTo>
                    <a:pt x="1234" y="426"/>
                  </a:lnTo>
                  <a:lnTo>
                    <a:pt x="1234" y="424"/>
                  </a:lnTo>
                  <a:lnTo>
                    <a:pt x="1234" y="424"/>
                  </a:lnTo>
                  <a:lnTo>
                    <a:pt x="1232" y="423"/>
                  </a:lnTo>
                  <a:lnTo>
                    <a:pt x="1234" y="419"/>
                  </a:lnTo>
                  <a:lnTo>
                    <a:pt x="1234" y="417"/>
                  </a:lnTo>
                  <a:lnTo>
                    <a:pt x="1234" y="417"/>
                  </a:lnTo>
                  <a:lnTo>
                    <a:pt x="1234" y="416"/>
                  </a:lnTo>
                  <a:lnTo>
                    <a:pt x="1235" y="414"/>
                  </a:lnTo>
                  <a:lnTo>
                    <a:pt x="1239" y="403"/>
                  </a:lnTo>
                  <a:close/>
                  <a:moveTo>
                    <a:pt x="1209" y="391"/>
                  </a:moveTo>
                  <a:lnTo>
                    <a:pt x="1213" y="395"/>
                  </a:lnTo>
                  <a:lnTo>
                    <a:pt x="1215" y="397"/>
                  </a:lnTo>
                  <a:lnTo>
                    <a:pt x="1215" y="398"/>
                  </a:lnTo>
                  <a:lnTo>
                    <a:pt x="1216" y="402"/>
                  </a:lnTo>
                  <a:lnTo>
                    <a:pt x="1216" y="405"/>
                  </a:lnTo>
                  <a:lnTo>
                    <a:pt x="1216" y="410"/>
                  </a:lnTo>
                  <a:lnTo>
                    <a:pt x="1213" y="410"/>
                  </a:lnTo>
                  <a:lnTo>
                    <a:pt x="1213" y="414"/>
                  </a:lnTo>
                  <a:lnTo>
                    <a:pt x="1206" y="412"/>
                  </a:lnTo>
                  <a:lnTo>
                    <a:pt x="1199" y="410"/>
                  </a:lnTo>
                  <a:lnTo>
                    <a:pt x="1194" y="407"/>
                  </a:lnTo>
                  <a:lnTo>
                    <a:pt x="1190" y="407"/>
                  </a:lnTo>
                  <a:lnTo>
                    <a:pt x="1190" y="403"/>
                  </a:lnTo>
                  <a:lnTo>
                    <a:pt x="1197" y="400"/>
                  </a:lnTo>
                  <a:lnTo>
                    <a:pt x="1204" y="397"/>
                  </a:lnTo>
                  <a:lnTo>
                    <a:pt x="1209" y="391"/>
                  </a:lnTo>
                  <a:close/>
                  <a:moveTo>
                    <a:pt x="1286" y="360"/>
                  </a:moveTo>
                  <a:lnTo>
                    <a:pt x="1290" y="362"/>
                  </a:lnTo>
                  <a:lnTo>
                    <a:pt x="1290" y="362"/>
                  </a:lnTo>
                  <a:lnTo>
                    <a:pt x="1291" y="363"/>
                  </a:lnTo>
                  <a:lnTo>
                    <a:pt x="1291" y="363"/>
                  </a:lnTo>
                  <a:lnTo>
                    <a:pt x="1293" y="365"/>
                  </a:lnTo>
                  <a:lnTo>
                    <a:pt x="1297" y="365"/>
                  </a:lnTo>
                  <a:lnTo>
                    <a:pt x="1297" y="367"/>
                  </a:lnTo>
                  <a:lnTo>
                    <a:pt x="1297" y="369"/>
                  </a:lnTo>
                  <a:lnTo>
                    <a:pt x="1295" y="370"/>
                  </a:lnTo>
                  <a:lnTo>
                    <a:pt x="1295" y="370"/>
                  </a:lnTo>
                  <a:lnTo>
                    <a:pt x="1293" y="372"/>
                  </a:lnTo>
                  <a:lnTo>
                    <a:pt x="1291" y="374"/>
                  </a:lnTo>
                  <a:lnTo>
                    <a:pt x="1290" y="374"/>
                  </a:lnTo>
                  <a:lnTo>
                    <a:pt x="1288" y="376"/>
                  </a:lnTo>
                  <a:lnTo>
                    <a:pt x="1286" y="376"/>
                  </a:lnTo>
                  <a:lnTo>
                    <a:pt x="1283" y="376"/>
                  </a:lnTo>
                  <a:lnTo>
                    <a:pt x="1283" y="370"/>
                  </a:lnTo>
                  <a:lnTo>
                    <a:pt x="1283" y="367"/>
                  </a:lnTo>
                  <a:lnTo>
                    <a:pt x="1284" y="365"/>
                  </a:lnTo>
                  <a:lnTo>
                    <a:pt x="1286" y="360"/>
                  </a:lnTo>
                  <a:close/>
                  <a:moveTo>
                    <a:pt x="0" y="341"/>
                  </a:moveTo>
                  <a:lnTo>
                    <a:pt x="17" y="344"/>
                  </a:lnTo>
                  <a:lnTo>
                    <a:pt x="29" y="349"/>
                  </a:lnTo>
                  <a:lnTo>
                    <a:pt x="38" y="360"/>
                  </a:lnTo>
                  <a:lnTo>
                    <a:pt x="35" y="363"/>
                  </a:lnTo>
                  <a:lnTo>
                    <a:pt x="31" y="363"/>
                  </a:lnTo>
                  <a:lnTo>
                    <a:pt x="29" y="365"/>
                  </a:lnTo>
                  <a:lnTo>
                    <a:pt x="28" y="367"/>
                  </a:lnTo>
                  <a:lnTo>
                    <a:pt x="22" y="369"/>
                  </a:lnTo>
                  <a:lnTo>
                    <a:pt x="19" y="365"/>
                  </a:lnTo>
                  <a:lnTo>
                    <a:pt x="14" y="362"/>
                  </a:lnTo>
                  <a:lnTo>
                    <a:pt x="10" y="358"/>
                  </a:lnTo>
                  <a:lnTo>
                    <a:pt x="5" y="356"/>
                  </a:lnTo>
                  <a:lnTo>
                    <a:pt x="3" y="355"/>
                  </a:lnTo>
                  <a:lnTo>
                    <a:pt x="0" y="351"/>
                  </a:lnTo>
                  <a:lnTo>
                    <a:pt x="0" y="348"/>
                  </a:lnTo>
                  <a:lnTo>
                    <a:pt x="0" y="341"/>
                  </a:lnTo>
                  <a:close/>
                  <a:moveTo>
                    <a:pt x="1178" y="299"/>
                  </a:moveTo>
                  <a:lnTo>
                    <a:pt x="1178" y="307"/>
                  </a:lnTo>
                  <a:lnTo>
                    <a:pt x="1180" y="311"/>
                  </a:lnTo>
                  <a:lnTo>
                    <a:pt x="1181" y="314"/>
                  </a:lnTo>
                  <a:lnTo>
                    <a:pt x="1181" y="320"/>
                  </a:lnTo>
                  <a:lnTo>
                    <a:pt x="1181" y="327"/>
                  </a:lnTo>
                  <a:lnTo>
                    <a:pt x="1201" y="327"/>
                  </a:lnTo>
                  <a:lnTo>
                    <a:pt x="1218" y="346"/>
                  </a:lnTo>
                  <a:lnTo>
                    <a:pt x="1235" y="365"/>
                  </a:lnTo>
                  <a:lnTo>
                    <a:pt x="1235" y="367"/>
                  </a:lnTo>
                  <a:lnTo>
                    <a:pt x="1234" y="369"/>
                  </a:lnTo>
                  <a:lnTo>
                    <a:pt x="1234" y="370"/>
                  </a:lnTo>
                  <a:lnTo>
                    <a:pt x="1234" y="370"/>
                  </a:lnTo>
                  <a:lnTo>
                    <a:pt x="1232" y="372"/>
                  </a:lnTo>
                  <a:lnTo>
                    <a:pt x="1229" y="376"/>
                  </a:lnTo>
                  <a:lnTo>
                    <a:pt x="1227" y="377"/>
                  </a:lnTo>
                  <a:lnTo>
                    <a:pt x="1225" y="379"/>
                  </a:lnTo>
                  <a:lnTo>
                    <a:pt x="1223" y="379"/>
                  </a:lnTo>
                  <a:lnTo>
                    <a:pt x="1218" y="379"/>
                  </a:lnTo>
                  <a:lnTo>
                    <a:pt x="1213" y="381"/>
                  </a:lnTo>
                  <a:lnTo>
                    <a:pt x="1213" y="376"/>
                  </a:lnTo>
                  <a:lnTo>
                    <a:pt x="1213" y="370"/>
                  </a:lnTo>
                  <a:lnTo>
                    <a:pt x="1213" y="367"/>
                  </a:lnTo>
                  <a:lnTo>
                    <a:pt x="1213" y="365"/>
                  </a:lnTo>
                  <a:lnTo>
                    <a:pt x="1209" y="362"/>
                  </a:lnTo>
                  <a:lnTo>
                    <a:pt x="1206" y="360"/>
                  </a:lnTo>
                  <a:lnTo>
                    <a:pt x="1201" y="356"/>
                  </a:lnTo>
                  <a:lnTo>
                    <a:pt x="1195" y="370"/>
                  </a:lnTo>
                  <a:lnTo>
                    <a:pt x="1185" y="379"/>
                  </a:lnTo>
                  <a:lnTo>
                    <a:pt x="1171" y="384"/>
                  </a:lnTo>
                  <a:lnTo>
                    <a:pt x="1171" y="379"/>
                  </a:lnTo>
                  <a:lnTo>
                    <a:pt x="1171" y="376"/>
                  </a:lnTo>
                  <a:lnTo>
                    <a:pt x="1173" y="372"/>
                  </a:lnTo>
                  <a:lnTo>
                    <a:pt x="1171" y="369"/>
                  </a:lnTo>
                  <a:lnTo>
                    <a:pt x="1169" y="365"/>
                  </a:lnTo>
                  <a:lnTo>
                    <a:pt x="1167" y="360"/>
                  </a:lnTo>
                  <a:lnTo>
                    <a:pt x="1162" y="358"/>
                  </a:lnTo>
                  <a:lnTo>
                    <a:pt x="1159" y="356"/>
                  </a:lnTo>
                  <a:lnTo>
                    <a:pt x="1155" y="356"/>
                  </a:lnTo>
                  <a:lnTo>
                    <a:pt x="1152" y="355"/>
                  </a:lnTo>
                  <a:lnTo>
                    <a:pt x="1150" y="355"/>
                  </a:lnTo>
                  <a:lnTo>
                    <a:pt x="1146" y="353"/>
                  </a:lnTo>
                  <a:lnTo>
                    <a:pt x="1143" y="349"/>
                  </a:lnTo>
                  <a:lnTo>
                    <a:pt x="1153" y="337"/>
                  </a:lnTo>
                  <a:lnTo>
                    <a:pt x="1160" y="323"/>
                  </a:lnTo>
                  <a:lnTo>
                    <a:pt x="1167" y="309"/>
                  </a:lnTo>
                  <a:lnTo>
                    <a:pt x="1178" y="299"/>
                  </a:lnTo>
                  <a:close/>
                  <a:moveTo>
                    <a:pt x="2150" y="269"/>
                  </a:moveTo>
                  <a:lnTo>
                    <a:pt x="2152" y="273"/>
                  </a:lnTo>
                  <a:lnTo>
                    <a:pt x="2154" y="276"/>
                  </a:lnTo>
                  <a:lnTo>
                    <a:pt x="2155" y="278"/>
                  </a:lnTo>
                  <a:lnTo>
                    <a:pt x="2155" y="281"/>
                  </a:lnTo>
                  <a:lnTo>
                    <a:pt x="2157" y="285"/>
                  </a:lnTo>
                  <a:lnTo>
                    <a:pt x="2157" y="292"/>
                  </a:lnTo>
                  <a:lnTo>
                    <a:pt x="2157" y="297"/>
                  </a:lnTo>
                  <a:lnTo>
                    <a:pt x="2159" y="311"/>
                  </a:lnTo>
                  <a:lnTo>
                    <a:pt x="2161" y="327"/>
                  </a:lnTo>
                  <a:lnTo>
                    <a:pt x="2161" y="341"/>
                  </a:lnTo>
                  <a:lnTo>
                    <a:pt x="2141" y="351"/>
                  </a:lnTo>
                  <a:lnTo>
                    <a:pt x="2119" y="360"/>
                  </a:lnTo>
                  <a:lnTo>
                    <a:pt x="2098" y="370"/>
                  </a:lnTo>
                  <a:lnTo>
                    <a:pt x="2080" y="384"/>
                  </a:lnTo>
                  <a:lnTo>
                    <a:pt x="2075" y="381"/>
                  </a:lnTo>
                  <a:lnTo>
                    <a:pt x="2066" y="377"/>
                  </a:lnTo>
                  <a:lnTo>
                    <a:pt x="2054" y="370"/>
                  </a:lnTo>
                  <a:lnTo>
                    <a:pt x="2044" y="365"/>
                  </a:lnTo>
                  <a:lnTo>
                    <a:pt x="2035" y="360"/>
                  </a:lnTo>
                  <a:lnTo>
                    <a:pt x="2031" y="356"/>
                  </a:lnTo>
                  <a:lnTo>
                    <a:pt x="2033" y="355"/>
                  </a:lnTo>
                  <a:lnTo>
                    <a:pt x="2035" y="353"/>
                  </a:lnTo>
                  <a:lnTo>
                    <a:pt x="2035" y="353"/>
                  </a:lnTo>
                  <a:lnTo>
                    <a:pt x="2037" y="351"/>
                  </a:lnTo>
                  <a:lnTo>
                    <a:pt x="2037" y="349"/>
                  </a:lnTo>
                  <a:lnTo>
                    <a:pt x="2038" y="346"/>
                  </a:lnTo>
                  <a:lnTo>
                    <a:pt x="2033" y="342"/>
                  </a:lnTo>
                  <a:lnTo>
                    <a:pt x="2026" y="341"/>
                  </a:lnTo>
                  <a:lnTo>
                    <a:pt x="2021" y="337"/>
                  </a:lnTo>
                  <a:lnTo>
                    <a:pt x="2016" y="334"/>
                  </a:lnTo>
                  <a:lnTo>
                    <a:pt x="2019" y="334"/>
                  </a:lnTo>
                  <a:lnTo>
                    <a:pt x="2023" y="330"/>
                  </a:lnTo>
                  <a:lnTo>
                    <a:pt x="2024" y="328"/>
                  </a:lnTo>
                  <a:lnTo>
                    <a:pt x="2026" y="328"/>
                  </a:lnTo>
                  <a:lnTo>
                    <a:pt x="2028" y="327"/>
                  </a:lnTo>
                  <a:lnTo>
                    <a:pt x="2033" y="327"/>
                  </a:lnTo>
                  <a:lnTo>
                    <a:pt x="2038" y="327"/>
                  </a:lnTo>
                  <a:lnTo>
                    <a:pt x="2038" y="314"/>
                  </a:lnTo>
                  <a:lnTo>
                    <a:pt x="2012" y="314"/>
                  </a:lnTo>
                  <a:lnTo>
                    <a:pt x="2007" y="304"/>
                  </a:lnTo>
                  <a:lnTo>
                    <a:pt x="2016" y="297"/>
                  </a:lnTo>
                  <a:lnTo>
                    <a:pt x="2023" y="290"/>
                  </a:lnTo>
                  <a:lnTo>
                    <a:pt x="2031" y="287"/>
                  </a:lnTo>
                  <a:lnTo>
                    <a:pt x="2045" y="283"/>
                  </a:lnTo>
                  <a:lnTo>
                    <a:pt x="2051" y="288"/>
                  </a:lnTo>
                  <a:lnTo>
                    <a:pt x="2054" y="294"/>
                  </a:lnTo>
                  <a:lnTo>
                    <a:pt x="2058" y="297"/>
                  </a:lnTo>
                  <a:lnTo>
                    <a:pt x="2061" y="304"/>
                  </a:lnTo>
                  <a:lnTo>
                    <a:pt x="2072" y="295"/>
                  </a:lnTo>
                  <a:lnTo>
                    <a:pt x="2082" y="288"/>
                  </a:lnTo>
                  <a:lnTo>
                    <a:pt x="2096" y="283"/>
                  </a:lnTo>
                  <a:lnTo>
                    <a:pt x="2098" y="288"/>
                  </a:lnTo>
                  <a:lnTo>
                    <a:pt x="2101" y="290"/>
                  </a:lnTo>
                  <a:lnTo>
                    <a:pt x="2101" y="292"/>
                  </a:lnTo>
                  <a:lnTo>
                    <a:pt x="2103" y="292"/>
                  </a:lnTo>
                  <a:lnTo>
                    <a:pt x="2105" y="292"/>
                  </a:lnTo>
                  <a:lnTo>
                    <a:pt x="2108" y="292"/>
                  </a:lnTo>
                  <a:lnTo>
                    <a:pt x="2117" y="287"/>
                  </a:lnTo>
                  <a:lnTo>
                    <a:pt x="2122" y="281"/>
                  </a:lnTo>
                  <a:lnTo>
                    <a:pt x="2129" y="276"/>
                  </a:lnTo>
                  <a:lnTo>
                    <a:pt x="2136" y="271"/>
                  </a:lnTo>
                  <a:lnTo>
                    <a:pt x="2150" y="269"/>
                  </a:lnTo>
                  <a:close/>
                  <a:moveTo>
                    <a:pt x="1302" y="206"/>
                  </a:moveTo>
                  <a:lnTo>
                    <a:pt x="1305" y="208"/>
                  </a:lnTo>
                  <a:lnTo>
                    <a:pt x="1307" y="210"/>
                  </a:lnTo>
                  <a:lnTo>
                    <a:pt x="1309" y="210"/>
                  </a:lnTo>
                  <a:lnTo>
                    <a:pt x="1311" y="211"/>
                  </a:lnTo>
                  <a:lnTo>
                    <a:pt x="1311" y="213"/>
                  </a:lnTo>
                  <a:lnTo>
                    <a:pt x="1311" y="215"/>
                  </a:lnTo>
                  <a:lnTo>
                    <a:pt x="1312" y="218"/>
                  </a:lnTo>
                  <a:lnTo>
                    <a:pt x="1316" y="224"/>
                  </a:lnTo>
                  <a:lnTo>
                    <a:pt x="1318" y="229"/>
                  </a:lnTo>
                  <a:lnTo>
                    <a:pt x="1319" y="234"/>
                  </a:lnTo>
                  <a:lnTo>
                    <a:pt x="1321" y="241"/>
                  </a:lnTo>
                  <a:lnTo>
                    <a:pt x="1316" y="243"/>
                  </a:lnTo>
                  <a:lnTo>
                    <a:pt x="1311" y="245"/>
                  </a:lnTo>
                  <a:lnTo>
                    <a:pt x="1305" y="245"/>
                  </a:lnTo>
                  <a:lnTo>
                    <a:pt x="1297" y="246"/>
                  </a:lnTo>
                  <a:lnTo>
                    <a:pt x="1295" y="238"/>
                  </a:lnTo>
                  <a:lnTo>
                    <a:pt x="1293" y="229"/>
                  </a:lnTo>
                  <a:lnTo>
                    <a:pt x="1293" y="218"/>
                  </a:lnTo>
                  <a:lnTo>
                    <a:pt x="1297" y="215"/>
                  </a:lnTo>
                  <a:lnTo>
                    <a:pt x="1298" y="211"/>
                  </a:lnTo>
                  <a:lnTo>
                    <a:pt x="1302" y="206"/>
                  </a:lnTo>
                  <a:close/>
                  <a:moveTo>
                    <a:pt x="1604" y="177"/>
                  </a:moveTo>
                  <a:lnTo>
                    <a:pt x="1611" y="180"/>
                  </a:lnTo>
                  <a:lnTo>
                    <a:pt x="1618" y="184"/>
                  </a:lnTo>
                  <a:lnTo>
                    <a:pt x="1621" y="187"/>
                  </a:lnTo>
                  <a:lnTo>
                    <a:pt x="1626" y="191"/>
                  </a:lnTo>
                  <a:lnTo>
                    <a:pt x="1632" y="196"/>
                  </a:lnTo>
                  <a:lnTo>
                    <a:pt x="1630" y="199"/>
                  </a:lnTo>
                  <a:lnTo>
                    <a:pt x="1630" y="199"/>
                  </a:lnTo>
                  <a:lnTo>
                    <a:pt x="1630" y="201"/>
                  </a:lnTo>
                  <a:lnTo>
                    <a:pt x="1628" y="201"/>
                  </a:lnTo>
                  <a:lnTo>
                    <a:pt x="1628" y="203"/>
                  </a:lnTo>
                  <a:lnTo>
                    <a:pt x="1625" y="206"/>
                  </a:lnTo>
                  <a:lnTo>
                    <a:pt x="1625" y="208"/>
                  </a:lnTo>
                  <a:lnTo>
                    <a:pt x="1623" y="208"/>
                  </a:lnTo>
                  <a:lnTo>
                    <a:pt x="1621" y="208"/>
                  </a:lnTo>
                  <a:lnTo>
                    <a:pt x="1619" y="210"/>
                  </a:lnTo>
                  <a:lnTo>
                    <a:pt x="1616" y="211"/>
                  </a:lnTo>
                  <a:lnTo>
                    <a:pt x="1611" y="206"/>
                  </a:lnTo>
                  <a:lnTo>
                    <a:pt x="1606" y="201"/>
                  </a:lnTo>
                  <a:lnTo>
                    <a:pt x="1599" y="196"/>
                  </a:lnTo>
                  <a:lnTo>
                    <a:pt x="1593" y="192"/>
                  </a:lnTo>
                  <a:lnTo>
                    <a:pt x="1597" y="180"/>
                  </a:lnTo>
                  <a:lnTo>
                    <a:pt x="1600" y="180"/>
                  </a:lnTo>
                  <a:lnTo>
                    <a:pt x="1602" y="178"/>
                  </a:lnTo>
                  <a:lnTo>
                    <a:pt x="1602" y="178"/>
                  </a:lnTo>
                  <a:lnTo>
                    <a:pt x="1602" y="178"/>
                  </a:lnTo>
                  <a:lnTo>
                    <a:pt x="1604" y="177"/>
                  </a:lnTo>
                  <a:close/>
                  <a:moveTo>
                    <a:pt x="2963" y="170"/>
                  </a:moveTo>
                  <a:lnTo>
                    <a:pt x="2979" y="170"/>
                  </a:lnTo>
                  <a:lnTo>
                    <a:pt x="2979" y="177"/>
                  </a:lnTo>
                  <a:lnTo>
                    <a:pt x="2976" y="177"/>
                  </a:lnTo>
                  <a:lnTo>
                    <a:pt x="2972" y="180"/>
                  </a:lnTo>
                  <a:lnTo>
                    <a:pt x="2970" y="180"/>
                  </a:lnTo>
                  <a:lnTo>
                    <a:pt x="2967" y="180"/>
                  </a:lnTo>
                  <a:lnTo>
                    <a:pt x="2967" y="178"/>
                  </a:lnTo>
                  <a:lnTo>
                    <a:pt x="2965" y="175"/>
                  </a:lnTo>
                  <a:lnTo>
                    <a:pt x="2965" y="173"/>
                  </a:lnTo>
                  <a:lnTo>
                    <a:pt x="2963" y="171"/>
                  </a:lnTo>
                  <a:lnTo>
                    <a:pt x="2963" y="170"/>
                  </a:lnTo>
                  <a:close/>
                  <a:moveTo>
                    <a:pt x="989" y="149"/>
                  </a:moveTo>
                  <a:lnTo>
                    <a:pt x="1005" y="159"/>
                  </a:lnTo>
                  <a:lnTo>
                    <a:pt x="1019" y="171"/>
                  </a:lnTo>
                  <a:lnTo>
                    <a:pt x="1033" y="184"/>
                  </a:lnTo>
                  <a:lnTo>
                    <a:pt x="1028" y="184"/>
                  </a:lnTo>
                  <a:lnTo>
                    <a:pt x="1024" y="189"/>
                  </a:lnTo>
                  <a:lnTo>
                    <a:pt x="1021" y="191"/>
                  </a:lnTo>
                  <a:lnTo>
                    <a:pt x="1016" y="191"/>
                  </a:lnTo>
                  <a:lnTo>
                    <a:pt x="1010" y="192"/>
                  </a:lnTo>
                  <a:lnTo>
                    <a:pt x="1002" y="192"/>
                  </a:lnTo>
                  <a:lnTo>
                    <a:pt x="995" y="185"/>
                  </a:lnTo>
                  <a:lnTo>
                    <a:pt x="988" y="180"/>
                  </a:lnTo>
                  <a:lnTo>
                    <a:pt x="979" y="177"/>
                  </a:lnTo>
                  <a:lnTo>
                    <a:pt x="979" y="173"/>
                  </a:lnTo>
                  <a:lnTo>
                    <a:pt x="995" y="164"/>
                  </a:lnTo>
                  <a:lnTo>
                    <a:pt x="993" y="161"/>
                  </a:lnTo>
                  <a:lnTo>
                    <a:pt x="991" y="159"/>
                  </a:lnTo>
                  <a:lnTo>
                    <a:pt x="991" y="156"/>
                  </a:lnTo>
                  <a:lnTo>
                    <a:pt x="989" y="149"/>
                  </a:lnTo>
                  <a:close/>
                  <a:moveTo>
                    <a:pt x="4822" y="100"/>
                  </a:moveTo>
                  <a:lnTo>
                    <a:pt x="4826" y="105"/>
                  </a:lnTo>
                  <a:lnTo>
                    <a:pt x="4829" y="109"/>
                  </a:lnTo>
                  <a:lnTo>
                    <a:pt x="4833" y="109"/>
                  </a:lnTo>
                  <a:lnTo>
                    <a:pt x="4835" y="110"/>
                  </a:lnTo>
                  <a:lnTo>
                    <a:pt x="4836" y="110"/>
                  </a:lnTo>
                  <a:lnTo>
                    <a:pt x="4840" y="110"/>
                  </a:lnTo>
                  <a:lnTo>
                    <a:pt x="4842" y="110"/>
                  </a:lnTo>
                  <a:lnTo>
                    <a:pt x="4843" y="110"/>
                  </a:lnTo>
                  <a:lnTo>
                    <a:pt x="4847" y="112"/>
                  </a:lnTo>
                  <a:lnTo>
                    <a:pt x="4849" y="115"/>
                  </a:lnTo>
                  <a:lnTo>
                    <a:pt x="4842" y="121"/>
                  </a:lnTo>
                  <a:lnTo>
                    <a:pt x="4835" y="126"/>
                  </a:lnTo>
                  <a:lnTo>
                    <a:pt x="4800" y="129"/>
                  </a:lnTo>
                  <a:lnTo>
                    <a:pt x="4800" y="115"/>
                  </a:lnTo>
                  <a:lnTo>
                    <a:pt x="4805" y="110"/>
                  </a:lnTo>
                  <a:lnTo>
                    <a:pt x="4810" y="107"/>
                  </a:lnTo>
                  <a:lnTo>
                    <a:pt x="4815" y="103"/>
                  </a:lnTo>
                  <a:lnTo>
                    <a:pt x="4822" y="100"/>
                  </a:lnTo>
                  <a:close/>
                  <a:moveTo>
                    <a:pt x="1063" y="72"/>
                  </a:moveTo>
                  <a:lnTo>
                    <a:pt x="1064" y="79"/>
                  </a:lnTo>
                  <a:lnTo>
                    <a:pt x="1064" y="84"/>
                  </a:lnTo>
                  <a:lnTo>
                    <a:pt x="1066" y="86"/>
                  </a:lnTo>
                  <a:lnTo>
                    <a:pt x="1068" y="88"/>
                  </a:lnTo>
                  <a:lnTo>
                    <a:pt x="1070" y="89"/>
                  </a:lnTo>
                  <a:lnTo>
                    <a:pt x="1073" y="93"/>
                  </a:lnTo>
                  <a:lnTo>
                    <a:pt x="1075" y="96"/>
                  </a:lnTo>
                  <a:lnTo>
                    <a:pt x="1073" y="100"/>
                  </a:lnTo>
                  <a:lnTo>
                    <a:pt x="1071" y="105"/>
                  </a:lnTo>
                  <a:lnTo>
                    <a:pt x="1070" y="109"/>
                  </a:lnTo>
                  <a:lnTo>
                    <a:pt x="1068" y="112"/>
                  </a:lnTo>
                  <a:lnTo>
                    <a:pt x="1066" y="119"/>
                  </a:lnTo>
                  <a:lnTo>
                    <a:pt x="1073" y="121"/>
                  </a:lnTo>
                  <a:lnTo>
                    <a:pt x="1077" y="124"/>
                  </a:lnTo>
                  <a:lnTo>
                    <a:pt x="1080" y="128"/>
                  </a:lnTo>
                  <a:lnTo>
                    <a:pt x="1082" y="131"/>
                  </a:lnTo>
                  <a:lnTo>
                    <a:pt x="1082" y="138"/>
                  </a:lnTo>
                  <a:lnTo>
                    <a:pt x="1082" y="145"/>
                  </a:lnTo>
                  <a:lnTo>
                    <a:pt x="1077" y="149"/>
                  </a:lnTo>
                  <a:lnTo>
                    <a:pt x="1073" y="152"/>
                  </a:lnTo>
                  <a:lnTo>
                    <a:pt x="1071" y="157"/>
                  </a:lnTo>
                  <a:lnTo>
                    <a:pt x="1070" y="163"/>
                  </a:lnTo>
                  <a:lnTo>
                    <a:pt x="1066" y="170"/>
                  </a:lnTo>
                  <a:lnTo>
                    <a:pt x="1091" y="170"/>
                  </a:lnTo>
                  <a:lnTo>
                    <a:pt x="1091" y="185"/>
                  </a:lnTo>
                  <a:lnTo>
                    <a:pt x="1094" y="199"/>
                  </a:lnTo>
                  <a:lnTo>
                    <a:pt x="1105" y="199"/>
                  </a:lnTo>
                  <a:lnTo>
                    <a:pt x="1110" y="194"/>
                  </a:lnTo>
                  <a:lnTo>
                    <a:pt x="1115" y="189"/>
                  </a:lnTo>
                  <a:lnTo>
                    <a:pt x="1120" y="184"/>
                  </a:lnTo>
                  <a:lnTo>
                    <a:pt x="1129" y="180"/>
                  </a:lnTo>
                  <a:lnTo>
                    <a:pt x="1129" y="191"/>
                  </a:lnTo>
                  <a:lnTo>
                    <a:pt x="1127" y="205"/>
                  </a:lnTo>
                  <a:lnTo>
                    <a:pt x="1126" y="217"/>
                  </a:lnTo>
                  <a:lnTo>
                    <a:pt x="1126" y="225"/>
                  </a:lnTo>
                  <a:lnTo>
                    <a:pt x="1124" y="231"/>
                  </a:lnTo>
                  <a:lnTo>
                    <a:pt x="1127" y="234"/>
                  </a:lnTo>
                  <a:lnTo>
                    <a:pt x="1129" y="236"/>
                  </a:lnTo>
                  <a:lnTo>
                    <a:pt x="1131" y="238"/>
                  </a:lnTo>
                  <a:lnTo>
                    <a:pt x="1134" y="239"/>
                  </a:lnTo>
                  <a:lnTo>
                    <a:pt x="1139" y="241"/>
                  </a:lnTo>
                  <a:lnTo>
                    <a:pt x="1148" y="227"/>
                  </a:lnTo>
                  <a:lnTo>
                    <a:pt x="1155" y="211"/>
                  </a:lnTo>
                  <a:lnTo>
                    <a:pt x="1155" y="199"/>
                  </a:lnTo>
                  <a:lnTo>
                    <a:pt x="1153" y="187"/>
                  </a:lnTo>
                  <a:lnTo>
                    <a:pt x="1153" y="175"/>
                  </a:lnTo>
                  <a:lnTo>
                    <a:pt x="1157" y="163"/>
                  </a:lnTo>
                  <a:lnTo>
                    <a:pt x="1167" y="154"/>
                  </a:lnTo>
                  <a:lnTo>
                    <a:pt x="1171" y="150"/>
                  </a:lnTo>
                  <a:lnTo>
                    <a:pt x="1174" y="150"/>
                  </a:lnTo>
                  <a:lnTo>
                    <a:pt x="1178" y="152"/>
                  </a:lnTo>
                  <a:lnTo>
                    <a:pt x="1181" y="154"/>
                  </a:lnTo>
                  <a:lnTo>
                    <a:pt x="1183" y="157"/>
                  </a:lnTo>
                  <a:lnTo>
                    <a:pt x="1187" y="161"/>
                  </a:lnTo>
                  <a:lnTo>
                    <a:pt x="1188" y="164"/>
                  </a:lnTo>
                  <a:lnTo>
                    <a:pt x="1192" y="166"/>
                  </a:lnTo>
                  <a:lnTo>
                    <a:pt x="1194" y="170"/>
                  </a:lnTo>
                  <a:lnTo>
                    <a:pt x="1201" y="170"/>
                  </a:lnTo>
                  <a:lnTo>
                    <a:pt x="1209" y="166"/>
                  </a:lnTo>
                  <a:lnTo>
                    <a:pt x="1218" y="164"/>
                  </a:lnTo>
                  <a:lnTo>
                    <a:pt x="1225" y="170"/>
                  </a:lnTo>
                  <a:lnTo>
                    <a:pt x="1225" y="184"/>
                  </a:lnTo>
                  <a:lnTo>
                    <a:pt x="1225" y="191"/>
                  </a:lnTo>
                  <a:lnTo>
                    <a:pt x="1223" y="203"/>
                  </a:lnTo>
                  <a:lnTo>
                    <a:pt x="1222" y="218"/>
                  </a:lnTo>
                  <a:lnTo>
                    <a:pt x="1218" y="236"/>
                  </a:lnTo>
                  <a:lnTo>
                    <a:pt x="1215" y="250"/>
                  </a:lnTo>
                  <a:lnTo>
                    <a:pt x="1213" y="260"/>
                  </a:lnTo>
                  <a:lnTo>
                    <a:pt x="1206" y="260"/>
                  </a:lnTo>
                  <a:lnTo>
                    <a:pt x="1202" y="259"/>
                  </a:lnTo>
                  <a:lnTo>
                    <a:pt x="1199" y="257"/>
                  </a:lnTo>
                  <a:lnTo>
                    <a:pt x="1195" y="255"/>
                  </a:lnTo>
                  <a:lnTo>
                    <a:pt x="1190" y="253"/>
                  </a:lnTo>
                  <a:lnTo>
                    <a:pt x="1190" y="257"/>
                  </a:lnTo>
                  <a:lnTo>
                    <a:pt x="1192" y="259"/>
                  </a:lnTo>
                  <a:lnTo>
                    <a:pt x="1194" y="260"/>
                  </a:lnTo>
                  <a:lnTo>
                    <a:pt x="1195" y="262"/>
                  </a:lnTo>
                  <a:lnTo>
                    <a:pt x="1195" y="264"/>
                  </a:lnTo>
                  <a:lnTo>
                    <a:pt x="1197" y="267"/>
                  </a:lnTo>
                  <a:lnTo>
                    <a:pt x="1197" y="273"/>
                  </a:lnTo>
                  <a:lnTo>
                    <a:pt x="1148" y="276"/>
                  </a:lnTo>
                  <a:lnTo>
                    <a:pt x="1148" y="280"/>
                  </a:lnTo>
                  <a:lnTo>
                    <a:pt x="1152" y="290"/>
                  </a:lnTo>
                  <a:lnTo>
                    <a:pt x="1150" y="301"/>
                  </a:lnTo>
                  <a:lnTo>
                    <a:pt x="1148" y="318"/>
                  </a:lnTo>
                  <a:lnTo>
                    <a:pt x="1139" y="318"/>
                  </a:lnTo>
                  <a:lnTo>
                    <a:pt x="1127" y="311"/>
                  </a:lnTo>
                  <a:lnTo>
                    <a:pt x="1110" y="307"/>
                  </a:lnTo>
                  <a:lnTo>
                    <a:pt x="1110" y="311"/>
                  </a:lnTo>
                  <a:lnTo>
                    <a:pt x="1113" y="311"/>
                  </a:lnTo>
                  <a:lnTo>
                    <a:pt x="1117" y="314"/>
                  </a:lnTo>
                  <a:lnTo>
                    <a:pt x="1119" y="316"/>
                  </a:lnTo>
                  <a:lnTo>
                    <a:pt x="1120" y="318"/>
                  </a:lnTo>
                  <a:lnTo>
                    <a:pt x="1122" y="320"/>
                  </a:lnTo>
                  <a:lnTo>
                    <a:pt x="1124" y="325"/>
                  </a:lnTo>
                  <a:lnTo>
                    <a:pt x="1124" y="330"/>
                  </a:lnTo>
                  <a:lnTo>
                    <a:pt x="1122" y="334"/>
                  </a:lnTo>
                  <a:lnTo>
                    <a:pt x="1119" y="337"/>
                  </a:lnTo>
                  <a:lnTo>
                    <a:pt x="1117" y="341"/>
                  </a:lnTo>
                  <a:lnTo>
                    <a:pt x="1108" y="348"/>
                  </a:lnTo>
                  <a:lnTo>
                    <a:pt x="1101" y="355"/>
                  </a:lnTo>
                  <a:lnTo>
                    <a:pt x="1098" y="363"/>
                  </a:lnTo>
                  <a:lnTo>
                    <a:pt x="1094" y="376"/>
                  </a:lnTo>
                  <a:lnTo>
                    <a:pt x="1087" y="376"/>
                  </a:lnTo>
                  <a:lnTo>
                    <a:pt x="1082" y="374"/>
                  </a:lnTo>
                  <a:lnTo>
                    <a:pt x="1077" y="372"/>
                  </a:lnTo>
                  <a:lnTo>
                    <a:pt x="1073" y="370"/>
                  </a:lnTo>
                  <a:lnTo>
                    <a:pt x="1066" y="369"/>
                  </a:lnTo>
                  <a:lnTo>
                    <a:pt x="1066" y="372"/>
                  </a:lnTo>
                  <a:lnTo>
                    <a:pt x="1075" y="372"/>
                  </a:lnTo>
                  <a:lnTo>
                    <a:pt x="1077" y="376"/>
                  </a:lnTo>
                  <a:lnTo>
                    <a:pt x="1078" y="379"/>
                  </a:lnTo>
                  <a:lnTo>
                    <a:pt x="1080" y="381"/>
                  </a:lnTo>
                  <a:lnTo>
                    <a:pt x="1080" y="384"/>
                  </a:lnTo>
                  <a:lnTo>
                    <a:pt x="1082" y="390"/>
                  </a:lnTo>
                  <a:lnTo>
                    <a:pt x="1082" y="395"/>
                  </a:lnTo>
                  <a:lnTo>
                    <a:pt x="1066" y="400"/>
                  </a:lnTo>
                  <a:lnTo>
                    <a:pt x="1052" y="409"/>
                  </a:lnTo>
                  <a:lnTo>
                    <a:pt x="1043" y="419"/>
                  </a:lnTo>
                  <a:lnTo>
                    <a:pt x="1037" y="435"/>
                  </a:lnTo>
                  <a:lnTo>
                    <a:pt x="1037" y="458"/>
                  </a:lnTo>
                  <a:lnTo>
                    <a:pt x="1043" y="472"/>
                  </a:lnTo>
                  <a:lnTo>
                    <a:pt x="1047" y="491"/>
                  </a:lnTo>
                  <a:lnTo>
                    <a:pt x="1047" y="510"/>
                  </a:lnTo>
                  <a:lnTo>
                    <a:pt x="1066" y="510"/>
                  </a:lnTo>
                  <a:lnTo>
                    <a:pt x="1066" y="519"/>
                  </a:lnTo>
                  <a:lnTo>
                    <a:pt x="1070" y="522"/>
                  </a:lnTo>
                  <a:lnTo>
                    <a:pt x="1070" y="526"/>
                  </a:lnTo>
                  <a:lnTo>
                    <a:pt x="1070" y="529"/>
                  </a:lnTo>
                  <a:lnTo>
                    <a:pt x="1070" y="531"/>
                  </a:lnTo>
                  <a:lnTo>
                    <a:pt x="1070" y="533"/>
                  </a:lnTo>
                  <a:lnTo>
                    <a:pt x="1070" y="534"/>
                  </a:lnTo>
                  <a:lnTo>
                    <a:pt x="1071" y="536"/>
                  </a:lnTo>
                  <a:lnTo>
                    <a:pt x="1077" y="536"/>
                  </a:lnTo>
                  <a:lnTo>
                    <a:pt x="1082" y="538"/>
                  </a:lnTo>
                  <a:lnTo>
                    <a:pt x="1094" y="536"/>
                  </a:lnTo>
                  <a:lnTo>
                    <a:pt x="1106" y="541"/>
                  </a:lnTo>
                  <a:lnTo>
                    <a:pt x="1119" y="550"/>
                  </a:lnTo>
                  <a:lnTo>
                    <a:pt x="1131" y="562"/>
                  </a:lnTo>
                  <a:lnTo>
                    <a:pt x="1141" y="573"/>
                  </a:lnTo>
                  <a:lnTo>
                    <a:pt x="1152" y="580"/>
                  </a:lnTo>
                  <a:lnTo>
                    <a:pt x="1157" y="582"/>
                  </a:lnTo>
                  <a:lnTo>
                    <a:pt x="1160" y="583"/>
                  </a:lnTo>
                  <a:lnTo>
                    <a:pt x="1164" y="582"/>
                  </a:lnTo>
                  <a:lnTo>
                    <a:pt x="1167" y="582"/>
                  </a:lnTo>
                  <a:lnTo>
                    <a:pt x="1169" y="580"/>
                  </a:lnTo>
                  <a:lnTo>
                    <a:pt x="1173" y="578"/>
                  </a:lnTo>
                  <a:lnTo>
                    <a:pt x="1174" y="576"/>
                  </a:lnTo>
                  <a:lnTo>
                    <a:pt x="1178" y="576"/>
                  </a:lnTo>
                  <a:lnTo>
                    <a:pt x="1206" y="583"/>
                  </a:lnTo>
                  <a:lnTo>
                    <a:pt x="1209" y="602"/>
                  </a:lnTo>
                  <a:lnTo>
                    <a:pt x="1213" y="616"/>
                  </a:lnTo>
                  <a:lnTo>
                    <a:pt x="1215" y="627"/>
                  </a:lnTo>
                  <a:lnTo>
                    <a:pt x="1216" y="637"/>
                  </a:lnTo>
                  <a:lnTo>
                    <a:pt x="1220" y="648"/>
                  </a:lnTo>
                  <a:lnTo>
                    <a:pt x="1229" y="660"/>
                  </a:lnTo>
                  <a:lnTo>
                    <a:pt x="1239" y="676"/>
                  </a:lnTo>
                  <a:lnTo>
                    <a:pt x="1242" y="674"/>
                  </a:lnTo>
                  <a:lnTo>
                    <a:pt x="1244" y="674"/>
                  </a:lnTo>
                  <a:lnTo>
                    <a:pt x="1244" y="674"/>
                  </a:lnTo>
                  <a:lnTo>
                    <a:pt x="1246" y="672"/>
                  </a:lnTo>
                  <a:lnTo>
                    <a:pt x="1248" y="672"/>
                  </a:lnTo>
                  <a:lnTo>
                    <a:pt x="1251" y="671"/>
                  </a:lnTo>
                  <a:lnTo>
                    <a:pt x="1253" y="671"/>
                  </a:lnTo>
                  <a:lnTo>
                    <a:pt x="1253" y="669"/>
                  </a:lnTo>
                  <a:lnTo>
                    <a:pt x="1253" y="669"/>
                  </a:lnTo>
                  <a:lnTo>
                    <a:pt x="1253" y="669"/>
                  </a:lnTo>
                  <a:lnTo>
                    <a:pt x="1253" y="667"/>
                  </a:lnTo>
                  <a:lnTo>
                    <a:pt x="1255" y="664"/>
                  </a:lnTo>
                  <a:lnTo>
                    <a:pt x="1255" y="653"/>
                  </a:lnTo>
                  <a:lnTo>
                    <a:pt x="1253" y="639"/>
                  </a:lnTo>
                  <a:lnTo>
                    <a:pt x="1249" y="622"/>
                  </a:lnTo>
                  <a:lnTo>
                    <a:pt x="1244" y="606"/>
                  </a:lnTo>
                  <a:lnTo>
                    <a:pt x="1258" y="599"/>
                  </a:lnTo>
                  <a:lnTo>
                    <a:pt x="1272" y="589"/>
                  </a:lnTo>
                  <a:lnTo>
                    <a:pt x="1281" y="575"/>
                  </a:lnTo>
                  <a:lnTo>
                    <a:pt x="1286" y="557"/>
                  </a:lnTo>
                  <a:lnTo>
                    <a:pt x="1288" y="547"/>
                  </a:lnTo>
                  <a:lnTo>
                    <a:pt x="1286" y="531"/>
                  </a:lnTo>
                  <a:lnTo>
                    <a:pt x="1286" y="515"/>
                  </a:lnTo>
                  <a:lnTo>
                    <a:pt x="1279" y="512"/>
                  </a:lnTo>
                  <a:lnTo>
                    <a:pt x="1276" y="510"/>
                  </a:lnTo>
                  <a:lnTo>
                    <a:pt x="1272" y="508"/>
                  </a:lnTo>
                  <a:lnTo>
                    <a:pt x="1269" y="505"/>
                  </a:lnTo>
                  <a:lnTo>
                    <a:pt x="1267" y="499"/>
                  </a:lnTo>
                  <a:lnTo>
                    <a:pt x="1274" y="487"/>
                  </a:lnTo>
                  <a:lnTo>
                    <a:pt x="1277" y="473"/>
                  </a:lnTo>
                  <a:lnTo>
                    <a:pt x="1274" y="458"/>
                  </a:lnTo>
                  <a:lnTo>
                    <a:pt x="1270" y="442"/>
                  </a:lnTo>
                  <a:lnTo>
                    <a:pt x="1265" y="424"/>
                  </a:lnTo>
                  <a:lnTo>
                    <a:pt x="1263" y="407"/>
                  </a:lnTo>
                  <a:lnTo>
                    <a:pt x="1267" y="407"/>
                  </a:lnTo>
                  <a:lnTo>
                    <a:pt x="1267" y="403"/>
                  </a:lnTo>
                  <a:lnTo>
                    <a:pt x="1291" y="407"/>
                  </a:lnTo>
                  <a:lnTo>
                    <a:pt x="1312" y="407"/>
                  </a:lnTo>
                  <a:lnTo>
                    <a:pt x="1335" y="403"/>
                  </a:lnTo>
                  <a:lnTo>
                    <a:pt x="1340" y="412"/>
                  </a:lnTo>
                  <a:lnTo>
                    <a:pt x="1345" y="424"/>
                  </a:lnTo>
                  <a:lnTo>
                    <a:pt x="1351" y="433"/>
                  </a:lnTo>
                  <a:lnTo>
                    <a:pt x="1356" y="437"/>
                  </a:lnTo>
                  <a:lnTo>
                    <a:pt x="1359" y="438"/>
                  </a:lnTo>
                  <a:lnTo>
                    <a:pt x="1365" y="438"/>
                  </a:lnTo>
                  <a:lnTo>
                    <a:pt x="1370" y="440"/>
                  </a:lnTo>
                  <a:lnTo>
                    <a:pt x="1375" y="442"/>
                  </a:lnTo>
                  <a:lnTo>
                    <a:pt x="1379" y="445"/>
                  </a:lnTo>
                  <a:lnTo>
                    <a:pt x="1380" y="454"/>
                  </a:lnTo>
                  <a:lnTo>
                    <a:pt x="1384" y="470"/>
                  </a:lnTo>
                  <a:lnTo>
                    <a:pt x="1386" y="484"/>
                  </a:lnTo>
                  <a:lnTo>
                    <a:pt x="1389" y="494"/>
                  </a:lnTo>
                  <a:lnTo>
                    <a:pt x="1391" y="496"/>
                  </a:lnTo>
                  <a:lnTo>
                    <a:pt x="1394" y="499"/>
                  </a:lnTo>
                  <a:lnTo>
                    <a:pt x="1398" y="501"/>
                  </a:lnTo>
                  <a:lnTo>
                    <a:pt x="1401" y="505"/>
                  </a:lnTo>
                  <a:lnTo>
                    <a:pt x="1407" y="506"/>
                  </a:lnTo>
                  <a:lnTo>
                    <a:pt x="1408" y="510"/>
                  </a:lnTo>
                  <a:lnTo>
                    <a:pt x="1422" y="499"/>
                  </a:lnTo>
                  <a:lnTo>
                    <a:pt x="1433" y="486"/>
                  </a:lnTo>
                  <a:lnTo>
                    <a:pt x="1441" y="472"/>
                  </a:lnTo>
                  <a:lnTo>
                    <a:pt x="1455" y="461"/>
                  </a:lnTo>
                  <a:lnTo>
                    <a:pt x="1457" y="473"/>
                  </a:lnTo>
                  <a:lnTo>
                    <a:pt x="1462" y="480"/>
                  </a:lnTo>
                  <a:lnTo>
                    <a:pt x="1469" y="487"/>
                  </a:lnTo>
                  <a:lnTo>
                    <a:pt x="1476" y="494"/>
                  </a:lnTo>
                  <a:lnTo>
                    <a:pt x="1482" y="503"/>
                  </a:lnTo>
                  <a:lnTo>
                    <a:pt x="1482" y="506"/>
                  </a:lnTo>
                  <a:lnTo>
                    <a:pt x="1482" y="510"/>
                  </a:lnTo>
                  <a:lnTo>
                    <a:pt x="1480" y="512"/>
                  </a:lnTo>
                  <a:lnTo>
                    <a:pt x="1480" y="515"/>
                  </a:lnTo>
                  <a:lnTo>
                    <a:pt x="1478" y="519"/>
                  </a:lnTo>
                  <a:lnTo>
                    <a:pt x="1480" y="522"/>
                  </a:lnTo>
                  <a:lnTo>
                    <a:pt x="1482" y="526"/>
                  </a:lnTo>
                  <a:lnTo>
                    <a:pt x="1483" y="527"/>
                  </a:lnTo>
                  <a:lnTo>
                    <a:pt x="1487" y="527"/>
                  </a:lnTo>
                  <a:lnTo>
                    <a:pt x="1490" y="527"/>
                  </a:lnTo>
                  <a:lnTo>
                    <a:pt x="1492" y="527"/>
                  </a:lnTo>
                  <a:lnTo>
                    <a:pt x="1496" y="527"/>
                  </a:lnTo>
                  <a:lnTo>
                    <a:pt x="1497" y="529"/>
                  </a:lnTo>
                  <a:lnTo>
                    <a:pt x="1503" y="543"/>
                  </a:lnTo>
                  <a:lnTo>
                    <a:pt x="1503" y="554"/>
                  </a:lnTo>
                  <a:lnTo>
                    <a:pt x="1501" y="564"/>
                  </a:lnTo>
                  <a:lnTo>
                    <a:pt x="1504" y="573"/>
                  </a:lnTo>
                  <a:lnTo>
                    <a:pt x="1517" y="583"/>
                  </a:lnTo>
                  <a:lnTo>
                    <a:pt x="1506" y="604"/>
                  </a:lnTo>
                  <a:lnTo>
                    <a:pt x="1494" y="622"/>
                  </a:lnTo>
                  <a:lnTo>
                    <a:pt x="1497" y="622"/>
                  </a:lnTo>
                  <a:lnTo>
                    <a:pt x="1508" y="611"/>
                  </a:lnTo>
                  <a:lnTo>
                    <a:pt x="1518" y="602"/>
                  </a:lnTo>
                  <a:lnTo>
                    <a:pt x="1527" y="592"/>
                  </a:lnTo>
                  <a:lnTo>
                    <a:pt x="1539" y="595"/>
                  </a:lnTo>
                  <a:lnTo>
                    <a:pt x="1546" y="602"/>
                  </a:lnTo>
                  <a:lnTo>
                    <a:pt x="1553" y="611"/>
                  </a:lnTo>
                  <a:lnTo>
                    <a:pt x="1555" y="625"/>
                  </a:lnTo>
                  <a:lnTo>
                    <a:pt x="1571" y="625"/>
                  </a:lnTo>
                  <a:lnTo>
                    <a:pt x="1571" y="630"/>
                  </a:lnTo>
                  <a:lnTo>
                    <a:pt x="1572" y="634"/>
                  </a:lnTo>
                  <a:lnTo>
                    <a:pt x="1572" y="639"/>
                  </a:lnTo>
                  <a:lnTo>
                    <a:pt x="1574" y="644"/>
                  </a:lnTo>
                  <a:lnTo>
                    <a:pt x="1572" y="650"/>
                  </a:lnTo>
                  <a:lnTo>
                    <a:pt x="1572" y="653"/>
                  </a:lnTo>
                  <a:lnTo>
                    <a:pt x="1572" y="657"/>
                  </a:lnTo>
                  <a:lnTo>
                    <a:pt x="1574" y="658"/>
                  </a:lnTo>
                  <a:lnTo>
                    <a:pt x="1574" y="662"/>
                  </a:lnTo>
                  <a:lnTo>
                    <a:pt x="1574" y="664"/>
                  </a:lnTo>
                  <a:lnTo>
                    <a:pt x="1574" y="667"/>
                  </a:lnTo>
                  <a:lnTo>
                    <a:pt x="1555" y="681"/>
                  </a:lnTo>
                  <a:lnTo>
                    <a:pt x="1534" y="690"/>
                  </a:lnTo>
                  <a:lnTo>
                    <a:pt x="1510" y="695"/>
                  </a:lnTo>
                  <a:lnTo>
                    <a:pt x="1485" y="698"/>
                  </a:lnTo>
                  <a:lnTo>
                    <a:pt x="1461" y="702"/>
                  </a:lnTo>
                  <a:lnTo>
                    <a:pt x="1436" y="705"/>
                  </a:lnTo>
                  <a:lnTo>
                    <a:pt x="1415" y="712"/>
                  </a:lnTo>
                  <a:lnTo>
                    <a:pt x="1396" y="721"/>
                  </a:lnTo>
                  <a:lnTo>
                    <a:pt x="1382" y="737"/>
                  </a:lnTo>
                  <a:lnTo>
                    <a:pt x="1386" y="737"/>
                  </a:lnTo>
                  <a:lnTo>
                    <a:pt x="1403" y="725"/>
                  </a:lnTo>
                  <a:lnTo>
                    <a:pt x="1424" y="716"/>
                  </a:lnTo>
                  <a:lnTo>
                    <a:pt x="1447" y="711"/>
                  </a:lnTo>
                  <a:lnTo>
                    <a:pt x="1448" y="714"/>
                  </a:lnTo>
                  <a:lnTo>
                    <a:pt x="1450" y="718"/>
                  </a:lnTo>
                  <a:lnTo>
                    <a:pt x="1452" y="719"/>
                  </a:lnTo>
                  <a:lnTo>
                    <a:pt x="1455" y="721"/>
                  </a:lnTo>
                  <a:lnTo>
                    <a:pt x="1459" y="723"/>
                  </a:lnTo>
                  <a:lnTo>
                    <a:pt x="1462" y="726"/>
                  </a:lnTo>
                  <a:lnTo>
                    <a:pt x="1457" y="735"/>
                  </a:lnTo>
                  <a:lnTo>
                    <a:pt x="1454" y="742"/>
                  </a:lnTo>
                  <a:lnTo>
                    <a:pt x="1452" y="749"/>
                  </a:lnTo>
                  <a:lnTo>
                    <a:pt x="1450" y="760"/>
                  </a:lnTo>
                  <a:lnTo>
                    <a:pt x="1464" y="767"/>
                  </a:lnTo>
                  <a:lnTo>
                    <a:pt x="1473" y="777"/>
                  </a:lnTo>
                  <a:lnTo>
                    <a:pt x="1480" y="787"/>
                  </a:lnTo>
                  <a:lnTo>
                    <a:pt x="1489" y="798"/>
                  </a:lnTo>
                  <a:lnTo>
                    <a:pt x="1489" y="801"/>
                  </a:lnTo>
                  <a:lnTo>
                    <a:pt x="1489" y="803"/>
                  </a:lnTo>
                  <a:lnTo>
                    <a:pt x="1487" y="803"/>
                  </a:lnTo>
                  <a:lnTo>
                    <a:pt x="1487" y="805"/>
                  </a:lnTo>
                  <a:lnTo>
                    <a:pt x="1485" y="807"/>
                  </a:lnTo>
                  <a:lnTo>
                    <a:pt x="1475" y="819"/>
                  </a:lnTo>
                  <a:lnTo>
                    <a:pt x="1461" y="829"/>
                  </a:lnTo>
                  <a:lnTo>
                    <a:pt x="1443" y="836"/>
                  </a:lnTo>
                  <a:lnTo>
                    <a:pt x="1443" y="821"/>
                  </a:lnTo>
                  <a:lnTo>
                    <a:pt x="1452" y="815"/>
                  </a:lnTo>
                  <a:lnTo>
                    <a:pt x="1459" y="810"/>
                  </a:lnTo>
                  <a:lnTo>
                    <a:pt x="1466" y="801"/>
                  </a:lnTo>
                  <a:lnTo>
                    <a:pt x="1459" y="798"/>
                  </a:lnTo>
                  <a:lnTo>
                    <a:pt x="1459" y="794"/>
                  </a:lnTo>
                  <a:lnTo>
                    <a:pt x="1457" y="794"/>
                  </a:lnTo>
                  <a:lnTo>
                    <a:pt x="1455" y="794"/>
                  </a:lnTo>
                  <a:lnTo>
                    <a:pt x="1455" y="794"/>
                  </a:lnTo>
                  <a:lnTo>
                    <a:pt x="1455" y="796"/>
                  </a:lnTo>
                  <a:lnTo>
                    <a:pt x="1455" y="798"/>
                  </a:lnTo>
                  <a:lnTo>
                    <a:pt x="1455" y="798"/>
                  </a:lnTo>
                  <a:lnTo>
                    <a:pt x="1443" y="807"/>
                  </a:lnTo>
                  <a:lnTo>
                    <a:pt x="1427" y="814"/>
                  </a:lnTo>
                  <a:lnTo>
                    <a:pt x="1414" y="819"/>
                  </a:lnTo>
                  <a:lnTo>
                    <a:pt x="1400" y="826"/>
                  </a:lnTo>
                  <a:lnTo>
                    <a:pt x="1387" y="835"/>
                  </a:lnTo>
                  <a:lnTo>
                    <a:pt x="1379" y="847"/>
                  </a:lnTo>
                  <a:lnTo>
                    <a:pt x="1373" y="864"/>
                  </a:lnTo>
                  <a:lnTo>
                    <a:pt x="1379" y="866"/>
                  </a:lnTo>
                  <a:lnTo>
                    <a:pt x="1386" y="868"/>
                  </a:lnTo>
                  <a:lnTo>
                    <a:pt x="1389" y="871"/>
                  </a:lnTo>
                  <a:lnTo>
                    <a:pt x="1382" y="871"/>
                  </a:lnTo>
                  <a:lnTo>
                    <a:pt x="1372" y="880"/>
                  </a:lnTo>
                  <a:lnTo>
                    <a:pt x="1358" y="883"/>
                  </a:lnTo>
                  <a:lnTo>
                    <a:pt x="1345" y="885"/>
                  </a:lnTo>
                  <a:lnTo>
                    <a:pt x="1331" y="887"/>
                  </a:lnTo>
                  <a:lnTo>
                    <a:pt x="1321" y="915"/>
                  </a:lnTo>
                  <a:lnTo>
                    <a:pt x="1309" y="945"/>
                  </a:lnTo>
                  <a:lnTo>
                    <a:pt x="1305" y="941"/>
                  </a:lnTo>
                  <a:lnTo>
                    <a:pt x="1304" y="939"/>
                  </a:lnTo>
                  <a:lnTo>
                    <a:pt x="1300" y="938"/>
                  </a:lnTo>
                  <a:lnTo>
                    <a:pt x="1298" y="936"/>
                  </a:lnTo>
                  <a:lnTo>
                    <a:pt x="1293" y="932"/>
                  </a:lnTo>
                  <a:lnTo>
                    <a:pt x="1293" y="941"/>
                  </a:lnTo>
                  <a:lnTo>
                    <a:pt x="1295" y="945"/>
                  </a:lnTo>
                  <a:lnTo>
                    <a:pt x="1298" y="955"/>
                  </a:lnTo>
                  <a:lnTo>
                    <a:pt x="1302" y="967"/>
                  </a:lnTo>
                  <a:lnTo>
                    <a:pt x="1305" y="978"/>
                  </a:lnTo>
                  <a:lnTo>
                    <a:pt x="1305" y="983"/>
                  </a:lnTo>
                  <a:lnTo>
                    <a:pt x="1291" y="992"/>
                  </a:lnTo>
                  <a:lnTo>
                    <a:pt x="1276" y="1000"/>
                  </a:lnTo>
                  <a:lnTo>
                    <a:pt x="1260" y="1011"/>
                  </a:lnTo>
                  <a:lnTo>
                    <a:pt x="1244" y="1021"/>
                  </a:lnTo>
                  <a:lnTo>
                    <a:pt x="1234" y="1035"/>
                  </a:lnTo>
                  <a:lnTo>
                    <a:pt x="1229" y="1053"/>
                  </a:lnTo>
                  <a:lnTo>
                    <a:pt x="1223" y="1067"/>
                  </a:lnTo>
                  <a:lnTo>
                    <a:pt x="1225" y="1084"/>
                  </a:lnTo>
                  <a:lnTo>
                    <a:pt x="1230" y="1103"/>
                  </a:lnTo>
                  <a:lnTo>
                    <a:pt x="1237" y="1123"/>
                  </a:lnTo>
                  <a:lnTo>
                    <a:pt x="1244" y="1142"/>
                  </a:lnTo>
                  <a:lnTo>
                    <a:pt x="1248" y="1159"/>
                  </a:lnTo>
                  <a:lnTo>
                    <a:pt x="1244" y="1159"/>
                  </a:lnTo>
                  <a:lnTo>
                    <a:pt x="1244" y="1163"/>
                  </a:lnTo>
                  <a:lnTo>
                    <a:pt x="1232" y="1159"/>
                  </a:lnTo>
                  <a:lnTo>
                    <a:pt x="1227" y="1144"/>
                  </a:lnTo>
                  <a:lnTo>
                    <a:pt x="1218" y="1124"/>
                  </a:lnTo>
                  <a:lnTo>
                    <a:pt x="1208" y="1103"/>
                  </a:lnTo>
                  <a:lnTo>
                    <a:pt x="1197" y="1088"/>
                  </a:lnTo>
                  <a:lnTo>
                    <a:pt x="1187" y="1079"/>
                  </a:lnTo>
                  <a:lnTo>
                    <a:pt x="1174" y="1077"/>
                  </a:lnTo>
                  <a:lnTo>
                    <a:pt x="1159" y="1070"/>
                  </a:lnTo>
                  <a:lnTo>
                    <a:pt x="1141" y="1063"/>
                  </a:lnTo>
                  <a:lnTo>
                    <a:pt x="1120" y="1060"/>
                  </a:lnTo>
                  <a:lnTo>
                    <a:pt x="1120" y="1063"/>
                  </a:lnTo>
                  <a:lnTo>
                    <a:pt x="1117" y="1063"/>
                  </a:lnTo>
                  <a:lnTo>
                    <a:pt x="1119" y="1069"/>
                  </a:lnTo>
                  <a:lnTo>
                    <a:pt x="1122" y="1074"/>
                  </a:lnTo>
                  <a:lnTo>
                    <a:pt x="1124" y="1077"/>
                  </a:lnTo>
                  <a:lnTo>
                    <a:pt x="1126" y="1081"/>
                  </a:lnTo>
                  <a:lnTo>
                    <a:pt x="1129" y="1086"/>
                  </a:lnTo>
                  <a:lnTo>
                    <a:pt x="1113" y="1086"/>
                  </a:lnTo>
                  <a:lnTo>
                    <a:pt x="1101" y="1081"/>
                  </a:lnTo>
                  <a:lnTo>
                    <a:pt x="1085" y="1077"/>
                  </a:lnTo>
                  <a:lnTo>
                    <a:pt x="1070" y="1077"/>
                  </a:lnTo>
                  <a:lnTo>
                    <a:pt x="1054" y="1079"/>
                  </a:lnTo>
                  <a:lnTo>
                    <a:pt x="1043" y="1082"/>
                  </a:lnTo>
                  <a:lnTo>
                    <a:pt x="1031" y="1088"/>
                  </a:lnTo>
                  <a:lnTo>
                    <a:pt x="1021" y="1095"/>
                  </a:lnTo>
                  <a:lnTo>
                    <a:pt x="1014" y="1105"/>
                  </a:lnTo>
                  <a:lnTo>
                    <a:pt x="1010" y="1114"/>
                  </a:lnTo>
                  <a:lnTo>
                    <a:pt x="1012" y="1121"/>
                  </a:lnTo>
                  <a:lnTo>
                    <a:pt x="1012" y="1130"/>
                  </a:lnTo>
                  <a:lnTo>
                    <a:pt x="1009" y="1140"/>
                  </a:lnTo>
                  <a:lnTo>
                    <a:pt x="1002" y="1163"/>
                  </a:lnTo>
                  <a:lnTo>
                    <a:pt x="1002" y="1180"/>
                  </a:lnTo>
                  <a:lnTo>
                    <a:pt x="1003" y="1198"/>
                  </a:lnTo>
                  <a:lnTo>
                    <a:pt x="1010" y="1215"/>
                  </a:lnTo>
                  <a:lnTo>
                    <a:pt x="1021" y="1236"/>
                  </a:lnTo>
                  <a:lnTo>
                    <a:pt x="1033" y="1238"/>
                  </a:lnTo>
                  <a:lnTo>
                    <a:pt x="1040" y="1240"/>
                  </a:lnTo>
                  <a:lnTo>
                    <a:pt x="1043" y="1243"/>
                  </a:lnTo>
                  <a:lnTo>
                    <a:pt x="1047" y="1245"/>
                  </a:lnTo>
                  <a:lnTo>
                    <a:pt x="1052" y="1247"/>
                  </a:lnTo>
                  <a:lnTo>
                    <a:pt x="1061" y="1243"/>
                  </a:lnTo>
                  <a:lnTo>
                    <a:pt x="1075" y="1236"/>
                  </a:lnTo>
                  <a:lnTo>
                    <a:pt x="1078" y="1234"/>
                  </a:lnTo>
                  <a:lnTo>
                    <a:pt x="1080" y="1234"/>
                  </a:lnTo>
                  <a:lnTo>
                    <a:pt x="1084" y="1234"/>
                  </a:lnTo>
                  <a:lnTo>
                    <a:pt x="1084" y="1234"/>
                  </a:lnTo>
                  <a:lnTo>
                    <a:pt x="1085" y="1234"/>
                  </a:lnTo>
                  <a:lnTo>
                    <a:pt x="1087" y="1234"/>
                  </a:lnTo>
                  <a:lnTo>
                    <a:pt x="1087" y="1233"/>
                  </a:lnTo>
                  <a:lnTo>
                    <a:pt x="1091" y="1229"/>
                  </a:lnTo>
                  <a:lnTo>
                    <a:pt x="1092" y="1224"/>
                  </a:lnTo>
                  <a:lnTo>
                    <a:pt x="1094" y="1219"/>
                  </a:lnTo>
                  <a:lnTo>
                    <a:pt x="1096" y="1213"/>
                  </a:lnTo>
                  <a:lnTo>
                    <a:pt x="1098" y="1210"/>
                  </a:lnTo>
                  <a:lnTo>
                    <a:pt x="1106" y="1201"/>
                  </a:lnTo>
                  <a:lnTo>
                    <a:pt x="1117" y="1196"/>
                  </a:lnTo>
                  <a:lnTo>
                    <a:pt x="1133" y="1194"/>
                  </a:lnTo>
                  <a:lnTo>
                    <a:pt x="1134" y="1198"/>
                  </a:lnTo>
                  <a:lnTo>
                    <a:pt x="1136" y="1199"/>
                  </a:lnTo>
                  <a:lnTo>
                    <a:pt x="1136" y="1201"/>
                  </a:lnTo>
                  <a:lnTo>
                    <a:pt x="1138" y="1201"/>
                  </a:lnTo>
                  <a:lnTo>
                    <a:pt x="1138" y="1199"/>
                  </a:lnTo>
                  <a:lnTo>
                    <a:pt x="1139" y="1199"/>
                  </a:lnTo>
                  <a:lnTo>
                    <a:pt x="1143" y="1199"/>
                  </a:lnTo>
                  <a:lnTo>
                    <a:pt x="1148" y="1198"/>
                  </a:lnTo>
                  <a:lnTo>
                    <a:pt x="1148" y="1213"/>
                  </a:lnTo>
                  <a:lnTo>
                    <a:pt x="1141" y="1220"/>
                  </a:lnTo>
                  <a:lnTo>
                    <a:pt x="1136" y="1233"/>
                  </a:lnTo>
                  <a:lnTo>
                    <a:pt x="1131" y="1250"/>
                  </a:lnTo>
                  <a:lnTo>
                    <a:pt x="1126" y="1266"/>
                  </a:lnTo>
                  <a:lnTo>
                    <a:pt x="1120" y="1278"/>
                  </a:lnTo>
                  <a:lnTo>
                    <a:pt x="1138" y="1278"/>
                  </a:lnTo>
                  <a:lnTo>
                    <a:pt x="1153" y="1276"/>
                  </a:lnTo>
                  <a:lnTo>
                    <a:pt x="1167" y="1276"/>
                  </a:lnTo>
                  <a:lnTo>
                    <a:pt x="1180" y="1278"/>
                  </a:lnTo>
                  <a:lnTo>
                    <a:pt x="1188" y="1283"/>
                  </a:lnTo>
                  <a:lnTo>
                    <a:pt x="1195" y="1294"/>
                  </a:lnTo>
                  <a:lnTo>
                    <a:pt x="1197" y="1309"/>
                  </a:lnTo>
                  <a:lnTo>
                    <a:pt x="1194" y="1320"/>
                  </a:lnTo>
                  <a:lnTo>
                    <a:pt x="1190" y="1334"/>
                  </a:lnTo>
                  <a:lnTo>
                    <a:pt x="1190" y="1348"/>
                  </a:lnTo>
                  <a:lnTo>
                    <a:pt x="1199" y="1357"/>
                  </a:lnTo>
                  <a:lnTo>
                    <a:pt x="1204" y="1363"/>
                  </a:lnTo>
                  <a:lnTo>
                    <a:pt x="1211" y="1370"/>
                  </a:lnTo>
                  <a:lnTo>
                    <a:pt x="1222" y="1376"/>
                  </a:lnTo>
                  <a:lnTo>
                    <a:pt x="1235" y="1379"/>
                  </a:lnTo>
                  <a:lnTo>
                    <a:pt x="1242" y="1370"/>
                  </a:lnTo>
                  <a:lnTo>
                    <a:pt x="1251" y="1367"/>
                  </a:lnTo>
                  <a:lnTo>
                    <a:pt x="1267" y="1367"/>
                  </a:lnTo>
                  <a:lnTo>
                    <a:pt x="1269" y="1370"/>
                  </a:lnTo>
                  <a:lnTo>
                    <a:pt x="1272" y="1374"/>
                  </a:lnTo>
                  <a:lnTo>
                    <a:pt x="1274" y="1376"/>
                  </a:lnTo>
                  <a:lnTo>
                    <a:pt x="1276" y="1376"/>
                  </a:lnTo>
                  <a:lnTo>
                    <a:pt x="1281" y="1377"/>
                  </a:lnTo>
                  <a:lnTo>
                    <a:pt x="1286" y="1379"/>
                  </a:lnTo>
                  <a:lnTo>
                    <a:pt x="1293" y="1365"/>
                  </a:lnTo>
                  <a:lnTo>
                    <a:pt x="1302" y="1355"/>
                  </a:lnTo>
                  <a:lnTo>
                    <a:pt x="1312" y="1346"/>
                  </a:lnTo>
                  <a:lnTo>
                    <a:pt x="1325" y="1339"/>
                  </a:lnTo>
                  <a:lnTo>
                    <a:pt x="1344" y="1336"/>
                  </a:lnTo>
                  <a:lnTo>
                    <a:pt x="1347" y="1334"/>
                  </a:lnTo>
                  <a:lnTo>
                    <a:pt x="1349" y="1334"/>
                  </a:lnTo>
                  <a:lnTo>
                    <a:pt x="1352" y="1334"/>
                  </a:lnTo>
                  <a:lnTo>
                    <a:pt x="1354" y="1334"/>
                  </a:lnTo>
                  <a:lnTo>
                    <a:pt x="1358" y="1336"/>
                  </a:lnTo>
                  <a:lnTo>
                    <a:pt x="1363" y="1336"/>
                  </a:lnTo>
                  <a:lnTo>
                    <a:pt x="1361" y="1339"/>
                  </a:lnTo>
                  <a:lnTo>
                    <a:pt x="1361" y="1343"/>
                  </a:lnTo>
                  <a:lnTo>
                    <a:pt x="1359" y="1343"/>
                  </a:lnTo>
                  <a:lnTo>
                    <a:pt x="1359" y="1344"/>
                  </a:lnTo>
                  <a:lnTo>
                    <a:pt x="1361" y="1344"/>
                  </a:lnTo>
                  <a:lnTo>
                    <a:pt x="1363" y="1346"/>
                  </a:lnTo>
                  <a:lnTo>
                    <a:pt x="1366" y="1348"/>
                  </a:lnTo>
                  <a:lnTo>
                    <a:pt x="1366" y="1344"/>
                  </a:lnTo>
                  <a:lnTo>
                    <a:pt x="1370" y="1341"/>
                  </a:lnTo>
                  <a:lnTo>
                    <a:pt x="1372" y="1339"/>
                  </a:lnTo>
                  <a:lnTo>
                    <a:pt x="1373" y="1337"/>
                  </a:lnTo>
                  <a:lnTo>
                    <a:pt x="1375" y="1336"/>
                  </a:lnTo>
                  <a:lnTo>
                    <a:pt x="1379" y="1334"/>
                  </a:lnTo>
                  <a:lnTo>
                    <a:pt x="1382" y="1332"/>
                  </a:lnTo>
                  <a:lnTo>
                    <a:pt x="1398" y="1346"/>
                  </a:lnTo>
                  <a:lnTo>
                    <a:pt x="1419" y="1353"/>
                  </a:lnTo>
                  <a:lnTo>
                    <a:pt x="1440" y="1355"/>
                  </a:lnTo>
                  <a:lnTo>
                    <a:pt x="1464" y="1353"/>
                  </a:lnTo>
                  <a:lnTo>
                    <a:pt x="1489" y="1351"/>
                  </a:lnTo>
                  <a:lnTo>
                    <a:pt x="1489" y="1355"/>
                  </a:lnTo>
                  <a:lnTo>
                    <a:pt x="1489" y="1357"/>
                  </a:lnTo>
                  <a:lnTo>
                    <a:pt x="1487" y="1358"/>
                  </a:lnTo>
                  <a:lnTo>
                    <a:pt x="1487" y="1358"/>
                  </a:lnTo>
                  <a:lnTo>
                    <a:pt x="1487" y="1360"/>
                  </a:lnTo>
                  <a:lnTo>
                    <a:pt x="1485" y="1363"/>
                  </a:lnTo>
                  <a:lnTo>
                    <a:pt x="1497" y="1367"/>
                  </a:lnTo>
                  <a:lnTo>
                    <a:pt x="1504" y="1372"/>
                  </a:lnTo>
                  <a:lnTo>
                    <a:pt x="1511" y="1377"/>
                  </a:lnTo>
                  <a:lnTo>
                    <a:pt x="1523" y="1383"/>
                  </a:lnTo>
                  <a:lnTo>
                    <a:pt x="1523" y="1393"/>
                  </a:lnTo>
                  <a:lnTo>
                    <a:pt x="1536" y="1397"/>
                  </a:lnTo>
                  <a:lnTo>
                    <a:pt x="1544" y="1398"/>
                  </a:lnTo>
                  <a:lnTo>
                    <a:pt x="1551" y="1405"/>
                  </a:lnTo>
                  <a:lnTo>
                    <a:pt x="1555" y="1416"/>
                  </a:lnTo>
                  <a:lnTo>
                    <a:pt x="1576" y="1418"/>
                  </a:lnTo>
                  <a:lnTo>
                    <a:pt x="1593" y="1419"/>
                  </a:lnTo>
                  <a:lnTo>
                    <a:pt x="1616" y="1421"/>
                  </a:lnTo>
                  <a:lnTo>
                    <a:pt x="1632" y="1442"/>
                  </a:lnTo>
                  <a:lnTo>
                    <a:pt x="1651" y="1461"/>
                  </a:lnTo>
                  <a:lnTo>
                    <a:pt x="1672" y="1477"/>
                  </a:lnTo>
                  <a:lnTo>
                    <a:pt x="1696" y="1489"/>
                  </a:lnTo>
                  <a:lnTo>
                    <a:pt x="1695" y="1496"/>
                  </a:lnTo>
                  <a:lnTo>
                    <a:pt x="1691" y="1500"/>
                  </a:lnTo>
                  <a:lnTo>
                    <a:pt x="1688" y="1505"/>
                  </a:lnTo>
                  <a:lnTo>
                    <a:pt x="1684" y="1508"/>
                  </a:lnTo>
                  <a:lnTo>
                    <a:pt x="1681" y="1514"/>
                  </a:lnTo>
                  <a:lnTo>
                    <a:pt x="1703" y="1514"/>
                  </a:lnTo>
                  <a:lnTo>
                    <a:pt x="1724" y="1521"/>
                  </a:lnTo>
                  <a:lnTo>
                    <a:pt x="1728" y="1533"/>
                  </a:lnTo>
                  <a:lnTo>
                    <a:pt x="1733" y="1531"/>
                  </a:lnTo>
                  <a:lnTo>
                    <a:pt x="1736" y="1529"/>
                  </a:lnTo>
                  <a:lnTo>
                    <a:pt x="1742" y="1531"/>
                  </a:lnTo>
                  <a:lnTo>
                    <a:pt x="1743" y="1531"/>
                  </a:lnTo>
                  <a:lnTo>
                    <a:pt x="1747" y="1533"/>
                  </a:lnTo>
                  <a:lnTo>
                    <a:pt x="1750" y="1535"/>
                  </a:lnTo>
                  <a:lnTo>
                    <a:pt x="1754" y="1536"/>
                  </a:lnTo>
                  <a:lnTo>
                    <a:pt x="1808" y="1540"/>
                  </a:lnTo>
                  <a:lnTo>
                    <a:pt x="1813" y="1545"/>
                  </a:lnTo>
                  <a:lnTo>
                    <a:pt x="1817" y="1555"/>
                  </a:lnTo>
                  <a:lnTo>
                    <a:pt x="1818" y="1564"/>
                  </a:lnTo>
                  <a:lnTo>
                    <a:pt x="1824" y="1571"/>
                  </a:lnTo>
                  <a:lnTo>
                    <a:pt x="1832" y="1573"/>
                  </a:lnTo>
                  <a:lnTo>
                    <a:pt x="1841" y="1573"/>
                  </a:lnTo>
                  <a:lnTo>
                    <a:pt x="1848" y="1571"/>
                  </a:lnTo>
                  <a:lnTo>
                    <a:pt x="1853" y="1578"/>
                  </a:lnTo>
                  <a:lnTo>
                    <a:pt x="1859" y="1583"/>
                  </a:lnTo>
                  <a:lnTo>
                    <a:pt x="1862" y="1589"/>
                  </a:lnTo>
                  <a:lnTo>
                    <a:pt x="1864" y="1596"/>
                  </a:lnTo>
                  <a:lnTo>
                    <a:pt x="1866" y="1604"/>
                  </a:lnTo>
                  <a:lnTo>
                    <a:pt x="1853" y="1620"/>
                  </a:lnTo>
                  <a:lnTo>
                    <a:pt x="1839" y="1639"/>
                  </a:lnTo>
                  <a:lnTo>
                    <a:pt x="1825" y="1660"/>
                  </a:lnTo>
                  <a:lnTo>
                    <a:pt x="1813" y="1681"/>
                  </a:lnTo>
                  <a:lnTo>
                    <a:pt x="1805" y="1697"/>
                  </a:lnTo>
                  <a:lnTo>
                    <a:pt x="1805" y="1707"/>
                  </a:lnTo>
                  <a:lnTo>
                    <a:pt x="1806" y="1721"/>
                  </a:lnTo>
                  <a:lnTo>
                    <a:pt x="1810" y="1737"/>
                  </a:lnTo>
                  <a:lnTo>
                    <a:pt x="1808" y="1751"/>
                  </a:lnTo>
                  <a:lnTo>
                    <a:pt x="1805" y="1760"/>
                  </a:lnTo>
                  <a:lnTo>
                    <a:pt x="1798" y="1774"/>
                  </a:lnTo>
                  <a:lnTo>
                    <a:pt x="1789" y="1789"/>
                  </a:lnTo>
                  <a:lnTo>
                    <a:pt x="1780" y="1805"/>
                  </a:lnTo>
                  <a:lnTo>
                    <a:pt x="1771" y="1817"/>
                  </a:lnTo>
                  <a:lnTo>
                    <a:pt x="1766" y="1824"/>
                  </a:lnTo>
                  <a:lnTo>
                    <a:pt x="1756" y="1828"/>
                  </a:lnTo>
                  <a:lnTo>
                    <a:pt x="1740" y="1830"/>
                  </a:lnTo>
                  <a:lnTo>
                    <a:pt x="1724" y="1831"/>
                  </a:lnTo>
                  <a:lnTo>
                    <a:pt x="1709" y="1835"/>
                  </a:lnTo>
                  <a:lnTo>
                    <a:pt x="1695" y="1840"/>
                  </a:lnTo>
                  <a:lnTo>
                    <a:pt x="1686" y="1850"/>
                  </a:lnTo>
                  <a:lnTo>
                    <a:pt x="1682" y="1856"/>
                  </a:lnTo>
                  <a:lnTo>
                    <a:pt x="1682" y="1859"/>
                  </a:lnTo>
                  <a:lnTo>
                    <a:pt x="1682" y="1863"/>
                  </a:lnTo>
                  <a:lnTo>
                    <a:pt x="1684" y="1868"/>
                  </a:lnTo>
                  <a:lnTo>
                    <a:pt x="1686" y="1873"/>
                  </a:lnTo>
                  <a:lnTo>
                    <a:pt x="1674" y="1873"/>
                  </a:lnTo>
                  <a:lnTo>
                    <a:pt x="1672" y="1896"/>
                  </a:lnTo>
                  <a:lnTo>
                    <a:pt x="1668" y="1915"/>
                  </a:lnTo>
                  <a:lnTo>
                    <a:pt x="1661" y="1931"/>
                  </a:lnTo>
                  <a:lnTo>
                    <a:pt x="1654" y="1946"/>
                  </a:lnTo>
                  <a:lnTo>
                    <a:pt x="1647" y="1966"/>
                  </a:lnTo>
                  <a:lnTo>
                    <a:pt x="1642" y="1966"/>
                  </a:lnTo>
                  <a:lnTo>
                    <a:pt x="1642" y="1959"/>
                  </a:lnTo>
                  <a:lnTo>
                    <a:pt x="1642" y="1955"/>
                  </a:lnTo>
                  <a:lnTo>
                    <a:pt x="1640" y="1950"/>
                  </a:lnTo>
                  <a:lnTo>
                    <a:pt x="1639" y="1946"/>
                  </a:lnTo>
                  <a:lnTo>
                    <a:pt x="1637" y="1948"/>
                  </a:lnTo>
                  <a:lnTo>
                    <a:pt x="1637" y="1948"/>
                  </a:lnTo>
                  <a:lnTo>
                    <a:pt x="1635" y="1948"/>
                  </a:lnTo>
                  <a:lnTo>
                    <a:pt x="1633" y="1950"/>
                  </a:lnTo>
                  <a:lnTo>
                    <a:pt x="1632" y="1950"/>
                  </a:lnTo>
                  <a:lnTo>
                    <a:pt x="1623" y="1971"/>
                  </a:lnTo>
                  <a:lnTo>
                    <a:pt x="1613" y="1985"/>
                  </a:lnTo>
                  <a:lnTo>
                    <a:pt x="1602" y="1997"/>
                  </a:lnTo>
                  <a:lnTo>
                    <a:pt x="1590" y="2011"/>
                  </a:lnTo>
                  <a:lnTo>
                    <a:pt x="1565" y="2006"/>
                  </a:lnTo>
                  <a:lnTo>
                    <a:pt x="1543" y="2001"/>
                  </a:lnTo>
                  <a:lnTo>
                    <a:pt x="1543" y="2008"/>
                  </a:lnTo>
                  <a:lnTo>
                    <a:pt x="1555" y="2015"/>
                  </a:lnTo>
                  <a:lnTo>
                    <a:pt x="1560" y="2025"/>
                  </a:lnTo>
                  <a:lnTo>
                    <a:pt x="1562" y="2035"/>
                  </a:lnTo>
                  <a:lnTo>
                    <a:pt x="1560" y="2048"/>
                  </a:lnTo>
                  <a:lnTo>
                    <a:pt x="1558" y="2062"/>
                  </a:lnTo>
                  <a:lnTo>
                    <a:pt x="1527" y="2063"/>
                  </a:lnTo>
                  <a:lnTo>
                    <a:pt x="1501" y="2070"/>
                  </a:lnTo>
                  <a:lnTo>
                    <a:pt x="1499" y="2074"/>
                  </a:lnTo>
                  <a:lnTo>
                    <a:pt x="1497" y="2079"/>
                  </a:lnTo>
                  <a:lnTo>
                    <a:pt x="1497" y="2086"/>
                  </a:lnTo>
                  <a:lnTo>
                    <a:pt x="1497" y="2093"/>
                  </a:lnTo>
                  <a:lnTo>
                    <a:pt x="1496" y="2097"/>
                  </a:lnTo>
                  <a:lnTo>
                    <a:pt x="1496" y="2098"/>
                  </a:lnTo>
                  <a:lnTo>
                    <a:pt x="1496" y="2102"/>
                  </a:lnTo>
                  <a:lnTo>
                    <a:pt x="1496" y="2105"/>
                  </a:lnTo>
                  <a:lnTo>
                    <a:pt x="1497" y="2112"/>
                  </a:lnTo>
                  <a:lnTo>
                    <a:pt x="1489" y="2112"/>
                  </a:lnTo>
                  <a:lnTo>
                    <a:pt x="1478" y="2114"/>
                  </a:lnTo>
                  <a:lnTo>
                    <a:pt x="1464" y="2114"/>
                  </a:lnTo>
                  <a:lnTo>
                    <a:pt x="1450" y="2116"/>
                  </a:lnTo>
                  <a:lnTo>
                    <a:pt x="1450" y="2123"/>
                  </a:lnTo>
                  <a:lnTo>
                    <a:pt x="1457" y="2126"/>
                  </a:lnTo>
                  <a:lnTo>
                    <a:pt x="1462" y="2130"/>
                  </a:lnTo>
                  <a:lnTo>
                    <a:pt x="1466" y="2131"/>
                  </a:lnTo>
                  <a:lnTo>
                    <a:pt x="1469" y="2133"/>
                  </a:lnTo>
                  <a:lnTo>
                    <a:pt x="1473" y="2137"/>
                  </a:lnTo>
                  <a:lnTo>
                    <a:pt x="1475" y="2140"/>
                  </a:lnTo>
                  <a:lnTo>
                    <a:pt x="1478" y="2145"/>
                  </a:lnTo>
                  <a:lnTo>
                    <a:pt x="1471" y="2147"/>
                  </a:lnTo>
                  <a:lnTo>
                    <a:pt x="1466" y="2149"/>
                  </a:lnTo>
                  <a:lnTo>
                    <a:pt x="1461" y="2151"/>
                  </a:lnTo>
                  <a:lnTo>
                    <a:pt x="1457" y="2152"/>
                  </a:lnTo>
                  <a:lnTo>
                    <a:pt x="1455" y="2158"/>
                  </a:lnTo>
                  <a:lnTo>
                    <a:pt x="1450" y="2168"/>
                  </a:lnTo>
                  <a:lnTo>
                    <a:pt x="1447" y="2179"/>
                  </a:lnTo>
                  <a:lnTo>
                    <a:pt x="1443" y="2189"/>
                  </a:lnTo>
                  <a:lnTo>
                    <a:pt x="1440" y="2191"/>
                  </a:lnTo>
                  <a:lnTo>
                    <a:pt x="1438" y="2191"/>
                  </a:lnTo>
                  <a:lnTo>
                    <a:pt x="1433" y="2193"/>
                  </a:lnTo>
                  <a:lnTo>
                    <a:pt x="1427" y="2193"/>
                  </a:lnTo>
                  <a:lnTo>
                    <a:pt x="1427" y="2198"/>
                  </a:lnTo>
                  <a:lnTo>
                    <a:pt x="1427" y="2201"/>
                  </a:lnTo>
                  <a:lnTo>
                    <a:pt x="1427" y="2203"/>
                  </a:lnTo>
                  <a:lnTo>
                    <a:pt x="1426" y="2205"/>
                  </a:lnTo>
                  <a:lnTo>
                    <a:pt x="1427" y="2207"/>
                  </a:lnTo>
                  <a:lnTo>
                    <a:pt x="1427" y="2208"/>
                  </a:lnTo>
                  <a:lnTo>
                    <a:pt x="1431" y="2215"/>
                  </a:lnTo>
                  <a:lnTo>
                    <a:pt x="1434" y="2221"/>
                  </a:lnTo>
                  <a:lnTo>
                    <a:pt x="1440" y="2224"/>
                  </a:lnTo>
                  <a:lnTo>
                    <a:pt x="1445" y="2227"/>
                  </a:lnTo>
                  <a:lnTo>
                    <a:pt x="1450" y="2231"/>
                  </a:lnTo>
                  <a:lnTo>
                    <a:pt x="1447" y="2243"/>
                  </a:lnTo>
                  <a:lnTo>
                    <a:pt x="1433" y="2250"/>
                  </a:lnTo>
                  <a:lnTo>
                    <a:pt x="1419" y="2264"/>
                  </a:lnTo>
                  <a:lnTo>
                    <a:pt x="1407" y="2282"/>
                  </a:lnTo>
                  <a:lnTo>
                    <a:pt x="1398" y="2299"/>
                  </a:lnTo>
                  <a:lnTo>
                    <a:pt x="1393" y="2315"/>
                  </a:lnTo>
                  <a:lnTo>
                    <a:pt x="1398" y="2320"/>
                  </a:lnTo>
                  <a:lnTo>
                    <a:pt x="1403" y="2325"/>
                  </a:lnTo>
                  <a:lnTo>
                    <a:pt x="1407" y="2330"/>
                  </a:lnTo>
                  <a:lnTo>
                    <a:pt x="1408" y="2339"/>
                  </a:lnTo>
                  <a:lnTo>
                    <a:pt x="1400" y="2341"/>
                  </a:lnTo>
                  <a:lnTo>
                    <a:pt x="1387" y="2348"/>
                  </a:lnTo>
                  <a:lnTo>
                    <a:pt x="1375" y="2358"/>
                  </a:lnTo>
                  <a:lnTo>
                    <a:pt x="1366" y="2369"/>
                  </a:lnTo>
                  <a:lnTo>
                    <a:pt x="1365" y="2372"/>
                  </a:lnTo>
                  <a:lnTo>
                    <a:pt x="1363" y="2376"/>
                  </a:lnTo>
                  <a:lnTo>
                    <a:pt x="1363" y="2379"/>
                  </a:lnTo>
                  <a:lnTo>
                    <a:pt x="1363" y="2385"/>
                  </a:lnTo>
                  <a:lnTo>
                    <a:pt x="1366" y="2385"/>
                  </a:lnTo>
                  <a:lnTo>
                    <a:pt x="1366" y="2381"/>
                  </a:lnTo>
                  <a:lnTo>
                    <a:pt x="1377" y="2369"/>
                  </a:lnTo>
                  <a:lnTo>
                    <a:pt x="1386" y="2357"/>
                  </a:lnTo>
                  <a:lnTo>
                    <a:pt x="1389" y="2358"/>
                  </a:lnTo>
                  <a:lnTo>
                    <a:pt x="1391" y="2358"/>
                  </a:lnTo>
                  <a:lnTo>
                    <a:pt x="1391" y="2360"/>
                  </a:lnTo>
                  <a:lnTo>
                    <a:pt x="1391" y="2360"/>
                  </a:lnTo>
                  <a:lnTo>
                    <a:pt x="1393" y="2362"/>
                  </a:lnTo>
                  <a:lnTo>
                    <a:pt x="1396" y="2371"/>
                  </a:lnTo>
                  <a:lnTo>
                    <a:pt x="1398" y="2381"/>
                  </a:lnTo>
                  <a:lnTo>
                    <a:pt x="1400" y="2393"/>
                  </a:lnTo>
                  <a:lnTo>
                    <a:pt x="1401" y="2404"/>
                  </a:lnTo>
                  <a:lnTo>
                    <a:pt x="1407" y="2404"/>
                  </a:lnTo>
                  <a:lnTo>
                    <a:pt x="1408" y="2404"/>
                  </a:lnTo>
                  <a:lnTo>
                    <a:pt x="1412" y="2404"/>
                  </a:lnTo>
                  <a:lnTo>
                    <a:pt x="1412" y="2406"/>
                  </a:lnTo>
                  <a:lnTo>
                    <a:pt x="1414" y="2406"/>
                  </a:lnTo>
                  <a:lnTo>
                    <a:pt x="1414" y="2407"/>
                  </a:lnTo>
                  <a:lnTo>
                    <a:pt x="1417" y="2411"/>
                  </a:lnTo>
                  <a:lnTo>
                    <a:pt x="1414" y="2413"/>
                  </a:lnTo>
                  <a:lnTo>
                    <a:pt x="1412" y="2414"/>
                  </a:lnTo>
                  <a:lnTo>
                    <a:pt x="1412" y="2416"/>
                  </a:lnTo>
                  <a:lnTo>
                    <a:pt x="1410" y="2416"/>
                  </a:lnTo>
                  <a:lnTo>
                    <a:pt x="1408" y="2418"/>
                  </a:lnTo>
                  <a:lnTo>
                    <a:pt x="1405" y="2419"/>
                  </a:lnTo>
                  <a:lnTo>
                    <a:pt x="1389" y="2423"/>
                  </a:lnTo>
                  <a:lnTo>
                    <a:pt x="1373" y="2419"/>
                  </a:lnTo>
                  <a:lnTo>
                    <a:pt x="1358" y="2411"/>
                  </a:lnTo>
                  <a:lnTo>
                    <a:pt x="1342" y="2399"/>
                  </a:lnTo>
                  <a:lnTo>
                    <a:pt x="1328" y="2385"/>
                  </a:lnTo>
                  <a:lnTo>
                    <a:pt x="1318" y="2371"/>
                  </a:lnTo>
                  <a:lnTo>
                    <a:pt x="1312" y="2357"/>
                  </a:lnTo>
                  <a:lnTo>
                    <a:pt x="1316" y="2357"/>
                  </a:lnTo>
                  <a:lnTo>
                    <a:pt x="1328" y="2369"/>
                  </a:lnTo>
                  <a:lnTo>
                    <a:pt x="1340" y="2379"/>
                  </a:lnTo>
                  <a:lnTo>
                    <a:pt x="1354" y="2388"/>
                  </a:lnTo>
                  <a:lnTo>
                    <a:pt x="1354" y="2381"/>
                  </a:lnTo>
                  <a:lnTo>
                    <a:pt x="1335" y="2371"/>
                  </a:lnTo>
                  <a:lnTo>
                    <a:pt x="1319" y="2357"/>
                  </a:lnTo>
                  <a:lnTo>
                    <a:pt x="1309" y="2337"/>
                  </a:lnTo>
                  <a:lnTo>
                    <a:pt x="1302" y="2315"/>
                  </a:lnTo>
                  <a:lnTo>
                    <a:pt x="1298" y="2292"/>
                  </a:lnTo>
                  <a:lnTo>
                    <a:pt x="1300" y="2266"/>
                  </a:lnTo>
                  <a:lnTo>
                    <a:pt x="1302" y="2241"/>
                  </a:lnTo>
                  <a:lnTo>
                    <a:pt x="1307" y="2219"/>
                  </a:lnTo>
                  <a:lnTo>
                    <a:pt x="1314" y="2198"/>
                  </a:lnTo>
                  <a:lnTo>
                    <a:pt x="1321" y="2180"/>
                  </a:lnTo>
                  <a:lnTo>
                    <a:pt x="1331" y="2180"/>
                  </a:lnTo>
                  <a:lnTo>
                    <a:pt x="1340" y="2145"/>
                  </a:lnTo>
                  <a:lnTo>
                    <a:pt x="1335" y="2145"/>
                  </a:lnTo>
                  <a:lnTo>
                    <a:pt x="1335" y="2142"/>
                  </a:lnTo>
                  <a:lnTo>
                    <a:pt x="1331" y="2145"/>
                  </a:lnTo>
                  <a:lnTo>
                    <a:pt x="1328" y="2149"/>
                  </a:lnTo>
                  <a:lnTo>
                    <a:pt x="1326" y="2152"/>
                  </a:lnTo>
                  <a:lnTo>
                    <a:pt x="1323" y="2156"/>
                  </a:lnTo>
                  <a:lnTo>
                    <a:pt x="1316" y="2158"/>
                  </a:lnTo>
                  <a:lnTo>
                    <a:pt x="1316" y="2154"/>
                  </a:lnTo>
                  <a:lnTo>
                    <a:pt x="1328" y="2081"/>
                  </a:lnTo>
                  <a:lnTo>
                    <a:pt x="1326" y="2074"/>
                  </a:lnTo>
                  <a:lnTo>
                    <a:pt x="1323" y="2062"/>
                  </a:lnTo>
                  <a:lnTo>
                    <a:pt x="1325" y="2051"/>
                  </a:lnTo>
                  <a:lnTo>
                    <a:pt x="1337" y="2009"/>
                  </a:lnTo>
                  <a:lnTo>
                    <a:pt x="1347" y="1966"/>
                  </a:lnTo>
                  <a:lnTo>
                    <a:pt x="1356" y="1919"/>
                  </a:lnTo>
                  <a:lnTo>
                    <a:pt x="1366" y="1873"/>
                  </a:lnTo>
                  <a:lnTo>
                    <a:pt x="1372" y="1843"/>
                  </a:lnTo>
                  <a:lnTo>
                    <a:pt x="1373" y="1812"/>
                  </a:lnTo>
                  <a:lnTo>
                    <a:pt x="1375" y="1782"/>
                  </a:lnTo>
                  <a:lnTo>
                    <a:pt x="1379" y="1754"/>
                  </a:lnTo>
                  <a:lnTo>
                    <a:pt x="1344" y="1741"/>
                  </a:lnTo>
                  <a:lnTo>
                    <a:pt x="1314" y="1721"/>
                  </a:lnTo>
                  <a:lnTo>
                    <a:pt x="1290" y="1695"/>
                  </a:lnTo>
                  <a:lnTo>
                    <a:pt x="1270" y="1667"/>
                  </a:lnTo>
                  <a:lnTo>
                    <a:pt x="1263" y="1651"/>
                  </a:lnTo>
                  <a:lnTo>
                    <a:pt x="1258" y="1636"/>
                  </a:lnTo>
                  <a:lnTo>
                    <a:pt x="1253" y="1618"/>
                  </a:lnTo>
                  <a:lnTo>
                    <a:pt x="1246" y="1604"/>
                  </a:lnTo>
                  <a:lnTo>
                    <a:pt x="1235" y="1594"/>
                  </a:lnTo>
                  <a:lnTo>
                    <a:pt x="1232" y="1590"/>
                  </a:lnTo>
                  <a:lnTo>
                    <a:pt x="1227" y="1590"/>
                  </a:lnTo>
                  <a:lnTo>
                    <a:pt x="1223" y="1589"/>
                  </a:lnTo>
                  <a:lnTo>
                    <a:pt x="1220" y="1585"/>
                  </a:lnTo>
                  <a:lnTo>
                    <a:pt x="1216" y="1582"/>
                  </a:lnTo>
                  <a:lnTo>
                    <a:pt x="1220" y="1575"/>
                  </a:lnTo>
                  <a:lnTo>
                    <a:pt x="1220" y="1569"/>
                  </a:lnTo>
                  <a:lnTo>
                    <a:pt x="1220" y="1562"/>
                  </a:lnTo>
                  <a:lnTo>
                    <a:pt x="1220" y="1555"/>
                  </a:lnTo>
                  <a:lnTo>
                    <a:pt x="1229" y="1550"/>
                  </a:lnTo>
                  <a:lnTo>
                    <a:pt x="1235" y="1545"/>
                  </a:lnTo>
                  <a:lnTo>
                    <a:pt x="1244" y="1540"/>
                  </a:lnTo>
                  <a:lnTo>
                    <a:pt x="1244" y="1536"/>
                  </a:lnTo>
                  <a:lnTo>
                    <a:pt x="1235" y="1536"/>
                  </a:lnTo>
                  <a:lnTo>
                    <a:pt x="1230" y="1535"/>
                  </a:lnTo>
                  <a:lnTo>
                    <a:pt x="1225" y="1535"/>
                  </a:lnTo>
                  <a:lnTo>
                    <a:pt x="1220" y="1533"/>
                  </a:lnTo>
                  <a:lnTo>
                    <a:pt x="1227" y="1517"/>
                  </a:lnTo>
                  <a:lnTo>
                    <a:pt x="1232" y="1501"/>
                  </a:lnTo>
                  <a:lnTo>
                    <a:pt x="1239" y="1486"/>
                  </a:lnTo>
                  <a:lnTo>
                    <a:pt x="1251" y="1473"/>
                  </a:lnTo>
                  <a:lnTo>
                    <a:pt x="1265" y="1461"/>
                  </a:lnTo>
                  <a:lnTo>
                    <a:pt x="1277" y="1447"/>
                  </a:lnTo>
                  <a:lnTo>
                    <a:pt x="1276" y="1437"/>
                  </a:lnTo>
                  <a:lnTo>
                    <a:pt x="1276" y="1423"/>
                  </a:lnTo>
                  <a:lnTo>
                    <a:pt x="1274" y="1409"/>
                  </a:lnTo>
                  <a:lnTo>
                    <a:pt x="1269" y="1400"/>
                  </a:lnTo>
                  <a:lnTo>
                    <a:pt x="1262" y="1390"/>
                  </a:lnTo>
                  <a:lnTo>
                    <a:pt x="1255" y="1379"/>
                  </a:lnTo>
                  <a:lnTo>
                    <a:pt x="1248" y="1379"/>
                  </a:lnTo>
                  <a:lnTo>
                    <a:pt x="1246" y="1381"/>
                  </a:lnTo>
                  <a:lnTo>
                    <a:pt x="1244" y="1383"/>
                  </a:lnTo>
                  <a:lnTo>
                    <a:pt x="1242" y="1384"/>
                  </a:lnTo>
                  <a:lnTo>
                    <a:pt x="1239" y="1386"/>
                  </a:lnTo>
                  <a:lnTo>
                    <a:pt x="1241" y="1390"/>
                  </a:lnTo>
                  <a:lnTo>
                    <a:pt x="1241" y="1393"/>
                  </a:lnTo>
                  <a:lnTo>
                    <a:pt x="1241" y="1393"/>
                  </a:lnTo>
                  <a:lnTo>
                    <a:pt x="1241" y="1395"/>
                  </a:lnTo>
                  <a:lnTo>
                    <a:pt x="1241" y="1395"/>
                  </a:lnTo>
                  <a:lnTo>
                    <a:pt x="1239" y="1398"/>
                  </a:lnTo>
                  <a:lnTo>
                    <a:pt x="1237" y="1398"/>
                  </a:lnTo>
                  <a:lnTo>
                    <a:pt x="1235" y="1400"/>
                  </a:lnTo>
                  <a:lnTo>
                    <a:pt x="1234" y="1400"/>
                  </a:lnTo>
                  <a:lnTo>
                    <a:pt x="1232" y="1400"/>
                  </a:lnTo>
                  <a:lnTo>
                    <a:pt x="1229" y="1402"/>
                  </a:lnTo>
                  <a:lnTo>
                    <a:pt x="1220" y="1395"/>
                  </a:lnTo>
                  <a:lnTo>
                    <a:pt x="1204" y="1386"/>
                  </a:lnTo>
                  <a:lnTo>
                    <a:pt x="1188" y="1377"/>
                  </a:lnTo>
                  <a:lnTo>
                    <a:pt x="1173" y="1370"/>
                  </a:lnTo>
                  <a:lnTo>
                    <a:pt x="1162" y="1367"/>
                  </a:lnTo>
                  <a:lnTo>
                    <a:pt x="1153" y="1346"/>
                  </a:lnTo>
                  <a:lnTo>
                    <a:pt x="1145" y="1334"/>
                  </a:lnTo>
                  <a:lnTo>
                    <a:pt x="1136" y="1325"/>
                  </a:lnTo>
                  <a:lnTo>
                    <a:pt x="1127" y="1322"/>
                  </a:lnTo>
                  <a:lnTo>
                    <a:pt x="1113" y="1318"/>
                  </a:lnTo>
                  <a:lnTo>
                    <a:pt x="1098" y="1313"/>
                  </a:lnTo>
                  <a:lnTo>
                    <a:pt x="1078" y="1306"/>
                  </a:lnTo>
                  <a:lnTo>
                    <a:pt x="1066" y="1297"/>
                  </a:lnTo>
                  <a:lnTo>
                    <a:pt x="1056" y="1288"/>
                  </a:lnTo>
                  <a:lnTo>
                    <a:pt x="1040" y="1281"/>
                  </a:lnTo>
                  <a:lnTo>
                    <a:pt x="1030" y="1281"/>
                  </a:lnTo>
                  <a:lnTo>
                    <a:pt x="1023" y="1285"/>
                  </a:lnTo>
                  <a:lnTo>
                    <a:pt x="1017" y="1288"/>
                  </a:lnTo>
                  <a:lnTo>
                    <a:pt x="1010" y="1292"/>
                  </a:lnTo>
                  <a:lnTo>
                    <a:pt x="1002" y="1290"/>
                  </a:lnTo>
                  <a:lnTo>
                    <a:pt x="998" y="1288"/>
                  </a:lnTo>
                  <a:lnTo>
                    <a:pt x="995" y="1285"/>
                  </a:lnTo>
                  <a:lnTo>
                    <a:pt x="991" y="1281"/>
                  </a:lnTo>
                  <a:lnTo>
                    <a:pt x="986" y="1276"/>
                  </a:lnTo>
                  <a:lnTo>
                    <a:pt x="982" y="1273"/>
                  </a:lnTo>
                  <a:lnTo>
                    <a:pt x="979" y="1271"/>
                  </a:lnTo>
                  <a:lnTo>
                    <a:pt x="956" y="1267"/>
                  </a:lnTo>
                  <a:lnTo>
                    <a:pt x="953" y="1264"/>
                  </a:lnTo>
                  <a:lnTo>
                    <a:pt x="949" y="1261"/>
                  </a:lnTo>
                  <a:lnTo>
                    <a:pt x="946" y="1257"/>
                  </a:lnTo>
                  <a:lnTo>
                    <a:pt x="942" y="1254"/>
                  </a:lnTo>
                  <a:lnTo>
                    <a:pt x="941" y="1252"/>
                  </a:lnTo>
                  <a:lnTo>
                    <a:pt x="921" y="1255"/>
                  </a:lnTo>
                  <a:lnTo>
                    <a:pt x="918" y="1254"/>
                  </a:lnTo>
                  <a:lnTo>
                    <a:pt x="913" y="1247"/>
                  </a:lnTo>
                  <a:lnTo>
                    <a:pt x="904" y="1240"/>
                  </a:lnTo>
                  <a:lnTo>
                    <a:pt x="897" y="1231"/>
                  </a:lnTo>
                  <a:lnTo>
                    <a:pt x="890" y="1224"/>
                  </a:lnTo>
                  <a:lnTo>
                    <a:pt x="886" y="1220"/>
                  </a:lnTo>
                  <a:lnTo>
                    <a:pt x="893" y="1198"/>
                  </a:lnTo>
                  <a:lnTo>
                    <a:pt x="874" y="1177"/>
                  </a:lnTo>
                  <a:lnTo>
                    <a:pt x="857" y="1154"/>
                  </a:lnTo>
                  <a:lnTo>
                    <a:pt x="839" y="1130"/>
                  </a:lnTo>
                  <a:lnTo>
                    <a:pt x="822" y="1105"/>
                  </a:lnTo>
                  <a:lnTo>
                    <a:pt x="818" y="1103"/>
                  </a:lnTo>
                  <a:lnTo>
                    <a:pt x="813" y="1102"/>
                  </a:lnTo>
                  <a:lnTo>
                    <a:pt x="810" y="1102"/>
                  </a:lnTo>
                  <a:lnTo>
                    <a:pt x="804" y="1100"/>
                  </a:lnTo>
                  <a:lnTo>
                    <a:pt x="803" y="1098"/>
                  </a:lnTo>
                  <a:lnTo>
                    <a:pt x="796" y="1089"/>
                  </a:lnTo>
                  <a:lnTo>
                    <a:pt x="792" y="1079"/>
                  </a:lnTo>
                  <a:lnTo>
                    <a:pt x="789" y="1069"/>
                  </a:lnTo>
                  <a:lnTo>
                    <a:pt x="783" y="1058"/>
                  </a:lnTo>
                  <a:lnTo>
                    <a:pt x="775" y="1053"/>
                  </a:lnTo>
                  <a:lnTo>
                    <a:pt x="771" y="1049"/>
                  </a:lnTo>
                  <a:lnTo>
                    <a:pt x="768" y="1046"/>
                  </a:lnTo>
                  <a:lnTo>
                    <a:pt x="764" y="1044"/>
                  </a:lnTo>
                  <a:lnTo>
                    <a:pt x="764" y="1063"/>
                  </a:lnTo>
                  <a:lnTo>
                    <a:pt x="769" y="1070"/>
                  </a:lnTo>
                  <a:lnTo>
                    <a:pt x="780" y="1082"/>
                  </a:lnTo>
                  <a:lnTo>
                    <a:pt x="790" y="1096"/>
                  </a:lnTo>
                  <a:lnTo>
                    <a:pt x="803" y="1114"/>
                  </a:lnTo>
                  <a:lnTo>
                    <a:pt x="813" y="1131"/>
                  </a:lnTo>
                  <a:lnTo>
                    <a:pt x="824" y="1149"/>
                  </a:lnTo>
                  <a:lnTo>
                    <a:pt x="832" y="1165"/>
                  </a:lnTo>
                  <a:lnTo>
                    <a:pt x="836" y="1175"/>
                  </a:lnTo>
                  <a:lnTo>
                    <a:pt x="836" y="1182"/>
                  </a:lnTo>
                  <a:lnTo>
                    <a:pt x="834" y="1185"/>
                  </a:lnTo>
                  <a:lnTo>
                    <a:pt x="832" y="1187"/>
                  </a:lnTo>
                  <a:lnTo>
                    <a:pt x="832" y="1189"/>
                  </a:lnTo>
                  <a:lnTo>
                    <a:pt x="829" y="1191"/>
                  </a:lnTo>
                  <a:lnTo>
                    <a:pt x="829" y="1184"/>
                  </a:lnTo>
                  <a:lnTo>
                    <a:pt x="827" y="1178"/>
                  </a:lnTo>
                  <a:lnTo>
                    <a:pt x="827" y="1175"/>
                  </a:lnTo>
                  <a:lnTo>
                    <a:pt x="825" y="1171"/>
                  </a:lnTo>
                  <a:lnTo>
                    <a:pt x="822" y="1171"/>
                  </a:lnTo>
                  <a:lnTo>
                    <a:pt x="820" y="1171"/>
                  </a:lnTo>
                  <a:lnTo>
                    <a:pt x="818" y="1171"/>
                  </a:lnTo>
                  <a:lnTo>
                    <a:pt x="817" y="1171"/>
                  </a:lnTo>
                  <a:lnTo>
                    <a:pt x="815" y="1171"/>
                  </a:lnTo>
                  <a:lnTo>
                    <a:pt x="810" y="1171"/>
                  </a:lnTo>
                  <a:lnTo>
                    <a:pt x="806" y="1159"/>
                  </a:lnTo>
                  <a:lnTo>
                    <a:pt x="803" y="1147"/>
                  </a:lnTo>
                  <a:lnTo>
                    <a:pt x="797" y="1137"/>
                  </a:lnTo>
                  <a:lnTo>
                    <a:pt x="789" y="1128"/>
                  </a:lnTo>
                  <a:lnTo>
                    <a:pt x="778" y="1121"/>
                  </a:lnTo>
                  <a:lnTo>
                    <a:pt x="768" y="1114"/>
                  </a:lnTo>
                  <a:lnTo>
                    <a:pt x="759" y="1102"/>
                  </a:lnTo>
                  <a:lnTo>
                    <a:pt x="762" y="1100"/>
                  </a:lnTo>
                  <a:lnTo>
                    <a:pt x="764" y="1100"/>
                  </a:lnTo>
                  <a:lnTo>
                    <a:pt x="764" y="1100"/>
                  </a:lnTo>
                  <a:lnTo>
                    <a:pt x="766" y="1100"/>
                  </a:lnTo>
                  <a:lnTo>
                    <a:pt x="766" y="1098"/>
                  </a:lnTo>
                  <a:lnTo>
                    <a:pt x="766" y="1096"/>
                  </a:lnTo>
                  <a:lnTo>
                    <a:pt x="768" y="1095"/>
                  </a:lnTo>
                  <a:lnTo>
                    <a:pt x="755" y="1086"/>
                  </a:lnTo>
                  <a:lnTo>
                    <a:pt x="749" y="1075"/>
                  </a:lnTo>
                  <a:lnTo>
                    <a:pt x="743" y="1063"/>
                  </a:lnTo>
                  <a:lnTo>
                    <a:pt x="740" y="1049"/>
                  </a:lnTo>
                  <a:lnTo>
                    <a:pt x="733" y="1037"/>
                  </a:lnTo>
                  <a:lnTo>
                    <a:pt x="724" y="1027"/>
                  </a:lnTo>
                  <a:lnTo>
                    <a:pt x="714" y="1021"/>
                  </a:lnTo>
                  <a:lnTo>
                    <a:pt x="701" y="1016"/>
                  </a:lnTo>
                  <a:lnTo>
                    <a:pt x="691" y="1009"/>
                  </a:lnTo>
                  <a:lnTo>
                    <a:pt x="684" y="1000"/>
                  </a:lnTo>
                  <a:lnTo>
                    <a:pt x="680" y="990"/>
                  </a:lnTo>
                  <a:lnTo>
                    <a:pt x="675" y="979"/>
                  </a:lnTo>
                  <a:lnTo>
                    <a:pt x="663" y="962"/>
                  </a:lnTo>
                  <a:lnTo>
                    <a:pt x="653" y="950"/>
                  </a:lnTo>
                  <a:lnTo>
                    <a:pt x="642" y="939"/>
                  </a:lnTo>
                  <a:lnTo>
                    <a:pt x="635" y="927"/>
                  </a:lnTo>
                  <a:lnTo>
                    <a:pt x="630" y="911"/>
                  </a:lnTo>
                  <a:lnTo>
                    <a:pt x="626" y="890"/>
                  </a:lnTo>
                  <a:lnTo>
                    <a:pt x="625" y="861"/>
                  </a:lnTo>
                  <a:lnTo>
                    <a:pt x="625" y="854"/>
                  </a:lnTo>
                  <a:lnTo>
                    <a:pt x="626" y="840"/>
                  </a:lnTo>
                  <a:lnTo>
                    <a:pt x="626" y="821"/>
                  </a:lnTo>
                  <a:lnTo>
                    <a:pt x="626" y="798"/>
                  </a:lnTo>
                  <a:lnTo>
                    <a:pt x="626" y="777"/>
                  </a:lnTo>
                  <a:lnTo>
                    <a:pt x="628" y="760"/>
                  </a:lnTo>
                  <a:lnTo>
                    <a:pt x="630" y="749"/>
                  </a:lnTo>
                  <a:lnTo>
                    <a:pt x="635" y="747"/>
                  </a:lnTo>
                  <a:lnTo>
                    <a:pt x="639" y="747"/>
                  </a:lnTo>
                  <a:lnTo>
                    <a:pt x="642" y="747"/>
                  </a:lnTo>
                  <a:lnTo>
                    <a:pt x="646" y="747"/>
                  </a:lnTo>
                  <a:lnTo>
                    <a:pt x="649" y="749"/>
                  </a:lnTo>
                  <a:lnTo>
                    <a:pt x="651" y="753"/>
                  </a:lnTo>
                  <a:lnTo>
                    <a:pt x="654" y="756"/>
                  </a:lnTo>
                  <a:lnTo>
                    <a:pt x="656" y="760"/>
                  </a:lnTo>
                  <a:lnTo>
                    <a:pt x="656" y="740"/>
                  </a:lnTo>
                  <a:lnTo>
                    <a:pt x="644" y="726"/>
                  </a:lnTo>
                  <a:lnTo>
                    <a:pt x="630" y="712"/>
                  </a:lnTo>
                  <a:lnTo>
                    <a:pt x="614" y="702"/>
                  </a:lnTo>
                  <a:lnTo>
                    <a:pt x="614" y="711"/>
                  </a:lnTo>
                  <a:lnTo>
                    <a:pt x="621" y="716"/>
                  </a:lnTo>
                  <a:lnTo>
                    <a:pt x="628" y="721"/>
                  </a:lnTo>
                  <a:lnTo>
                    <a:pt x="635" y="726"/>
                  </a:lnTo>
                  <a:lnTo>
                    <a:pt x="640" y="733"/>
                  </a:lnTo>
                  <a:lnTo>
                    <a:pt x="640" y="737"/>
                  </a:lnTo>
                  <a:lnTo>
                    <a:pt x="639" y="737"/>
                  </a:lnTo>
                  <a:lnTo>
                    <a:pt x="639" y="739"/>
                  </a:lnTo>
                  <a:lnTo>
                    <a:pt x="639" y="739"/>
                  </a:lnTo>
                  <a:lnTo>
                    <a:pt x="637" y="740"/>
                  </a:lnTo>
                  <a:lnTo>
                    <a:pt x="633" y="742"/>
                  </a:lnTo>
                  <a:lnTo>
                    <a:pt x="632" y="744"/>
                  </a:lnTo>
                  <a:lnTo>
                    <a:pt x="626" y="744"/>
                  </a:lnTo>
                  <a:lnTo>
                    <a:pt x="621" y="744"/>
                  </a:lnTo>
                  <a:lnTo>
                    <a:pt x="619" y="744"/>
                  </a:lnTo>
                  <a:lnTo>
                    <a:pt x="619" y="742"/>
                  </a:lnTo>
                  <a:lnTo>
                    <a:pt x="618" y="742"/>
                  </a:lnTo>
                  <a:lnTo>
                    <a:pt x="618" y="742"/>
                  </a:lnTo>
                  <a:lnTo>
                    <a:pt x="614" y="740"/>
                  </a:lnTo>
                  <a:lnTo>
                    <a:pt x="602" y="725"/>
                  </a:lnTo>
                  <a:lnTo>
                    <a:pt x="591" y="709"/>
                  </a:lnTo>
                  <a:lnTo>
                    <a:pt x="583" y="691"/>
                  </a:lnTo>
                  <a:lnTo>
                    <a:pt x="591" y="691"/>
                  </a:lnTo>
                  <a:lnTo>
                    <a:pt x="595" y="693"/>
                  </a:lnTo>
                  <a:lnTo>
                    <a:pt x="598" y="693"/>
                  </a:lnTo>
                  <a:lnTo>
                    <a:pt x="602" y="693"/>
                  </a:lnTo>
                  <a:lnTo>
                    <a:pt x="605" y="691"/>
                  </a:lnTo>
                  <a:lnTo>
                    <a:pt x="591" y="686"/>
                  </a:lnTo>
                  <a:lnTo>
                    <a:pt x="583" y="678"/>
                  </a:lnTo>
                  <a:lnTo>
                    <a:pt x="576" y="667"/>
                  </a:lnTo>
                  <a:lnTo>
                    <a:pt x="570" y="655"/>
                  </a:lnTo>
                  <a:lnTo>
                    <a:pt x="567" y="643"/>
                  </a:lnTo>
                  <a:lnTo>
                    <a:pt x="562" y="632"/>
                  </a:lnTo>
                  <a:lnTo>
                    <a:pt x="555" y="623"/>
                  </a:lnTo>
                  <a:lnTo>
                    <a:pt x="544" y="618"/>
                  </a:lnTo>
                  <a:lnTo>
                    <a:pt x="548" y="595"/>
                  </a:lnTo>
                  <a:lnTo>
                    <a:pt x="536" y="582"/>
                  </a:lnTo>
                  <a:lnTo>
                    <a:pt x="525" y="566"/>
                  </a:lnTo>
                  <a:lnTo>
                    <a:pt x="516" y="550"/>
                  </a:lnTo>
                  <a:lnTo>
                    <a:pt x="504" y="534"/>
                  </a:lnTo>
                  <a:lnTo>
                    <a:pt x="490" y="522"/>
                  </a:lnTo>
                  <a:lnTo>
                    <a:pt x="471" y="513"/>
                  </a:lnTo>
                  <a:lnTo>
                    <a:pt x="448" y="508"/>
                  </a:lnTo>
                  <a:lnTo>
                    <a:pt x="429" y="499"/>
                  </a:lnTo>
                  <a:lnTo>
                    <a:pt x="415" y="487"/>
                  </a:lnTo>
                  <a:lnTo>
                    <a:pt x="399" y="473"/>
                  </a:lnTo>
                  <a:lnTo>
                    <a:pt x="384" y="465"/>
                  </a:lnTo>
                  <a:lnTo>
                    <a:pt x="352" y="465"/>
                  </a:lnTo>
                  <a:lnTo>
                    <a:pt x="342" y="459"/>
                  </a:lnTo>
                  <a:lnTo>
                    <a:pt x="333" y="452"/>
                  </a:lnTo>
                  <a:lnTo>
                    <a:pt x="323" y="447"/>
                  </a:lnTo>
                  <a:lnTo>
                    <a:pt x="307" y="445"/>
                  </a:lnTo>
                  <a:lnTo>
                    <a:pt x="307" y="468"/>
                  </a:lnTo>
                  <a:lnTo>
                    <a:pt x="289" y="477"/>
                  </a:lnTo>
                  <a:lnTo>
                    <a:pt x="274" y="486"/>
                  </a:lnTo>
                  <a:lnTo>
                    <a:pt x="253" y="491"/>
                  </a:lnTo>
                  <a:lnTo>
                    <a:pt x="258" y="475"/>
                  </a:lnTo>
                  <a:lnTo>
                    <a:pt x="265" y="459"/>
                  </a:lnTo>
                  <a:lnTo>
                    <a:pt x="275" y="445"/>
                  </a:lnTo>
                  <a:lnTo>
                    <a:pt x="284" y="430"/>
                  </a:lnTo>
                  <a:lnTo>
                    <a:pt x="275" y="430"/>
                  </a:lnTo>
                  <a:lnTo>
                    <a:pt x="275" y="433"/>
                  </a:lnTo>
                  <a:lnTo>
                    <a:pt x="262" y="444"/>
                  </a:lnTo>
                  <a:lnTo>
                    <a:pt x="251" y="458"/>
                  </a:lnTo>
                  <a:lnTo>
                    <a:pt x="244" y="473"/>
                  </a:lnTo>
                  <a:lnTo>
                    <a:pt x="239" y="489"/>
                  </a:lnTo>
                  <a:lnTo>
                    <a:pt x="232" y="506"/>
                  </a:lnTo>
                  <a:lnTo>
                    <a:pt x="221" y="522"/>
                  </a:lnTo>
                  <a:lnTo>
                    <a:pt x="214" y="529"/>
                  </a:lnTo>
                  <a:lnTo>
                    <a:pt x="200" y="540"/>
                  </a:lnTo>
                  <a:lnTo>
                    <a:pt x="183" y="550"/>
                  </a:lnTo>
                  <a:lnTo>
                    <a:pt x="162" y="562"/>
                  </a:lnTo>
                  <a:lnTo>
                    <a:pt x="141" y="576"/>
                  </a:lnTo>
                  <a:lnTo>
                    <a:pt x="120" y="589"/>
                  </a:lnTo>
                  <a:lnTo>
                    <a:pt x="99" y="599"/>
                  </a:lnTo>
                  <a:lnTo>
                    <a:pt x="83" y="606"/>
                  </a:lnTo>
                  <a:lnTo>
                    <a:pt x="73" y="609"/>
                  </a:lnTo>
                  <a:lnTo>
                    <a:pt x="73" y="606"/>
                  </a:lnTo>
                  <a:lnTo>
                    <a:pt x="77" y="606"/>
                  </a:lnTo>
                  <a:lnTo>
                    <a:pt x="89" y="594"/>
                  </a:lnTo>
                  <a:lnTo>
                    <a:pt x="104" y="583"/>
                  </a:lnTo>
                  <a:lnTo>
                    <a:pt x="122" y="573"/>
                  </a:lnTo>
                  <a:lnTo>
                    <a:pt x="139" y="562"/>
                  </a:lnTo>
                  <a:lnTo>
                    <a:pt x="155" y="550"/>
                  </a:lnTo>
                  <a:lnTo>
                    <a:pt x="167" y="536"/>
                  </a:lnTo>
                  <a:lnTo>
                    <a:pt x="176" y="520"/>
                  </a:lnTo>
                  <a:lnTo>
                    <a:pt x="179" y="499"/>
                  </a:lnTo>
                  <a:lnTo>
                    <a:pt x="166" y="503"/>
                  </a:lnTo>
                  <a:lnTo>
                    <a:pt x="157" y="506"/>
                  </a:lnTo>
                  <a:lnTo>
                    <a:pt x="145" y="510"/>
                  </a:lnTo>
                  <a:lnTo>
                    <a:pt x="145" y="506"/>
                  </a:lnTo>
                  <a:lnTo>
                    <a:pt x="145" y="503"/>
                  </a:lnTo>
                  <a:lnTo>
                    <a:pt x="145" y="503"/>
                  </a:lnTo>
                  <a:lnTo>
                    <a:pt x="143" y="501"/>
                  </a:lnTo>
                  <a:lnTo>
                    <a:pt x="143" y="501"/>
                  </a:lnTo>
                  <a:lnTo>
                    <a:pt x="141" y="501"/>
                  </a:lnTo>
                  <a:lnTo>
                    <a:pt x="138" y="499"/>
                  </a:lnTo>
                  <a:lnTo>
                    <a:pt x="136" y="501"/>
                  </a:lnTo>
                  <a:lnTo>
                    <a:pt x="134" y="503"/>
                  </a:lnTo>
                  <a:lnTo>
                    <a:pt x="132" y="505"/>
                  </a:lnTo>
                  <a:lnTo>
                    <a:pt x="131" y="505"/>
                  </a:lnTo>
                  <a:lnTo>
                    <a:pt x="127" y="506"/>
                  </a:lnTo>
                  <a:lnTo>
                    <a:pt x="122" y="506"/>
                  </a:lnTo>
                  <a:lnTo>
                    <a:pt x="120" y="496"/>
                  </a:lnTo>
                  <a:lnTo>
                    <a:pt x="115" y="482"/>
                  </a:lnTo>
                  <a:lnTo>
                    <a:pt x="111" y="472"/>
                  </a:lnTo>
                  <a:lnTo>
                    <a:pt x="108" y="475"/>
                  </a:lnTo>
                  <a:lnTo>
                    <a:pt x="106" y="477"/>
                  </a:lnTo>
                  <a:lnTo>
                    <a:pt x="104" y="477"/>
                  </a:lnTo>
                  <a:lnTo>
                    <a:pt x="101" y="477"/>
                  </a:lnTo>
                  <a:lnTo>
                    <a:pt x="99" y="475"/>
                  </a:lnTo>
                  <a:lnTo>
                    <a:pt x="82" y="463"/>
                  </a:lnTo>
                  <a:lnTo>
                    <a:pt x="68" y="445"/>
                  </a:lnTo>
                  <a:lnTo>
                    <a:pt x="57" y="426"/>
                  </a:lnTo>
                  <a:lnTo>
                    <a:pt x="63" y="416"/>
                  </a:lnTo>
                  <a:lnTo>
                    <a:pt x="68" y="403"/>
                  </a:lnTo>
                  <a:lnTo>
                    <a:pt x="73" y="393"/>
                  </a:lnTo>
                  <a:lnTo>
                    <a:pt x="80" y="384"/>
                  </a:lnTo>
                  <a:lnTo>
                    <a:pt x="92" y="377"/>
                  </a:lnTo>
                  <a:lnTo>
                    <a:pt x="103" y="374"/>
                  </a:lnTo>
                  <a:lnTo>
                    <a:pt x="113" y="369"/>
                  </a:lnTo>
                  <a:lnTo>
                    <a:pt x="120" y="362"/>
                  </a:lnTo>
                  <a:lnTo>
                    <a:pt x="125" y="351"/>
                  </a:lnTo>
                  <a:lnTo>
                    <a:pt x="125" y="334"/>
                  </a:lnTo>
                  <a:lnTo>
                    <a:pt x="127" y="332"/>
                  </a:lnTo>
                  <a:lnTo>
                    <a:pt x="129" y="332"/>
                  </a:lnTo>
                  <a:lnTo>
                    <a:pt x="129" y="330"/>
                  </a:lnTo>
                  <a:lnTo>
                    <a:pt x="129" y="328"/>
                  </a:lnTo>
                  <a:lnTo>
                    <a:pt x="131" y="327"/>
                  </a:lnTo>
                  <a:lnTo>
                    <a:pt x="115" y="327"/>
                  </a:lnTo>
                  <a:lnTo>
                    <a:pt x="111" y="330"/>
                  </a:lnTo>
                  <a:lnTo>
                    <a:pt x="110" y="332"/>
                  </a:lnTo>
                  <a:lnTo>
                    <a:pt x="108" y="334"/>
                  </a:lnTo>
                  <a:lnTo>
                    <a:pt x="104" y="335"/>
                  </a:lnTo>
                  <a:lnTo>
                    <a:pt x="101" y="337"/>
                  </a:lnTo>
                  <a:lnTo>
                    <a:pt x="96" y="337"/>
                  </a:lnTo>
                  <a:lnTo>
                    <a:pt x="85" y="334"/>
                  </a:lnTo>
                  <a:lnTo>
                    <a:pt x="70" y="328"/>
                  </a:lnTo>
                  <a:lnTo>
                    <a:pt x="52" y="325"/>
                  </a:lnTo>
                  <a:lnTo>
                    <a:pt x="38" y="318"/>
                  </a:lnTo>
                  <a:lnTo>
                    <a:pt x="35" y="292"/>
                  </a:lnTo>
                  <a:lnTo>
                    <a:pt x="42" y="292"/>
                  </a:lnTo>
                  <a:lnTo>
                    <a:pt x="45" y="290"/>
                  </a:lnTo>
                  <a:lnTo>
                    <a:pt x="50" y="288"/>
                  </a:lnTo>
                  <a:lnTo>
                    <a:pt x="54" y="287"/>
                  </a:lnTo>
                  <a:lnTo>
                    <a:pt x="57" y="287"/>
                  </a:lnTo>
                  <a:lnTo>
                    <a:pt x="61" y="283"/>
                  </a:lnTo>
                  <a:lnTo>
                    <a:pt x="64" y="280"/>
                  </a:lnTo>
                  <a:lnTo>
                    <a:pt x="63" y="278"/>
                  </a:lnTo>
                  <a:lnTo>
                    <a:pt x="63" y="278"/>
                  </a:lnTo>
                  <a:lnTo>
                    <a:pt x="63" y="276"/>
                  </a:lnTo>
                  <a:lnTo>
                    <a:pt x="63" y="276"/>
                  </a:lnTo>
                  <a:lnTo>
                    <a:pt x="61" y="273"/>
                  </a:lnTo>
                  <a:lnTo>
                    <a:pt x="77" y="273"/>
                  </a:lnTo>
                  <a:lnTo>
                    <a:pt x="78" y="271"/>
                  </a:lnTo>
                  <a:lnTo>
                    <a:pt x="80" y="271"/>
                  </a:lnTo>
                  <a:lnTo>
                    <a:pt x="82" y="269"/>
                  </a:lnTo>
                  <a:lnTo>
                    <a:pt x="83" y="269"/>
                  </a:lnTo>
                  <a:lnTo>
                    <a:pt x="87" y="269"/>
                  </a:lnTo>
                  <a:lnTo>
                    <a:pt x="92" y="274"/>
                  </a:lnTo>
                  <a:lnTo>
                    <a:pt x="97" y="278"/>
                  </a:lnTo>
                  <a:lnTo>
                    <a:pt x="103" y="283"/>
                  </a:lnTo>
                  <a:lnTo>
                    <a:pt x="106" y="288"/>
                  </a:lnTo>
                  <a:lnTo>
                    <a:pt x="118" y="283"/>
                  </a:lnTo>
                  <a:lnTo>
                    <a:pt x="118" y="276"/>
                  </a:lnTo>
                  <a:lnTo>
                    <a:pt x="115" y="271"/>
                  </a:lnTo>
                  <a:lnTo>
                    <a:pt x="113" y="266"/>
                  </a:lnTo>
                  <a:lnTo>
                    <a:pt x="111" y="260"/>
                  </a:lnTo>
                  <a:lnTo>
                    <a:pt x="110" y="255"/>
                  </a:lnTo>
                  <a:lnTo>
                    <a:pt x="106" y="250"/>
                  </a:lnTo>
                  <a:lnTo>
                    <a:pt x="94" y="236"/>
                  </a:lnTo>
                  <a:lnTo>
                    <a:pt x="80" y="225"/>
                  </a:lnTo>
                  <a:lnTo>
                    <a:pt x="64" y="215"/>
                  </a:lnTo>
                  <a:lnTo>
                    <a:pt x="50" y="205"/>
                  </a:lnTo>
                  <a:lnTo>
                    <a:pt x="42" y="189"/>
                  </a:lnTo>
                  <a:lnTo>
                    <a:pt x="45" y="184"/>
                  </a:lnTo>
                  <a:lnTo>
                    <a:pt x="47" y="178"/>
                  </a:lnTo>
                  <a:lnTo>
                    <a:pt x="49" y="173"/>
                  </a:lnTo>
                  <a:lnTo>
                    <a:pt x="70" y="175"/>
                  </a:lnTo>
                  <a:lnTo>
                    <a:pt x="90" y="173"/>
                  </a:lnTo>
                  <a:lnTo>
                    <a:pt x="106" y="164"/>
                  </a:lnTo>
                  <a:lnTo>
                    <a:pt x="111" y="152"/>
                  </a:lnTo>
                  <a:lnTo>
                    <a:pt x="115" y="140"/>
                  </a:lnTo>
                  <a:lnTo>
                    <a:pt x="118" y="129"/>
                  </a:lnTo>
                  <a:lnTo>
                    <a:pt x="131" y="119"/>
                  </a:lnTo>
                  <a:lnTo>
                    <a:pt x="148" y="110"/>
                  </a:lnTo>
                  <a:lnTo>
                    <a:pt x="167" y="105"/>
                  </a:lnTo>
                  <a:lnTo>
                    <a:pt x="183" y="98"/>
                  </a:lnTo>
                  <a:lnTo>
                    <a:pt x="199" y="88"/>
                  </a:lnTo>
                  <a:lnTo>
                    <a:pt x="204" y="91"/>
                  </a:lnTo>
                  <a:lnTo>
                    <a:pt x="207" y="93"/>
                  </a:lnTo>
                  <a:lnTo>
                    <a:pt x="207" y="96"/>
                  </a:lnTo>
                  <a:lnTo>
                    <a:pt x="209" y="98"/>
                  </a:lnTo>
                  <a:lnTo>
                    <a:pt x="209" y="102"/>
                  </a:lnTo>
                  <a:lnTo>
                    <a:pt x="211" y="103"/>
                  </a:lnTo>
                  <a:lnTo>
                    <a:pt x="214" y="107"/>
                  </a:lnTo>
                  <a:lnTo>
                    <a:pt x="218" y="110"/>
                  </a:lnTo>
                  <a:lnTo>
                    <a:pt x="223" y="110"/>
                  </a:lnTo>
                  <a:lnTo>
                    <a:pt x="227" y="110"/>
                  </a:lnTo>
                  <a:lnTo>
                    <a:pt x="230" y="109"/>
                  </a:lnTo>
                  <a:lnTo>
                    <a:pt x="234" y="107"/>
                  </a:lnTo>
                  <a:lnTo>
                    <a:pt x="237" y="107"/>
                  </a:lnTo>
                  <a:lnTo>
                    <a:pt x="241" y="107"/>
                  </a:lnTo>
                  <a:lnTo>
                    <a:pt x="244" y="109"/>
                  </a:lnTo>
                  <a:lnTo>
                    <a:pt x="248" y="112"/>
                  </a:lnTo>
                  <a:lnTo>
                    <a:pt x="253" y="117"/>
                  </a:lnTo>
                  <a:lnTo>
                    <a:pt x="256" y="121"/>
                  </a:lnTo>
                  <a:lnTo>
                    <a:pt x="260" y="124"/>
                  </a:lnTo>
                  <a:lnTo>
                    <a:pt x="265" y="126"/>
                  </a:lnTo>
                  <a:lnTo>
                    <a:pt x="270" y="128"/>
                  </a:lnTo>
                  <a:lnTo>
                    <a:pt x="275" y="126"/>
                  </a:lnTo>
                  <a:lnTo>
                    <a:pt x="279" y="126"/>
                  </a:lnTo>
                  <a:lnTo>
                    <a:pt x="282" y="124"/>
                  </a:lnTo>
                  <a:lnTo>
                    <a:pt x="288" y="122"/>
                  </a:lnTo>
                  <a:lnTo>
                    <a:pt x="291" y="122"/>
                  </a:lnTo>
                  <a:lnTo>
                    <a:pt x="302" y="126"/>
                  </a:lnTo>
                  <a:lnTo>
                    <a:pt x="317" y="131"/>
                  </a:lnTo>
                  <a:lnTo>
                    <a:pt x="331" y="138"/>
                  </a:lnTo>
                  <a:lnTo>
                    <a:pt x="345" y="142"/>
                  </a:lnTo>
                  <a:lnTo>
                    <a:pt x="375" y="138"/>
                  </a:lnTo>
                  <a:lnTo>
                    <a:pt x="394" y="147"/>
                  </a:lnTo>
                  <a:lnTo>
                    <a:pt x="412" y="159"/>
                  </a:lnTo>
                  <a:lnTo>
                    <a:pt x="429" y="170"/>
                  </a:lnTo>
                  <a:lnTo>
                    <a:pt x="448" y="180"/>
                  </a:lnTo>
                  <a:lnTo>
                    <a:pt x="471" y="184"/>
                  </a:lnTo>
                  <a:lnTo>
                    <a:pt x="471" y="177"/>
                  </a:lnTo>
                  <a:lnTo>
                    <a:pt x="466" y="171"/>
                  </a:lnTo>
                  <a:lnTo>
                    <a:pt x="461" y="164"/>
                  </a:lnTo>
                  <a:lnTo>
                    <a:pt x="455" y="157"/>
                  </a:lnTo>
                  <a:lnTo>
                    <a:pt x="452" y="149"/>
                  </a:lnTo>
                  <a:lnTo>
                    <a:pt x="473" y="147"/>
                  </a:lnTo>
                  <a:lnTo>
                    <a:pt x="487" y="143"/>
                  </a:lnTo>
                  <a:lnTo>
                    <a:pt x="499" y="136"/>
                  </a:lnTo>
                  <a:lnTo>
                    <a:pt x="509" y="129"/>
                  </a:lnTo>
                  <a:lnTo>
                    <a:pt x="520" y="121"/>
                  </a:lnTo>
                  <a:lnTo>
                    <a:pt x="532" y="115"/>
                  </a:lnTo>
                  <a:lnTo>
                    <a:pt x="548" y="112"/>
                  </a:lnTo>
                  <a:lnTo>
                    <a:pt x="551" y="114"/>
                  </a:lnTo>
                  <a:lnTo>
                    <a:pt x="557" y="115"/>
                  </a:lnTo>
                  <a:lnTo>
                    <a:pt x="560" y="117"/>
                  </a:lnTo>
                  <a:lnTo>
                    <a:pt x="563" y="119"/>
                  </a:lnTo>
                  <a:lnTo>
                    <a:pt x="557" y="119"/>
                  </a:lnTo>
                  <a:lnTo>
                    <a:pt x="539" y="133"/>
                  </a:lnTo>
                  <a:lnTo>
                    <a:pt x="520" y="145"/>
                  </a:lnTo>
                  <a:lnTo>
                    <a:pt x="499" y="154"/>
                  </a:lnTo>
                  <a:lnTo>
                    <a:pt x="499" y="161"/>
                  </a:lnTo>
                  <a:lnTo>
                    <a:pt x="518" y="164"/>
                  </a:lnTo>
                  <a:lnTo>
                    <a:pt x="527" y="154"/>
                  </a:lnTo>
                  <a:lnTo>
                    <a:pt x="536" y="149"/>
                  </a:lnTo>
                  <a:lnTo>
                    <a:pt x="548" y="147"/>
                  </a:lnTo>
                  <a:lnTo>
                    <a:pt x="560" y="147"/>
                  </a:lnTo>
                  <a:lnTo>
                    <a:pt x="576" y="145"/>
                  </a:lnTo>
                  <a:lnTo>
                    <a:pt x="577" y="140"/>
                  </a:lnTo>
                  <a:lnTo>
                    <a:pt x="579" y="135"/>
                  </a:lnTo>
                  <a:lnTo>
                    <a:pt x="583" y="129"/>
                  </a:lnTo>
                  <a:lnTo>
                    <a:pt x="586" y="126"/>
                  </a:lnTo>
                  <a:lnTo>
                    <a:pt x="591" y="138"/>
                  </a:lnTo>
                  <a:lnTo>
                    <a:pt x="597" y="147"/>
                  </a:lnTo>
                  <a:lnTo>
                    <a:pt x="605" y="154"/>
                  </a:lnTo>
                  <a:lnTo>
                    <a:pt x="618" y="157"/>
                  </a:lnTo>
                  <a:lnTo>
                    <a:pt x="621" y="154"/>
                  </a:lnTo>
                  <a:lnTo>
                    <a:pt x="623" y="152"/>
                  </a:lnTo>
                  <a:lnTo>
                    <a:pt x="626" y="150"/>
                  </a:lnTo>
                  <a:lnTo>
                    <a:pt x="628" y="149"/>
                  </a:lnTo>
                  <a:lnTo>
                    <a:pt x="632" y="149"/>
                  </a:lnTo>
                  <a:lnTo>
                    <a:pt x="633" y="149"/>
                  </a:lnTo>
                  <a:lnTo>
                    <a:pt x="637" y="154"/>
                  </a:lnTo>
                  <a:lnTo>
                    <a:pt x="639" y="157"/>
                  </a:lnTo>
                  <a:lnTo>
                    <a:pt x="640" y="161"/>
                  </a:lnTo>
                  <a:lnTo>
                    <a:pt x="646" y="159"/>
                  </a:lnTo>
                  <a:lnTo>
                    <a:pt x="651" y="156"/>
                  </a:lnTo>
                  <a:lnTo>
                    <a:pt x="654" y="152"/>
                  </a:lnTo>
                  <a:lnTo>
                    <a:pt x="659" y="150"/>
                  </a:lnTo>
                  <a:lnTo>
                    <a:pt x="663" y="149"/>
                  </a:lnTo>
                  <a:lnTo>
                    <a:pt x="682" y="154"/>
                  </a:lnTo>
                  <a:lnTo>
                    <a:pt x="698" y="166"/>
                  </a:lnTo>
                  <a:lnTo>
                    <a:pt x="714" y="178"/>
                  </a:lnTo>
                  <a:lnTo>
                    <a:pt x="729" y="189"/>
                  </a:lnTo>
                  <a:lnTo>
                    <a:pt x="735" y="189"/>
                  </a:lnTo>
                  <a:lnTo>
                    <a:pt x="740" y="189"/>
                  </a:lnTo>
                  <a:lnTo>
                    <a:pt x="743" y="187"/>
                  </a:lnTo>
                  <a:lnTo>
                    <a:pt x="749" y="185"/>
                  </a:lnTo>
                  <a:lnTo>
                    <a:pt x="752" y="184"/>
                  </a:lnTo>
                  <a:lnTo>
                    <a:pt x="755" y="184"/>
                  </a:lnTo>
                  <a:lnTo>
                    <a:pt x="759" y="187"/>
                  </a:lnTo>
                  <a:lnTo>
                    <a:pt x="762" y="191"/>
                  </a:lnTo>
                  <a:lnTo>
                    <a:pt x="766" y="196"/>
                  </a:lnTo>
                  <a:lnTo>
                    <a:pt x="769" y="203"/>
                  </a:lnTo>
                  <a:lnTo>
                    <a:pt x="771" y="206"/>
                  </a:lnTo>
                  <a:lnTo>
                    <a:pt x="768" y="208"/>
                  </a:lnTo>
                  <a:lnTo>
                    <a:pt x="764" y="210"/>
                  </a:lnTo>
                  <a:lnTo>
                    <a:pt x="764" y="210"/>
                  </a:lnTo>
                  <a:lnTo>
                    <a:pt x="762" y="211"/>
                  </a:lnTo>
                  <a:lnTo>
                    <a:pt x="762" y="213"/>
                  </a:lnTo>
                  <a:lnTo>
                    <a:pt x="761" y="215"/>
                  </a:lnTo>
                  <a:lnTo>
                    <a:pt x="759" y="218"/>
                  </a:lnTo>
                  <a:lnTo>
                    <a:pt x="771" y="218"/>
                  </a:lnTo>
                  <a:lnTo>
                    <a:pt x="787" y="220"/>
                  </a:lnTo>
                  <a:lnTo>
                    <a:pt x="803" y="220"/>
                  </a:lnTo>
                  <a:lnTo>
                    <a:pt x="817" y="220"/>
                  </a:lnTo>
                  <a:lnTo>
                    <a:pt x="825" y="222"/>
                  </a:lnTo>
                  <a:lnTo>
                    <a:pt x="834" y="232"/>
                  </a:lnTo>
                  <a:lnTo>
                    <a:pt x="843" y="243"/>
                  </a:lnTo>
                  <a:lnTo>
                    <a:pt x="851" y="253"/>
                  </a:lnTo>
                  <a:lnTo>
                    <a:pt x="851" y="218"/>
                  </a:lnTo>
                  <a:lnTo>
                    <a:pt x="860" y="218"/>
                  </a:lnTo>
                  <a:lnTo>
                    <a:pt x="867" y="218"/>
                  </a:lnTo>
                  <a:lnTo>
                    <a:pt x="872" y="217"/>
                  </a:lnTo>
                  <a:lnTo>
                    <a:pt x="879" y="215"/>
                  </a:lnTo>
                  <a:lnTo>
                    <a:pt x="879" y="211"/>
                  </a:lnTo>
                  <a:lnTo>
                    <a:pt x="848" y="211"/>
                  </a:lnTo>
                  <a:lnTo>
                    <a:pt x="846" y="206"/>
                  </a:lnTo>
                  <a:lnTo>
                    <a:pt x="845" y="205"/>
                  </a:lnTo>
                  <a:lnTo>
                    <a:pt x="843" y="201"/>
                  </a:lnTo>
                  <a:lnTo>
                    <a:pt x="841" y="198"/>
                  </a:lnTo>
                  <a:lnTo>
                    <a:pt x="841" y="192"/>
                  </a:lnTo>
                  <a:lnTo>
                    <a:pt x="845" y="192"/>
                  </a:lnTo>
                  <a:lnTo>
                    <a:pt x="845" y="189"/>
                  </a:lnTo>
                  <a:lnTo>
                    <a:pt x="890" y="184"/>
                  </a:lnTo>
                  <a:lnTo>
                    <a:pt x="890" y="196"/>
                  </a:lnTo>
                  <a:lnTo>
                    <a:pt x="895" y="199"/>
                  </a:lnTo>
                  <a:lnTo>
                    <a:pt x="899" y="205"/>
                  </a:lnTo>
                  <a:lnTo>
                    <a:pt x="902" y="208"/>
                  </a:lnTo>
                  <a:lnTo>
                    <a:pt x="906" y="215"/>
                  </a:lnTo>
                  <a:lnTo>
                    <a:pt x="925" y="215"/>
                  </a:lnTo>
                  <a:lnTo>
                    <a:pt x="937" y="218"/>
                  </a:lnTo>
                  <a:lnTo>
                    <a:pt x="949" y="220"/>
                  </a:lnTo>
                  <a:lnTo>
                    <a:pt x="961" y="222"/>
                  </a:lnTo>
                  <a:lnTo>
                    <a:pt x="979" y="222"/>
                  </a:lnTo>
                  <a:lnTo>
                    <a:pt x="981" y="220"/>
                  </a:lnTo>
                  <a:lnTo>
                    <a:pt x="982" y="218"/>
                  </a:lnTo>
                  <a:lnTo>
                    <a:pt x="984" y="217"/>
                  </a:lnTo>
                  <a:lnTo>
                    <a:pt x="986" y="215"/>
                  </a:lnTo>
                  <a:lnTo>
                    <a:pt x="986" y="203"/>
                  </a:lnTo>
                  <a:lnTo>
                    <a:pt x="1009" y="203"/>
                  </a:lnTo>
                  <a:lnTo>
                    <a:pt x="1016" y="218"/>
                  </a:lnTo>
                  <a:lnTo>
                    <a:pt x="1024" y="234"/>
                  </a:lnTo>
                  <a:lnTo>
                    <a:pt x="1026" y="227"/>
                  </a:lnTo>
                  <a:lnTo>
                    <a:pt x="1026" y="224"/>
                  </a:lnTo>
                  <a:lnTo>
                    <a:pt x="1028" y="218"/>
                  </a:lnTo>
                  <a:lnTo>
                    <a:pt x="1028" y="215"/>
                  </a:lnTo>
                  <a:lnTo>
                    <a:pt x="1040" y="215"/>
                  </a:lnTo>
                  <a:lnTo>
                    <a:pt x="1040" y="201"/>
                  </a:lnTo>
                  <a:lnTo>
                    <a:pt x="1040" y="185"/>
                  </a:lnTo>
                  <a:lnTo>
                    <a:pt x="1042" y="171"/>
                  </a:lnTo>
                  <a:lnTo>
                    <a:pt x="1040" y="164"/>
                  </a:lnTo>
                  <a:lnTo>
                    <a:pt x="1028" y="150"/>
                  </a:lnTo>
                  <a:lnTo>
                    <a:pt x="1019" y="135"/>
                  </a:lnTo>
                  <a:lnTo>
                    <a:pt x="1017" y="117"/>
                  </a:lnTo>
                  <a:lnTo>
                    <a:pt x="1021" y="100"/>
                  </a:lnTo>
                  <a:lnTo>
                    <a:pt x="1033" y="81"/>
                  </a:lnTo>
                  <a:lnTo>
                    <a:pt x="1042" y="77"/>
                  </a:lnTo>
                  <a:lnTo>
                    <a:pt x="1052" y="74"/>
                  </a:lnTo>
                  <a:lnTo>
                    <a:pt x="1063" y="72"/>
                  </a:lnTo>
                  <a:close/>
                  <a:moveTo>
                    <a:pt x="851" y="23"/>
                  </a:moveTo>
                  <a:lnTo>
                    <a:pt x="872" y="37"/>
                  </a:lnTo>
                  <a:lnTo>
                    <a:pt x="885" y="54"/>
                  </a:lnTo>
                  <a:lnTo>
                    <a:pt x="892" y="75"/>
                  </a:lnTo>
                  <a:lnTo>
                    <a:pt x="897" y="102"/>
                  </a:lnTo>
                  <a:lnTo>
                    <a:pt x="902" y="129"/>
                  </a:lnTo>
                  <a:lnTo>
                    <a:pt x="918" y="131"/>
                  </a:lnTo>
                  <a:lnTo>
                    <a:pt x="928" y="133"/>
                  </a:lnTo>
                  <a:lnTo>
                    <a:pt x="937" y="140"/>
                  </a:lnTo>
                  <a:lnTo>
                    <a:pt x="942" y="149"/>
                  </a:lnTo>
                  <a:lnTo>
                    <a:pt x="944" y="164"/>
                  </a:lnTo>
                  <a:lnTo>
                    <a:pt x="941" y="164"/>
                  </a:lnTo>
                  <a:lnTo>
                    <a:pt x="939" y="163"/>
                  </a:lnTo>
                  <a:lnTo>
                    <a:pt x="937" y="161"/>
                  </a:lnTo>
                  <a:lnTo>
                    <a:pt x="935" y="159"/>
                  </a:lnTo>
                  <a:lnTo>
                    <a:pt x="932" y="157"/>
                  </a:lnTo>
                  <a:lnTo>
                    <a:pt x="932" y="164"/>
                  </a:lnTo>
                  <a:lnTo>
                    <a:pt x="935" y="168"/>
                  </a:lnTo>
                  <a:lnTo>
                    <a:pt x="937" y="170"/>
                  </a:lnTo>
                  <a:lnTo>
                    <a:pt x="939" y="170"/>
                  </a:lnTo>
                  <a:lnTo>
                    <a:pt x="939" y="173"/>
                  </a:lnTo>
                  <a:lnTo>
                    <a:pt x="939" y="175"/>
                  </a:lnTo>
                  <a:lnTo>
                    <a:pt x="941" y="180"/>
                  </a:lnTo>
                  <a:lnTo>
                    <a:pt x="932" y="182"/>
                  </a:lnTo>
                  <a:lnTo>
                    <a:pt x="923" y="184"/>
                  </a:lnTo>
                  <a:lnTo>
                    <a:pt x="913" y="184"/>
                  </a:lnTo>
                  <a:lnTo>
                    <a:pt x="895" y="177"/>
                  </a:lnTo>
                  <a:lnTo>
                    <a:pt x="878" y="175"/>
                  </a:lnTo>
                  <a:lnTo>
                    <a:pt x="858" y="178"/>
                  </a:lnTo>
                  <a:lnTo>
                    <a:pt x="839" y="184"/>
                  </a:lnTo>
                  <a:lnTo>
                    <a:pt x="820" y="187"/>
                  </a:lnTo>
                  <a:lnTo>
                    <a:pt x="799" y="187"/>
                  </a:lnTo>
                  <a:lnTo>
                    <a:pt x="775" y="180"/>
                  </a:lnTo>
                  <a:lnTo>
                    <a:pt x="762" y="177"/>
                  </a:lnTo>
                  <a:lnTo>
                    <a:pt x="752" y="175"/>
                  </a:lnTo>
                  <a:lnTo>
                    <a:pt x="743" y="173"/>
                  </a:lnTo>
                  <a:lnTo>
                    <a:pt x="735" y="168"/>
                  </a:lnTo>
                  <a:lnTo>
                    <a:pt x="729" y="157"/>
                  </a:lnTo>
                  <a:lnTo>
                    <a:pt x="733" y="157"/>
                  </a:lnTo>
                  <a:lnTo>
                    <a:pt x="742" y="149"/>
                  </a:lnTo>
                  <a:lnTo>
                    <a:pt x="755" y="145"/>
                  </a:lnTo>
                  <a:lnTo>
                    <a:pt x="771" y="143"/>
                  </a:lnTo>
                  <a:lnTo>
                    <a:pt x="787" y="142"/>
                  </a:lnTo>
                  <a:lnTo>
                    <a:pt x="787" y="138"/>
                  </a:lnTo>
                  <a:lnTo>
                    <a:pt x="780" y="133"/>
                  </a:lnTo>
                  <a:lnTo>
                    <a:pt x="775" y="129"/>
                  </a:lnTo>
                  <a:lnTo>
                    <a:pt x="768" y="128"/>
                  </a:lnTo>
                  <a:lnTo>
                    <a:pt x="755" y="126"/>
                  </a:lnTo>
                  <a:lnTo>
                    <a:pt x="749" y="126"/>
                  </a:lnTo>
                  <a:lnTo>
                    <a:pt x="736" y="126"/>
                  </a:lnTo>
                  <a:lnTo>
                    <a:pt x="721" y="126"/>
                  </a:lnTo>
                  <a:lnTo>
                    <a:pt x="719" y="115"/>
                  </a:lnTo>
                  <a:lnTo>
                    <a:pt x="714" y="105"/>
                  </a:lnTo>
                  <a:lnTo>
                    <a:pt x="710" y="96"/>
                  </a:lnTo>
                  <a:lnTo>
                    <a:pt x="707" y="86"/>
                  </a:lnTo>
                  <a:lnTo>
                    <a:pt x="707" y="68"/>
                  </a:lnTo>
                  <a:lnTo>
                    <a:pt x="714" y="58"/>
                  </a:lnTo>
                  <a:lnTo>
                    <a:pt x="721" y="46"/>
                  </a:lnTo>
                  <a:lnTo>
                    <a:pt x="729" y="35"/>
                  </a:lnTo>
                  <a:lnTo>
                    <a:pt x="740" y="28"/>
                  </a:lnTo>
                  <a:lnTo>
                    <a:pt x="752" y="30"/>
                  </a:lnTo>
                  <a:lnTo>
                    <a:pt x="755" y="30"/>
                  </a:lnTo>
                  <a:lnTo>
                    <a:pt x="755" y="33"/>
                  </a:lnTo>
                  <a:lnTo>
                    <a:pt x="755" y="35"/>
                  </a:lnTo>
                  <a:lnTo>
                    <a:pt x="754" y="35"/>
                  </a:lnTo>
                  <a:lnTo>
                    <a:pt x="754" y="37"/>
                  </a:lnTo>
                  <a:lnTo>
                    <a:pt x="754" y="37"/>
                  </a:lnTo>
                  <a:lnTo>
                    <a:pt x="755" y="39"/>
                  </a:lnTo>
                  <a:lnTo>
                    <a:pt x="755" y="42"/>
                  </a:lnTo>
                  <a:lnTo>
                    <a:pt x="764" y="42"/>
                  </a:lnTo>
                  <a:lnTo>
                    <a:pt x="776" y="42"/>
                  </a:lnTo>
                  <a:lnTo>
                    <a:pt x="787" y="42"/>
                  </a:lnTo>
                  <a:lnTo>
                    <a:pt x="794" y="42"/>
                  </a:lnTo>
                  <a:lnTo>
                    <a:pt x="797" y="44"/>
                  </a:lnTo>
                  <a:lnTo>
                    <a:pt x="799" y="46"/>
                  </a:lnTo>
                  <a:lnTo>
                    <a:pt x="801" y="49"/>
                  </a:lnTo>
                  <a:lnTo>
                    <a:pt x="803" y="53"/>
                  </a:lnTo>
                  <a:lnTo>
                    <a:pt x="806" y="54"/>
                  </a:lnTo>
                  <a:lnTo>
                    <a:pt x="810" y="58"/>
                  </a:lnTo>
                  <a:lnTo>
                    <a:pt x="811" y="53"/>
                  </a:lnTo>
                  <a:lnTo>
                    <a:pt x="813" y="51"/>
                  </a:lnTo>
                  <a:lnTo>
                    <a:pt x="817" y="49"/>
                  </a:lnTo>
                  <a:lnTo>
                    <a:pt x="818" y="47"/>
                  </a:lnTo>
                  <a:lnTo>
                    <a:pt x="824" y="47"/>
                  </a:lnTo>
                  <a:lnTo>
                    <a:pt x="829" y="46"/>
                  </a:lnTo>
                  <a:lnTo>
                    <a:pt x="836" y="60"/>
                  </a:lnTo>
                  <a:lnTo>
                    <a:pt x="843" y="70"/>
                  </a:lnTo>
                  <a:lnTo>
                    <a:pt x="848" y="77"/>
                  </a:lnTo>
                  <a:lnTo>
                    <a:pt x="850" y="72"/>
                  </a:lnTo>
                  <a:lnTo>
                    <a:pt x="851" y="67"/>
                  </a:lnTo>
                  <a:lnTo>
                    <a:pt x="851" y="61"/>
                  </a:lnTo>
                  <a:lnTo>
                    <a:pt x="851" y="54"/>
                  </a:lnTo>
                  <a:lnTo>
                    <a:pt x="845" y="44"/>
                  </a:lnTo>
                  <a:lnTo>
                    <a:pt x="846" y="33"/>
                  </a:lnTo>
                  <a:lnTo>
                    <a:pt x="851" y="23"/>
                  </a:lnTo>
                  <a:close/>
                  <a:moveTo>
                    <a:pt x="871" y="7"/>
                  </a:moveTo>
                  <a:lnTo>
                    <a:pt x="879" y="7"/>
                  </a:lnTo>
                  <a:lnTo>
                    <a:pt x="886" y="9"/>
                  </a:lnTo>
                  <a:lnTo>
                    <a:pt x="893" y="11"/>
                  </a:lnTo>
                  <a:lnTo>
                    <a:pt x="899" y="14"/>
                  </a:lnTo>
                  <a:lnTo>
                    <a:pt x="900" y="19"/>
                  </a:lnTo>
                  <a:lnTo>
                    <a:pt x="900" y="23"/>
                  </a:lnTo>
                  <a:lnTo>
                    <a:pt x="902" y="28"/>
                  </a:lnTo>
                  <a:lnTo>
                    <a:pt x="902" y="35"/>
                  </a:lnTo>
                  <a:lnTo>
                    <a:pt x="897" y="35"/>
                  </a:lnTo>
                  <a:lnTo>
                    <a:pt x="893" y="37"/>
                  </a:lnTo>
                  <a:lnTo>
                    <a:pt x="888" y="37"/>
                  </a:lnTo>
                  <a:lnTo>
                    <a:pt x="883" y="39"/>
                  </a:lnTo>
                  <a:lnTo>
                    <a:pt x="874" y="30"/>
                  </a:lnTo>
                  <a:lnTo>
                    <a:pt x="864" y="23"/>
                  </a:lnTo>
                  <a:lnTo>
                    <a:pt x="871" y="7"/>
                  </a:lnTo>
                  <a:close/>
                  <a:moveTo>
                    <a:pt x="4266" y="0"/>
                  </a:moveTo>
                  <a:lnTo>
                    <a:pt x="4285" y="0"/>
                  </a:lnTo>
                  <a:lnTo>
                    <a:pt x="4301" y="4"/>
                  </a:lnTo>
                  <a:lnTo>
                    <a:pt x="4316" y="7"/>
                  </a:lnTo>
                  <a:lnTo>
                    <a:pt x="4320" y="23"/>
                  </a:lnTo>
                  <a:lnTo>
                    <a:pt x="4269" y="23"/>
                  </a:lnTo>
                  <a:lnTo>
                    <a:pt x="4267" y="18"/>
                  </a:lnTo>
                  <a:lnTo>
                    <a:pt x="4267" y="13"/>
                  </a:lnTo>
                  <a:lnTo>
                    <a:pt x="4266" y="7"/>
                  </a:lnTo>
                  <a:lnTo>
                    <a:pt x="4266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3" name="Freeform 10">
              <a:extLst>
                <a:ext uri="{FF2B5EF4-FFF2-40B4-BE49-F238E27FC236}">
                  <a16:creationId xmlns:a16="http://schemas.microsoft.com/office/drawing/2014/main" id="{F15D860D-D267-486F-9368-927B9F522A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5438" y="1790700"/>
              <a:ext cx="6908800" cy="3509963"/>
            </a:xfrm>
            <a:custGeom>
              <a:avLst/>
              <a:gdLst>
                <a:gd name="T0" fmla="*/ 660 w 4352"/>
                <a:gd name="T1" fmla="*/ 268 h 2211"/>
                <a:gd name="T2" fmla="*/ 761 w 4352"/>
                <a:gd name="T3" fmla="*/ 293 h 2211"/>
                <a:gd name="T4" fmla="*/ 891 w 4352"/>
                <a:gd name="T5" fmla="*/ 513 h 2211"/>
                <a:gd name="T6" fmla="*/ 763 w 4352"/>
                <a:gd name="T7" fmla="*/ 572 h 2211"/>
                <a:gd name="T8" fmla="*/ 541 w 4352"/>
                <a:gd name="T9" fmla="*/ 326 h 2211"/>
                <a:gd name="T10" fmla="*/ 381 w 4352"/>
                <a:gd name="T11" fmla="*/ 211 h 2211"/>
                <a:gd name="T12" fmla="*/ 442 w 4352"/>
                <a:gd name="T13" fmla="*/ 265 h 2211"/>
                <a:gd name="T14" fmla="*/ 20 w 4352"/>
                <a:gd name="T15" fmla="*/ 288 h 2211"/>
                <a:gd name="T16" fmla="*/ 452 w 4352"/>
                <a:gd name="T17" fmla="*/ 157 h 2211"/>
                <a:gd name="T18" fmla="*/ 3751 w 4352"/>
                <a:gd name="T19" fmla="*/ 141 h 2211"/>
                <a:gd name="T20" fmla="*/ 320 w 4352"/>
                <a:gd name="T21" fmla="*/ 123 h 2211"/>
                <a:gd name="T22" fmla="*/ 299 w 4352"/>
                <a:gd name="T23" fmla="*/ 143 h 2211"/>
                <a:gd name="T24" fmla="*/ 163 w 4352"/>
                <a:gd name="T25" fmla="*/ 127 h 2211"/>
                <a:gd name="T26" fmla="*/ 140 w 4352"/>
                <a:gd name="T27" fmla="*/ 101 h 2211"/>
                <a:gd name="T28" fmla="*/ 3675 w 4352"/>
                <a:gd name="T29" fmla="*/ 153 h 2211"/>
                <a:gd name="T30" fmla="*/ 639 w 4352"/>
                <a:gd name="T31" fmla="*/ 162 h 2211"/>
                <a:gd name="T32" fmla="*/ 508 w 4352"/>
                <a:gd name="T33" fmla="*/ 150 h 2211"/>
                <a:gd name="T34" fmla="*/ 404 w 4352"/>
                <a:gd name="T35" fmla="*/ 89 h 2211"/>
                <a:gd name="T36" fmla="*/ 180 w 4352"/>
                <a:gd name="T37" fmla="*/ 82 h 2211"/>
                <a:gd name="T38" fmla="*/ 2683 w 4352"/>
                <a:gd name="T39" fmla="*/ 75 h 2211"/>
                <a:gd name="T40" fmla="*/ 2475 w 4352"/>
                <a:gd name="T41" fmla="*/ 199 h 2211"/>
                <a:gd name="T42" fmla="*/ 407 w 4352"/>
                <a:gd name="T43" fmla="*/ 52 h 2211"/>
                <a:gd name="T44" fmla="*/ 3303 w 4352"/>
                <a:gd name="T45" fmla="*/ 117 h 2211"/>
                <a:gd name="T46" fmla="*/ 3357 w 4352"/>
                <a:gd name="T47" fmla="*/ 195 h 2211"/>
                <a:gd name="T48" fmla="*/ 3540 w 4352"/>
                <a:gd name="T49" fmla="*/ 305 h 2211"/>
                <a:gd name="T50" fmla="*/ 3767 w 4352"/>
                <a:gd name="T51" fmla="*/ 261 h 2211"/>
                <a:gd name="T52" fmla="*/ 4073 w 4352"/>
                <a:gd name="T53" fmla="*/ 364 h 2211"/>
                <a:gd name="T54" fmla="*/ 4312 w 4352"/>
                <a:gd name="T55" fmla="*/ 511 h 2211"/>
                <a:gd name="T56" fmla="*/ 4193 w 4352"/>
                <a:gd name="T57" fmla="*/ 539 h 2211"/>
                <a:gd name="T58" fmla="*/ 4015 w 4352"/>
                <a:gd name="T59" fmla="*/ 677 h 2211"/>
                <a:gd name="T60" fmla="*/ 3874 w 4352"/>
                <a:gd name="T61" fmla="*/ 780 h 2211"/>
                <a:gd name="T62" fmla="*/ 3928 w 4352"/>
                <a:gd name="T63" fmla="*/ 640 h 2211"/>
                <a:gd name="T64" fmla="*/ 3622 w 4352"/>
                <a:gd name="T65" fmla="*/ 768 h 2211"/>
                <a:gd name="T66" fmla="*/ 3591 w 4352"/>
                <a:gd name="T67" fmla="*/ 1045 h 2211"/>
                <a:gd name="T68" fmla="*/ 3456 w 4352"/>
                <a:gd name="T69" fmla="*/ 1122 h 2211"/>
                <a:gd name="T70" fmla="*/ 3402 w 4352"/>
                <a:gd name="T71" fmla="*/ 1218 h 2211"/>
                <a:gd name="T72" fmla="*/ 3245 w 4352"/>
                <a:gd name="T73" fmla="*/ 1413 h 2211"/>
                <a:gd name="T74" fmla="*/ 3168 w 4352"/>
                <a:gd name="T75" fmla="*/ 1686 h 2211"/>
                <a:gd name="T76" fmla="*/ 2987 w 4352"/>
                <a:gd name="T77" fmla="*/ 1387 h 2211"/>
                <a:gd name="T78" fmla="*/ 2720 w 4352"/>
                <a:gd name="T79" fmla="*/ 1406 h 2211"/>
                <a:gd name="T80" fmla="*/ 2434 w 4352"/>
                <a:gd name="T81" fmla="*/ 1335 h 2211"/>
                <a:gd name="T82" fmla="*/ 2339 w 4352"/>
                <a:gd name="T83" fmla="*/ 1523 h 2211"/>
                <a:gd name="T84" fmla="*/ 2231 w 4352"/>
                <a:gd name="T85" fmla="*/ 1378 h 2211"/>
                <a:gd name="T86" fmla="*/ 2310 w 4352"/>
                <a:gd name="T87" fmla="*/ 1714 h 2211"/>
                <a:gd name="T88" fmla="*/ 2001 w 4352"/>
                <a:gd name="T89" fmla="*/ 2208 h 2211"/>
                <a:gd name="T90" fmla="*/ 1920 w 4352"/>
                <a:gd name="T91" fmla="*/ 1862 h 2211"/>
                <a:gd name="T92" fmla="*/ 1625 w 4352"/>
                <a:gd name="T93" fmla="*/ 1644 h 2211"/>
                <a:gd name="T94" fmla="*/ 1636 w 4352"/>
                <a:gd name="T95" fmla="*/ 1195 h 2211"/>
                <a:gd name="T96" fmla="*/ 1709 w 4352"/>
                <a:gd name="T97" fmla="*/ 1028 h 2211"/>
                <a:gd name="T98" fmla="*/ 1793 w 4352"/>
                <a:gd name="T99" fmla="*/ 865 h 2211"/>
                <a:gd name="T100" fmla="*/ 1973 w 4352"/>
                <a:gd name="T101" fmla="*/ 801 h 2211"/>
                <a:gd name="T102" fmla="*/ 2118 w 4352"/>
                <a:gd name="T103" fmla="*/ 659 h 2211"/>
                <a:gd name="T104" fmla="*/ 1997 w 4352"/>
                <a:gd name="T105" fmla="*/ 686 h 2211"/>
                <a:gd name="T106" fmla="*/ 1831 w 4352"/>
                <a:gd name="T107" fmla="*/ 577 h 2211"/>
                <a:gd name="T108" fmla="*/ 2041 w 4352"/>
                <a:gd name="T109" fmla="*/ 342 h 2211"/>
                <a:gd name="T110" fmla="*/ 2259 w 4352"/>
                <a:gd name="T111" fmla="*/ 391 h 2211"/>
                <a:gd name="T112" fmla="*/ 2278 w 4352"/>
                <a:gd name="T113" fmla="*/ 499 h 2211"/>
                <a:gd name="T114" fmla="*/ 2439 w 4352"/>
                <a:gd name="T115" fmla="*/ 387 h 2211"/>
                <a:gd name="T116" fmla="*/ 2566 w 4352"/>
                <a:gd name="T117" fmla="*/ 382 h 2211"/>
                <a:gd name="T118" fmla="*/ 2667 w 4352"/>
                <a:gd name="T119" fmla="*/ 261 h 2211"/>
                <a:gd name="T120" fmla="*/ 2737 w 4352"/>
                <a:gd name="T121" fmla="*/ 467 h 2211"/>
                <a:gd name="T122" fmla="*/ 2861 w 4352"/>
                <a:gd name="T123" fmla="*/ 275 h 2211"/>
                <a:gd name="T124" fmla="*/ 3161 w 4352"/>
                <a:gd name="T125" fmla="*/ 17 h 2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52" h="2211">
                  <a:moveTo>
                    <a:pt x="2697" y="200"/>
                  </a:moveTo>
                  <a:lnTo>
                    <a:pt x="2708" y="204"/>
                  </a:lnTo>
                  <a:lnTo>
                    <a:pt x="2708" y="211"/>
                  </a:lnTo>
                  <a:lnTo>
                    <a:pt x="2704" y="211"/>
                  </a:lnTo>
                  <a:lnTo>
                    <a:pt x="2702" y="213"/>
                  </a:lnTo>
                  <a:lnTo>
                    <a:pt x="2701" y="214"/>
                  </a:lnTo>
                  <a:lnTo>
                    <a:pt x="2699" y="214"/>
                  </a:lnTo>
                  <a:lnTo>
                    <a:pt x="2697" y="214"/>
                  </a:lnTo>
                  <a:lnTo>
                    <a:pt x="2694" y="214"/>
                  </a:lnTo>
                  <a:lnTo>
                    <a:pt x="2694" y="209"/>
                  </a:lnTo>
                  <a:lnTo>
                    <a:pt x="2694" y="206"/>
                  </a:lnTo>
                  <a:lnTo>
                    <a:pt x="2695" y="204"/>
                  </a:lnTo>
                  <a:lnTo>
                    <a:pt x="2697" y="200"/>
                  </a:lnTo>
                  <a:close/>
                  <a:moveTo>
                    <a:pt x="562" y="192"/>
                  </a:moveTo>
                  <a:lnTo>
                    <a:pt x="562" y="195"/>
                  </a:lnTo>
                  <a:lnTo>
                    <a:pt x="566" y="195"/>
                  </a:lnTo>
                  <a:lnTo>
                    <a:pt x="564" y="213"/>
                  </a:lnTo>
                  <a:lnTo>
                    <a:pt x="566" y="228"/>
                  </a:lnTo>
                  <a:lnTo>
                    <a:pt x="573" y="242"/>
                  </a:lnTo>
                  <a:lnTo>
                    <a:pt x="576" y="244"/>
                  </a:lnTo>
                  <a:lnTo>
                    <a:pt x="580" y="244"/>
                  </a:lnTo>
                  <a:lnTo>
                    <a:pt x="583" y="246"/>
                  </a:lnTo>
                  <a:lnTo>
                    <a:pt x="589" y="246"/>
                  </a:lnTo>
                  <a:lnTo>
                    <a:pt x="589" y="204"/>
                  </a:lnTo>
                  <a:lnTo>
                    <a:pt x="615" y="204"/>
                  </a:lnTo>
                  <a:lnTo>
                    <a:pt x="620" y="216"/>
                  </a:lnTo>
                  <a:lnTo>
                    <a:pt x="627" y="228"/>
                  </a:lnTo>
                  <a:lnTo>
                    <a:pt x="634" y="239"/>
                  </a:lnTo>
                  <a:lnTo>
                    <a:pt x="646" y="242"/>
                  </a:lnTo>
                  <a:lnTo>
                    <a:pt x="646" y="247"/>
                  </a:lnTo>
                  <a:lnTo>
                    <a:pt x="648" y="258"/>
                  </a:lnTo>
                  <a:lnTo>
                    <a:pt x="650" y="270"/>
                  </a:lnTo>
                  <a:lnTo>
                    <a:pt x="650" y="277"/>
                  </a:lnTo>
                  <a:lnTo>
                    <a:pt x="653" y="275"/>
                  </a:lnTo>
                  <a:lnTo>
                    <a:pt x="655" y="275"/>
                  </a:lnTo>
                  <a:lnTo>
                    <a:pt x="655" y="275"/>
                  </a:lnTo>
                  <a:lnTo>
                    <a:pt x="657" y="274"/>
                  </a:lnTo>
                  <a:lnTo>
                    <a:pt x="658" y="272"/>
                  </a:lnTo>
                  <a:lnTo>
                    <a:pt x="660" y="268"/>
                  </a:lnTo>
                  <a:lnTo>
                    <a:pt x="662" y="263"/>
                  </a:lnTo>
                  <a:lnTo>
                    <a:pt x="664" y="258"/>
                  </a:lnTo>
                  <a:lnTo>
                    <a:pt x="665" y="254"/>
                  </a:lnTo>
                  <a:lnTo>
                    <a:pt x="669" y="251"/>
                  </a:lnTo>
                  <a:lnTo>
                    <a:pt x="672" y="249"/>
                  </a:lnTo>
                  <a:lnTo>
                    <a:pt x="678" y="247"/>
                  </a:lnTo>
                  <a:lnTo>
                    <a:pt x="681" y="244"/>
                  </a:lnTo>
                  <a:lnTo>
                    <a:pt x="685" y="242"/>
                  </a:lnTo>
                  <a:lnTo>
                    <a:pt x="681" y="242"/>
                  </a:lnTo>
                  <a:lnTo>
                    <a:pt x="681" y="239"/>
                  </a:lnTo>
                  <a:lnTo>
                    <a:pt x="672" y="242"/>
                  </a:lnTo>
                  <a:lnTo>
                    <a:pt x="667" y="246"/>
                  </a:lnTo>
                  <a:lnTo>
                    <a:pt x="660" y="251"/>
                  </a:lnTo>
                  <a:lnTo>
                    <a:pt x="650" y="254"/>
                  </a:lnTo>
                  <a:lnTo>
                    <a:pt x="648" y="239"/>
                  </a:lnTo>
                  <a:lnTo>
                    <a:pt x="646" y="228"/>
                  </a:lnTo>
                  <a:lnTo>
                    <a:pt x="643" y="219"/>
                  </a:lnTo>
                  <a:lnTo>
                    <a:pt x="639" y="207"/>
                  </a:lnTo>
                  <a:lnTo>
                    <a:pt x="643" y="206"/>
                  </a:lnTo>
                  <a:lnTo>
                    <a:pt x="644" y="206"/>
                  </a:lnTo>
                  <a:lnTo>
                    <a:pt x="648" y="204"/>
                  </a:lnTo>
                  <a:lnTo>
                    <a:pt x="653" y="204"/>
                  </a:lnTo>
                  <a:lnTo>
                    <a:pt x="658" y="207"/>
                  </a:lnTo>
                  <a:lnTo>
                    <a:pt x="662" y="209"/>
                  </a:lnTo>
                  <a:lnTo>
                    <a:pt x="667" y="211"/>
                  </a:lnTo>
                  <a:lnTo>
                    <a:pt x="672" y="213"/>
                  </a:lnTo>
                  <a:lnTo>
                    <a:pt x="678" y="214"/>
                  </a:lnTo>
                  <a:lnTo>
                    <a:pt x="685" y="226"/>
                  </a:lnTo>
                  <a:lnTo>
                    <a:pt x="692" y="240"/>
                  </a:lnTo>
                  <a:lnTo>
                    <a:pt x="697" y="253"/>
                  </a:lnTo>
                  <a:lnTo>
                    <a:pt x="704" y="261"/>
                  </a:lnTo>
                  <a:lnTo>
                    <a:pt x="707" y="263"/>
                  </a:lnTo>
                  <a:lnTo>
                    <a:pt x="713" y="263"/>
                  </a:lnTo>
                  <a:lnTo>
                    <a:pt x="718" y="263"/>
                  </a:lnTo>
                  <a:lnTo>
                    <a:pt x="723" y="263"/>
                  </a:lnTo>
                  <a:lnTo>
                    <a:pt x="726" y="263"/>
                  </a:lnTo>
                  <a:lnTo>
                    <a:pt x="730" y="265"/>
                  </a:lnTo>
                  <a:lnTo>
                    <a:pt x="747" y="277"/>
                  </a:lnTo>
                  <a:lnTo>
                    <a:pt x="761" y="293"/>
                  </a:lnTo>
                  <a:lnTo>
                    <a:pt x="777" y="307"/>
                  </a:lnTo>
                  <a:lnTo>
                    <a:pt x="777" y="319"/>
                  </a:lnTo>
                  <a:lnTo>
                    <a:pt x="791" y="324"/>
                  </a:lnTo>
                  <a:lnTo>
                    <a:pt x="803" y="331"/>
                  </a:lnTo>
                  <a:lnTo>
                    <a:pt x="810" y="342"/>
                  </a:lnTo>
                  <a:lnTo>
                    <a:pt x="819" y="354"/>
                  </a:lnTo>
                  <a:lnTo>
                    <a:pt x="826" y="366"/>
                  </a:lnTo>
                  <a:lnTo>
                    <a:pt x="835" y="377"/>
                  </a:lnTo>
                  <a:lnTo>
                    <a:pt x="829" y="384"/>
                  </a:lnTo>
                  <a:lnTo>
                    <a:pt x="826" y="387"/>
                  </a:lnTo>
                  <a:lnTo>
                    <a:pt x="824" y="392"/>
                  </a:lnTo>
                  <a:lnTo>
                    <a:pt x="822" y="396"/>
                  </a:lnTo>
                  <a:lnTo>
                    <a:pt x="829" y="408"/>
                  </a:lnTo>
                  <a:lnTo>
                    <a:pt x="840" y="417"/>
                  </a:lnTo>
                  <a:lnTo>
                    <a:pt x="854" y="422"/>
                  </a:lnTo>
                  <a:lnTo>
                    <a:pt x="854" y="427"/>
                  </a:lnTo>
                  <a:lnTo>
                    <a:pt x="854" y="429"/>
                  </a:lnTo>
                  <a:lnTo>
                    <a:pt x="856" y="431"/>
                  </a:lnTo>
                  <a:lnTo>
                    <a:pt x="856" y="432"/>
                  </a:lnTo>
                  <a:lnTo>
                    <a:pt x="857" y="434"/>
                  </a:lnTo>
                  <a:lnTo>
                    <a:pt x="861" y="436"/>
                  </a:lnTo>
                  <a:lnTo>
                    <a:pt x="864" y="439"/>
                  </a:lnTo>
                  <a:lnTo>
                    <a:pt x="870" y="441"/>
                  </a:lnTo>
                  <a:lnTo>
                    <a:pt x="873" y="443"/>
                  </a:lnTo>
                  <a:lnTo>
                    <a:pt x="877" y="446"/>
                  </a:lnTo>
                  <a:lnTo>
                    <a:pt x="878" y="448"/>
                  </a:lnTo>
                  <a:lnTo>
                    <a:pt x="880" y="452"/>
                  </a:lnTo>
                  <a:lnTo>
                    <a:pt x="878" y="453"/>
                  </a:lnTo>
                  <a:lnTo>
                    <a:pt x="878" y="455"/>
                  </a:lnTo>
                  <a:lnTo>
                    <a:pt x="878" y="455"/>
                  </a:lnTo>
                  <a:lnTo>
                    <a:pt x="878" y="457"/>
                  </a:lnTo>
                  <a:lnTo>
                    <a:pt x="880" y="459"/>
                  </a:lnTo>
                  <a:lnTo>
                    <a:pt x="884" y="460"/>
                  </a:lnTo>
                  <a:lnTo>
                    <a:pt x="889" y="462"/>
                  </a:lnTo>
                  <a:lnTo>
                    <a:pt x="892" y="464"/>
                  </a:lnTo>
                  <a:lnTo>
                    <a:pt x="898" y="464"/>
                  </a:lnTo>
                  <a:lnTo>
                    <a:pt x="903" y="464"/>
                  </a:lnTo>
                  <a:lnTo>
                    <a:pt x="896" y="511"/>
                  </a:lnTo>
                  <a:lnTo>
                    <a:pt x="891" y="513"/>
                  </a:lnTo>
                  <a:lnTo>
                    <a:pt x="885" y="513"/>
                  </a:lnTo>
                  <a:lnTo>
                    <a:pt x="880" y="514"/>
                  </a:lnTo>
                  <a:lnTo>
                    <a:pt x="873" y="514"/>
                  </a:lnTo>
                  <a:lnTo>
                    <a:pt x="866" y="506"/>
                  </a:lnTo>
                  <a:lnTo>
                    <a:pt x="857" y="497"/>
                  </a:lnTo>
                  <a:lnTo>
                    <a:pt x="850" y="488"/>
                  </a:lnTo>
                  <a:lnTo>
                    <a:pt x="845" y="476"/>
                  </a:lnTo>
                  <a:lnTo>
                    <a:pt x="838" y="476"/>
                  </a:lnTo>
                  <a:lnTo>
                    <a:pt x="833" y="478"/>
                  </a:lnTo>
                  <a:lnTo>
                    <a:pt x="828" y="478"/>
                  </a:lnTo>
                  <a:lnTo>
                    <a:pt x="822" y="480"/>
                  </a:lnTo>
                  <a:lnTo>
                    <a:pt x="831" y="507"/>
                  </a:lnTo>
                  <a:lnTo>
                    <a:pt x="838" y="537"/>
                  </a:lnTo>
                  <a:lnTo>
                    <a:pt x="850" y="537"/>
                  </a:lnTo>
                  <a:lnTo>
                    <a:pt x="857" y="551"/>
                  </a:lnTo>
                  <a:lnTo>
                    <a:pt x="863" y="565"/>
                  </a:lnTo>
                  <a:lnTo>
                    <a:pt x="864" y="584"/>
                  </a:lnTo>
                  <a:lnTo>
                    <a:pt x="863" y="586"/>
                  </a:lnTo>
                  <a:lnTo>
                    <a:pt x="861" y="588"/>
                  </a:lnTo>
                  <a:lnTo>
                    <a:pt x="861" y="590"/>
                  </a:lnTo>
                  <a:lnTo>
                    <a:pt x="859" y="591"/>
                  </a:lnTo>
                  <a:lnTo>
                    <a:pt x="857" y="593"/>
                  </a:lnTo>
                  <a:lnTo>
                    <a:pt x="854" y="595"/>
                  </a:lnTo>
                  <a:lnTo>
                    <a:pt x="847" y="591"/>
                  </a:lnTo>
                  <a:lnTo>
                    <a:pt x="838" y="586"/>
                  </a:lnTo>
                  <a:lnTo>
                    <a:pt x="829" y="581"/>
                  </a:lnTo>
                  <a:lnTo>
                    <a:pt x="822" y="577"/>
                  </a:lnTo>
                  <a:lnTo>
                    <a:pt x="819" y="576"/>
                  </a:lnTo>
                  <a:lnTo>
                    <a:pt x="816" y="576"/>
                  </a:lnTo>
                  <a:lnTo>
                    <a:pt x="826" y="590"/>
                  </a:lnTo>
                  <a:lnTo>
                    <a:pt x="835" y="602"/>
                  </a:lnTo>
                  <a:lnTo>
                    <a:pt x="842" y="617"/>
                  </a:lnTo>
                  <a:lnTo>
                    <a:pt x="838" y="617"/>
                  </a:lnTo>
                  <a:lnTo>
                    <a:pt x="826" y="612"/>
                  </a:lnTo>
                  <a:lnTo>
                    <a:pt x="810" y="609"/>
                  </a:lnTo>
                  <a:lnTo>
                    <a:pt x="793" y="605"/>
                  </a:lnTo>
                  <a:lnTo>
                    <a:pt x="781" y="598"/>
                  </a:lnTo>
                  <a:lnTo>
                    <a:pt x="770" y="588"/>
                  </a:lnTo>
                  <a:lnTo>
                    <a:pt x="763" y="572"/>
                  </a:lnTo>
                  <a:lnTo>
                    <a:pt x="756" y="558"/>
                  </a:lnTo>
                  <a:lnTo>
                    <a:pt x="746" y="544"/>
                  </a:lnTo>
                  <a:lnTo>
                    <a:pt x="735" y="534"/>
                  </a:lnTo>
                  <a:lnTo>
                    <a:pt x="720" y="542"/>
                  </a:lnTo>
                  <a:lnTo>
                    <a:pt x="702" y="548"/>
                  </a:lnTo>
                  <a:lnTo>
                    <a:pt x="681" y="549"/>
                  </a:lnTo>
                  <a:lnTo>
                    <a:pt x="679" y="544"/>
                  </a:lnTo>
                  <a:lnTo>
                    <a:pt x="678" y="539"/>
                  </a:lnTo>
                  <a:lnTo>
                    <a:pt x="678" y="534"/>
                  </a:lnTo>
                  <a:lnTo>
                    <a:pt x="678" y="527"/>
                  </a:lnTo>
                  <a:lnTo>
                    <a:pt x="693" y="521"/>
                  </a:lnTo>
                  <a:lnTo>
                    <a:pt x="713" y="516"/>
                  </a:lnTo>
                  <a:lnTo>
                    <a:pt x="730" y="511"/>
                  </a:lnTo>
                  <a:lnTo>
                    <a:pt x="735" y="501"/>
                  </a:lnTo>
                  <a:lnTo>
                    <a:pt x="740" y="487"/>
                  </a:lnTo>
                  <a:lnTo>
                    <a:pt x="746" y="471"/>
                  </a:lnTo>
                  <a:lnTo>
                    <a:pt x="749" y="455"/>
                  </a:lnTo>
                  <a:lnTo>
                    <a:pt x="751" y="443"/>
                  </a:lnTo>
                  <a:lnTo>
                    <a:pt x="749" y="434"/>
                  </a:lnTo>
                  <a:lnTo>
                    <a:pt x="742" y="422"/>
                  </a:lnTo>
                  <a:lnTo>
                    <a:pt x="733" y="415"/>
                  </a:lnTo>
                  <a:lnTo>
                    <a:pt x="723" y="408"/>
                  </a:lnTo>
                  <a:lnTo>
                    <a:pt x="716" y="399"/>
                  </a:lnTo>
                  <a:lnTo>
                    <a:pt x="707" y="357"/>
                  </a:lnTo>
                  <a:lnTo>
                    <a:pt x="693" y="354"/>
                  </a:lnTo>
                  <a:lnTo>
                    <a:pt x="683" y="347"/>
                  </a:lnTo>
                  <a:lnTo>
                    <a:pt x="674" y="340"/>
                  </a:lnTo>
                  <a:lnTo>
                    <a:pt x="665" y="338"/>
                  </a:lnTo>
                  <a:lnTo>
                    <a:pt x="657" y="342"/>
                  </a:lnTo>
                  <a:lnTo>
                    <a:pt x="651" y="347"/>
                  </a:lnTo>
                  <a:lnTo>
                    <a:pt x="646" y="352"/>
                  </a:lnTo>
                  <a:lnTo>
                    <a:pt x="639" y="357"/>
                  </a:lnTo>
                  <a:lnTo>
                    <a:pt x="627" y="361"/>
                  </a:lnTo>
                  <a:lnTo>
                    <a:pt x="615" y="354"/>
                  </a:lnTo>
                  <a:lnTo>
                    <a:pt x="599" y="349"/>
                  </a:lnTo>
                  <a:lnTo>
                    <a:pt x="582" y="345"/>
                  </a:lnTo>
                  <a:lnTo>
                    <a:pt x="566" y="340"/>
                  </a:lnTo>
                  <a:lnTo>
                    <a:pt x="552" y="335"/>
                  </a:lnTo>
                  <a:lnTo>
                    <a:pt x="541" y="326"/>
                  </a:lnTo>
                  <a:lnTo>
                    <a:pt x="534" y="312"/>
                  </a:lnTo>
                  <a:lnTo>
                    <a:pt x="536" y="310"/>
                  </a:lnTo>
                  <a:lnTo>
                    <a:pt x="536" y="309"/>
                  </a:lnTo>
                  <a:lnTo>
                    <a:pt x="538" y="309"/>
                  </a:lnTo>
                  <a:lnTo>
                    <a:pt x="538" y="307"/>
                  </a:lnTo>
                  <a:lnTo>
                    <a:pt x="538" y="303"/>
                  </a:lnTo>
                  <a:lnTo>
                    <a:pt x="531" y="302"/>
                  </a:lnTo>
                  <a:lnTo>
                    <a:pt x="524" y="300"/>
                  </a:lnTo>
                  <a:lnTo>
                    <a:pt x="519" y="296"/>
                  </a:lnTo>
                  <a:lnTo>
                    <a:pt x="515" y="291"/>
                  </a:lnTo>
                  <a:lnTo>
                    <a:pt x="512" y="284"/>
                  </a:lnTo>
                  <a:lnTo>
                    <a:pt x="521" y="267"/>
                  </a:lnTo>
                  <a:lnTo>
                    <a:pt x="528" y="244"/>
                  </a:lnTo>
                  <a:lnTo>
                    <a:pt x="531" y="219"/>
                  </a:lnTo>
                  <a:lnTo>
                    <a:pt x="534" y="195"/>
                  </a:lnTo>
                  <a:lnTo>
                    <a:pt x="562" y="192"/>
                  </a:lnTo>
                  <a:close/>
                  <a:moveTo>
                    <a:pt x="400" y="188"/>
                  </a:moveTo>
                  <a:lnTo>
                    <a:pt x="416" y="188"/>
                  </a:lnTo>
                  <a:lnTo>
                    <a:pt x="425" y="223"/>
                  </a:lnTo>
                  <a:lnTo>
                    <a:pt x="432" y="261"/>
                  </a:lnTo>
                  <a:lnTo>
                    <a:pt x="428" y="261"/>
                  </a:lnTo>
                  <a:lnTo>
                    <a:pt x="423" y="268"/>
                  </a:lnTo>
                  <a:lnTo>
                    <a:pt x="412" y="265"/>
                  </a:lnTo>
                  <a:lnTo>
                    <a:pt x="409" y="268"/>
                  </a:lnTo>
                  <a:lnTo>
                    <a:pt x="409" y="272"/>
                  </a:lnTo>
                  <a:lnTo>
                    <a:pt x="409" y="275"/>
                  </a:lnTo>
                  <a:lnTo>
                    <a:pt x="409" y="277"/>
                  </a:lnTo>
                  <a:lnTo>
                    <a:pt x="407" y="279"/>
                  </a:lnTo>
                  <a:lnTo>
                    <a:pt x="405" y="282"/>
                  </a:lnTo>
                  <a:lnTo>
                    <a:pt x="400" y="284"/>
                  </a:lnTo>
                  <a:lnTo>
                    <a:pt x="395" y="281"/>
                  </a:lnTo>
                  <a:lnTo>
                    <a:pt x="388" y="275"/>
                  </a:lnTo>
                  <a:lnTo>
                    <a:pt x="381" y="272"/>
                  </a:lnTo>
                  <a:lnTo>
                    <a:pt x="381" y="261"/>
                  </a:lnTo>
                  <a:lnTo>
                    <a:pt x="358" y="258"/>
                  </a:lnTo>
                  <a:lnTo>
                    <a:pt x="362" y="226"/>
                  </a:lnTo>
                  <a:lnTo>
                    <a:pt x="369" y="223"/>
                  </a:lnTo>
                  <a:lnTo>
                    <a:pt x="376" y="218"/>
                  </a:lnTo>
                  <a:lnTo>
                    <a:pt x="381" y="211"/>
                  </a:lnTo>
                  <a:lnTo>
                    <a:pt x="376" y="209"/>
                  </a:lnTo>
                  <a:lnTo>
                    <a:pt x="372" y="207"/>
                  </a:lnTo>
                  <a:lnTo>
                    <a:pt x="369" y="206"/>
                  </a:lnTo>
                  <a:lnTo>
                    <a:pt x="365" y="202"/>
                  </a:lnTo>
                  <a:lnTo>
                    <a:pt x="363" y="199"/>
                  </a:lnTo>
                  <a:lnTo>
                    <a:pt x="362" y="192"/>
                  </a:lnTo>
                  <a:lnTo>
                    <a:pt x="381" y="190"/>
                  </a:lnTo>
                  <a:lnTo>
                    <a:pt x="400" y="188"/>
                  </a:lnTo>
                  <a:close/>
                  <a:moveTo>
                    <a:pt x="3661" y="172"/>
                  </a:moveTo>
                  <a:lnTo>
                    <a:pt x="3673" y="178"/>
                  </a:lnTo>
                  <a:lnTo>
                    <a:pt x="3673" y="185"/>
                  </a:lnTo>
                  <a:lnTo>
                    <a:pt x="3657" y="185"/>
                  </a:lnTo>
                  <a:lnTo>
                    <a:pt x="3661" y="172"/>
                  </a:lnTo>
                  <a:close/>
                  <a:moveTo>
                    <a:pt x="438" y="172"/>
                  </a:moveTo>
                  <a:lnTo>
                    <a:pt x="451" y="174"/>
                  </a:lnTo>
                  <a:lnTo>
                    <a:pt x="465" y="176"/>
                  </a:lnTo>
                  <a:lnTo>
                    <a:pt x="477" y="178"/>
                  </a:lnTo>
                  <a:lnTo>
                    <a:pt x="486" y="181"/>
                  </a:lnTo>
                  <a:lnTo>
                    <a:pt x="487" y="185"/>
                  </a:lnTo>
                  <a:lnTo>
                    <a:pt x="487" y="190"/>
                  </a:lnTo>
                  <a:lnTo>
                    <a:pt x="489" y="197"/>
                  </a:lnTo>
                  <a:lnTo>
                    <a:pt x="489" y="204"/>
                  </a:lnTo>
                  <a:lnTo>
                    <a:pt x="487" y="207"/>
                  </a:lnTo>
                  <a:lnTo>
                    <a:pt x="486" y="211"/>
                  </a:lnTo>
                  <a:lnTo>
                    <a:pt x="484" y="216"/>
                  </a:lnTo>
                  <a:lnTo>
                    <a:pt x="480" y="219"/>
                  </a:lnTo>
                  <a:lnTo>
                    <a:pt x="477" y="221"/>
                  </a:lnTo>
                  <a:lnTo>
                    <a:pt x="473" y="223"/>
                  </a:lnTo>
                  <a:lnTo>
                    <a:pt x="472" y="225"/>
                  </a:lnTo>
                  <a:lnTo>
                    <a:pt x="468" y="226"/>
                  </a:lnTo>
                  <a:lnTo>
                    <a:pt x="466" y="230"/>
                  </a:lnTo>
                  <a:lnTo>
                    <a:pt x="468" y="239"/>
                  </a:lnTo>
                  <a:lnTo>
                    <a:pt x="466" y="249"/>
                  </a:lnTo>
                  <a:lnTo>
                    <a:pt x="465" y="256"/>
                  </a:lnTo>
                  <a:lnTo>
                    <a:pt x="461" y="261"/>
                  </a:lnTo>
                  <a:lnTo>
                    <a:pt x="458" y="263"/>
                  </a:lnTo>
                  <a:lnTo>
                    <a:pt x="454" y="265"/>
                  </a:lnTo>
                  <a:lnTo>
                    <a:pt x="449" y="265"/>
                  </a:lnTo>
                  <a:lnTo>
                    <a:pt x="442" y="265"/>
                  </a:lnTo>
                  <a:lnTo>
                    <a:pt x="438" y="254"/>
                  </a:lnTo>
                  <a:lnTo>
                    <a:pt x="442" y="244"/>
                  </a:lnTo>
                  <a:lnTo>
                    <a:pt x="442" y="232"/>
                  </a:lnTo>
                  <a:lnTo>
                    <a:pt x="438" y="218"/>
                  </a:lnTo>
                  <a:lnTo>
                    <a:pt x="437" y="202"/>
                  </a:lnTo>
                  <a:lnTo>
                    <a:pt x="435" y="188"/>
                  </a:lnTo>
                  <a:lnTo>
                    <a:pt x="438" y="172"/>
                  </a:lnTo>
                  <a:close/>
                  <a:moveTo>
                    <a:pt x="60" y="171"/>
                  </a:moveTo>
                  <a:lnTo>
                    <a:pt x="74" y="172"/>
                  </a:lnTo>
                  <a:lnTo>
                    <a:pt x="74" y="185"/>
                  </a:lnTo>
                  <a:lnTo>
                    <a:pt x="91" y="185"/>
                  </a:lnTo>
                  <a:lnTo>
                    <a:pt x="105" y="185"/>
                  </a:lnTo>
                  <a:lnTo>
                    <a:pt x="121" y="185"/>
                  </a:lnTo>
                  <a:lnTo>
                    <a:pt x="124" y="192"/>
                  </a:lnTo>
                  <a:lnTo>
                    <a:pt x="128" y="200"/>
                  </a:lnTo>
                  <a:lnTo>
                    <a:pt x="131" y="209"/>
                  </a:lnTo>
                  <a:lnTo>
                    <a:pt x="135" y="216"/>
                  </a:lnTo>
                  <a:lnTo>
                    <a:pt x="135" y="219"/>
                  </a:lnTo>
                  <a:lnTo>
                    <a:pt x="124" y="232"/>
                  </a:lnTo>
                  <a:lnTo>
                    <a:pt x="110" y="237"/>
                  </a:lnTo>
                  <a:lnTo>
                    <a:pt x="96" y="242"/>
                  </a:lnTo>
                  <a:lnTo>
                    <a:pt x="88" y="258"/>
                  </a:lnTo>
                  <a:lnTo>
                    <a:pt x="81" y="272"/>
                  </a:lnTo>
                  <a:lnTo>
                    <a:pt x="79" y="288"/>
                  </a:lnTo>
                  <a:lnTo>
                    <a:pt x="82" y="303"/>
                  </a:lnTo>
                  <a:lnTo>
                    <a:pt x="67" y="305"/>
                  </a:lnTo>
                  <a:lnTo>
                    <a:pt x="53" y="310"/>
                  </a:lnTo>
                  <a:lnTo>
                    <a:pt x="35" y="315"/>
                  </a:lnTo>
                  <a:lnTo>
                    <a:pt x="34" y="312"/>
                  </a:lnTo>
                  <a:lnTo>
                    <a:pt x="32" y="309"/>
                  </a:lnTo>
                  <a:lnTo>
                    <a:pt x="30" y="307"/>
                  </a:lnTo>
                  <a:lnTo>
                    <a:pt x="30" y="303"/>
                  </a:lnTo>
                  <a:lnTo>
                    <a:pt x="28" y="300"/>
                  </a:lnTo>
                  <a:lnTo>
                    <a:pt x="30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32" y="291"/>
                  </a:lnTo>
                  <a:lnTo>
                    <a:pt x="32" y="288"/>
                  </a:lnTo>
                  <a:lnTo>
                    <a:pt x="20" y="288"/>
                  </a:lnTo>
                  <a:lnTo>
                    <a:pt x="20" y="282"/>
                  </a:lnTo>
                  <a:lnTo>
                    <a:pt x="20" y="281"/>
                  </a:lnTo>
                  <a:lnTo>
                    <a:pt x="18" y="279"/>
                  </a:lnTo>
                  <a:lnTo>
                    <a:pt x="18" y="277"/>
                  </a:lnTo>
                  <a:lnTo>
                    <a:pt x="16" y="275"/>
                  </a:lnTo>
                  <a:lnTo>
                    <a:pt x="13" y="272"/>
                  </a:lnTo>
                  <a:lnTo>
                    <a:pt x="11" y="272"/>
                  </a:lnTo>
                  <a:lnTo>
                    <a:pt x="9" y="272"/>
                  </a:lnTo>
                  <a:lnTo>
                    <a:pt x="9" y="272"/>
                  </a:lnTo>
                  <a:lnTo>
                    <a:pt x="7" y="272"/>
                  </a:lnTo>
                  <a:lnTo>
                    <a:pt x="6" y="272"/>
                  </a:lnTo>
                  <a:lnTo>
                    <a:pt x="0" y="272"/>
                  </a:lnTo>
                  <a:lnTo>
                    <a:pt x="0" y="261"/>
                  </a:lnTo>
                  <a:lnTo>
                    <a:pt x="13" y="247"/>
                  </a:lnTo>
                  <a:lnTo>
                    <a:pt x="21" y="228"/>
                  </a:lnTo>
                  <a:lnTo>
                    <a:pt x="28" y="207"/>
                  </a:lnTo>
                  <a:lnTo>
                    <a:pt x="23" y="204"/>
                  </a:lnTo>
                  <a:lnTo>
                    <a:pt x="21" y="199"/>
                  </a:lnTo>
                  <a:lnTo>
                    <a:pt x="20" y="195"/>
                  </a:lnTo>
                  <a:lnTo>
                    <a:pt x="18" y="188"/>
                  </a:lnTo>
                  <a:lnTo>
                    <a:pt x="16" y="181"/>
                  </a:lnTo>
                  <a:lnTo>
                    <a:pt x="30" y="178"/>
                  </a:lnTo>
                  <a:lnTo>
                    <a:pt x="41" y="176"/>
                  </a:lnTo>
                  <a:lnTo>
                    <a:pt x="49" y="172"/>
                  </a:lnTo>
                  <a:lnTo>
                    <a:pt x="60" y="171"/>
                  </a:lnTo>
                  <a:close/>
                  <a:moveTo>
                    <a:pt x="1556" y="130"/>
                  </a:moveTo>
                  <a:lnTo>
                    <a:pt x="1571" y="130"/>
                  </a:lnTo>
                  <a:lnTo>
                    <a:pt x="1571" y="134"/>
                  </a:lnTo>
                  <a:lnTo>
                    <a:pt x="1568" y="134"/>
                  </a:lnTo>
                  <a:lnTo>
                    <a:pt x="1564" y="136"/>
                  </a:lnTo>
                  <a:lnTo>
                    <a:pt x="1563" y="136"/>
                  </a:lnTo>
                  <a:lnTo>
                    <a:pt x="1563" y="136"/>
                  </a:lnTo>
                  <a:lnTo>
                    <a:pt x="1561" y="136"/>
                  </a:lnTo>
                  <a:lnTo>
                    <a:pt x="1561" y="136"/>
                  </a:lnTo>
                  <a:lnTo>
                    <a:pt x="1559" y="134"/>
                  </a:lnTo>
                  <a:lnTo>
                    <a:pt x="1556" y="130"/>
                  </a:lnTo>
                  <a:close/>
                  <a:moveTo>
                    <a:pt x="454" y="130"/>
                  </a:moveTo>
                  <a:lnTo>
                    <a:pt x="458" y="153"/>
                  </a:lnTo>
                  <a:lnTo>
                    <a:pt x="452" y="157"/>
                  </a:lnTo>
                  <a:lnTo>
                    <a:pt x="449" y="158"/>
                  </a:lnTo>
                  <a:lnTo>
                    <a:pt x="445" y="160"/>
                  </a:lnTo>
                  <a:lnTo>
                    <a:pt x="440" y="164"/>
                  </a:lnTo>
                  <a:lnTo>
                    <a:pt x="435" y="165"/>
                  </a:lnTo>
                  <a:lnTo>
                    <a:pt x="433" y="164"/>
                  </a:lnTo>
                  <a:lnTo>
                    <a:pt x="432" y="164"/>
                  </a:lnTo>
                  <a:lnTo>
                    <a:pt x="430" y="162"/>
                  </a:lnTo>
                  <a:lnTo>
                    <a:pt x="428" y="162"/>
                  </a:lnTo>
                  <a:lnTo>
                    <a:pt x="423" y="162"/>
                  </a:lnTo>
                  <a:lnTo>
                    <a:pt x="423" y="158"/>
                  </a:lnTo>
                  <a:lnTo>
                    <a:pt x="423" y="157"/>
                  </a:lnTo>
                  <a:lnTo>
                    <a:pt x="421" y="157"/>
                  </a:lnTo>
                  <a:lnTo>
                    <a:pt x="421" y="155"/>
                  </a:lnTo>
                  <a:lnTo>
                    <a:pt x="419" y="153"/>
                  </a:lnTo>
                  <a:lnTo>
                    <a:pt x="419" y="146"/>
                  </a:lnTo>
                  <a:lnTo>
                    <a:pt x="428" y="141"/>
                  </a:lnTo>
                  <a:lnTo>
                    <a:pt x="435" y="136"/>
                  </a:lnTo>
                  <a:lnTo>
                    <a:pt x="442" y="132"/>
                  </a:lnTo>
                  <a:lnTo>
                    <a:pt x="454" y="130"/>
                  </a:lnTo>
                  <a:close/>
                  <a:moveTo>
                    <a:pt x="109" y="127"/>
                  </a:moveTo>
                  <a:lnTo>
                    <a:pt x="112" y="127"/>
                  </a:lnTo>
                  <a:lnTo>
                    <a:pt x="116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9" y="130"/>
                  </a:lnTo>
                  <a:lnTo>
                    <a:pt x="121" y="134"/>
                  </a:lnTo>
                  <a:lnTo>
                    <a:pt x="109" y="134"/>
                  </a:lnTo>
                  <a:lnTo>
                    <a:pt x="109" y="127"/>
                  </a:lnTo>
                  <a:close/>
                  <a:moveTo>
                    <a:pt x="3744" y="115"/>
                  </a:moveTo>
                  <a:lnTo>
                    <a:pt x="3760" y="117"/>
                  </a:lnTo>
                  <a:lnTo>
                    <a:pt x="3776" y="120"/>
                  </a:lnTo>
                  <a:lnTo>
                    <a:pt x="3790" y="125"/>
                  </a:lnTo>
                  <a:lnTo>
                    <a:pt x="3800" y="134"/>
                  </a:lnTo>
                  <a:lnTo>
                    <a:pt x="3807" y="146"/>
                  </a:lnTo>
                  <a:lnTo>
                    <a:pt x="3811" y="162"/>
                  </a:lnTo>
                  <a:lnTo>
                    <a:pt x="3788" y="158"/>
                  </a:lnTo>
                  <a:lnTo>
                    <a:pt x="3767" y="151"/>
                  </a:lnTo>
                  <a:lnTo>
                    <a:pt x="3751" y="141"/>
                  </a:lnTo>
                  <a:lnTo>
                    <a:pt x="3741" y="127"/>
                  </a:lnTo>
                  <a:lnTo>
                    <a:pt x="3743" y="125"/>
                  </a:lnTo>
                  <a:lnTo>
                    <a:pt x="3743" y="123"/>
                  </a:lnTo>
                  <a:lnTo>
                    <a:pt x="3744" y="122"/>
                  </a:lnTo>
                  <a:lnTo>
                    <a:pt x="3744" y="118"/>
                  </a:lnTo>
                  <a:lnTo>
                    <a:pt x="3744" y="115"/>
                  </a:lnTo>
                  <a:close/>
                  <a:moveTo>
                    <a:pt x="384" y="104"/>
                  </a:moveTo>
                  <a:lnTo>
                    <a:pt x="390" y="104"/>
                  </a:lnTo>
                  <a:lnTo>
                    <a:pt x="391" y="104"/>
                  </a:lnTo>
                  <a:lnTo>
                    <a:pt x="393" y="106"/>
                  </a:lnTo>
                  <a:lnTo>
                    <a:pt x="395" y="106"/>
                  </a:lnTo>
                  <a:lnTo>
                    <a:pt x="397" y="108"/>
                  </a:lnTo>
                  <a:lnTo>
                    <a:pt x="398" y="111"/>
                  </a:lnTo>
                  <a:lnTo>
                    <a:pt x="400" y="113"/>
                  </a:lnTo>
                  <a:lnTo>
                    <a:pt x="400" y="118"/>
                  </a:lnTo>
                  <a:lnTo>
                    <a:pt x="400" y="123"/>
                  </a:lnTo>
                  <a:lnTo>
                    <a:pt x="397" y="134"/>
                  </a:lnTo>
                  <a:lnTo>
                    <a:pt x="395" y="150"/>
                  </a:lnTo>
                  <a:lnTo>
                    <a:pt x="393" y="162"/>
                  </a:lnTo>
                  <a:lnTo>
                    <a:pt x="388" y="164"/>
                  </a:lnTo>
                  <a:lnTo>
                    <a:pt x="384" y="165"/>
                  </a:lnTo>
                  <a:lnTo>
                    <a:pt x="381" y="169"/>
                  </a:lnTo>
                  <a:lnTo>
                    <a:pt x="377" y="169"/>
                  </a:lnTo>
                  <a:lnTo>
                    <a:pt x="377" y="167"/>
                  </a:lnTo>
                  <a:lnTo>
                    <a:pt x="376" y="167"/>
                  </a:lnTo>
                  <a:lnTo>
                    <a:pt x="376" y="167"/>
                  </a:lnTo>
                  <a:lnTo>
                    <a:pt x="374" y="165"/>
                  </a:lnTo>
                  <a:lnTo>
                    <a:pt x="370" y="162"/>
                  </a:lnTo>
                  <a:lnTo>
                    <a:pt x="369" y="158"/>
                  </a:lnTo>
                  <a:lnTo>
                    <a:pt x="369" y="153"/>
                  </a:lnTo>
                  <a:lnTo>
                    <a:pt x="369" y="150"/>
                  </a:lnTo>
                  <a:lnTo>
                    <a:pt x="365" y="146"/>
                  </a:lnTo>
                  <a:lnTo>
                    <a:pt x="358" y="141"/>
                  </a:lnTo>
                  <a:lnTo>
                    <a:pt x="349" y="139"/>
                  </a:lnTo>
                  <a:lnTo>
                    <a:pt x="341" y="141"/>
                  </a:lnTo>
                  <a:lnTo>
                    <a:pt x="332" y="139"/>
                  </a:lnTo>
                  <a:lnTo>
                    <a:pt x="323" y="134"/>
                  </a:lnTo>
                  <a:lnTo>
                    <a:pt x="316" y="123"/>
                  </a:lnTo>
                  <a:lnTo>
                    <a:pt x="320" y="123"/>
                  </a:lnTo>
                  <a:lnTo>
                    <a:pt x="322" y="120"/>
                  </a:lnTo>
                  <a:lnTo>
                    <a:pt x="323" y="118"/>
                  </a:lnTo>
                  <a:lnTo>
                    <a:pt x="323" y="117"/>
                  </a:lnTo>
                  <a:lnTo>
                    <a:pt x="325" y="117"/>
                  </a:lnTo>
                  <a:lnTo>
                    <a:pt x="327" y="117"/>
                  </a:lnTo>
                  <a:lnTo>
                    <a:pt x="330" y="117"/>
                  </a:lnTo>
                  <a:lnTo>
                    <a:pt x="336" y="115"/>
                  </a:lnTo>
                  <a:lnTo>
                    <a:pt x="346" y="118"/>
                  </a:lnTo>
                  <a:lnTo>
                    <a:pt x="358" y="117"/>
                  </a:lnTo>
                  <a:lnTo>
                    <a:pt x="372" y="115"/>
                  </a:lnTo>
                  <a:lnTo>
                    <a:pt x="384" y="115"/>
                  </a:lnTo>
                  <a:lnTo>
                    <a:pt x="384" y="104"/>
                  </a:lnTo>
                  <a:close/>
                  <a:moveTo>
                    <a:pt x="255" y="101"/>
                  </a:moveTo>
                  <a:lnTo>
                    <a:pt x="257" y="104"/>
                  </a:lnTo>
                  <a:lnTo>
                    <a:pt x="259" y="106"/>
                  </a:lnTo>
                  <a:lnTo>
                    <a:pt x="260" y="110"/>
                  </a:lnTo>
                  <a:lnTo>
                    <a:pt x="260" y="113"/>
                  </a:lnTo>
                  <a:lnTo>
                    <a:pt x="262" y="117"/>
                  </a:lnTo>
                  <a:lnTo>
                    <a:pt x="262" y="123"/>
                  </a:lnTo>
                  <a:lnTo>
                    <a:pt x="259" y="123"/>
                  </a:lnTo>
                  <a:lnTo>
                    <a:pt x="259" y="127"/>
                  </a:lnTo>
                  <a:lnTo>
                    <a:pt x="262" y="127"/>
                  </a:lnTo>
                  <a:lnTo>
                    <a:pt x="267" y="129"/>
                  </a:lnTo>
                  <a:lnTo>
                    <a:pt x="273" y="130"/>
                  </a:lnTo>
                  <a:lnTo>
                    <a:pt x="278" y="130"/>
                  </a:lnTo>
                  <a:lnTo>
                    <a:pt x="285" y="130"/>
                  </a:lnTo>
                  <a:lnTo>
                    <a:pt x="288" y="127"/>
                  </a:lnTo>
                  <a:lnTo>
                    <a:pt x="290" y="125"/>
                  </a:lnTo>
                  <a:lnTo>
                    <a:pt x="290" y="125"/>
                  </a:lnTo>
                  <a:lnTo>
                    <a:pt x="292" y="125"/>
                  </a:lnTo>
                  <a:lnTo>
                    <a:pt x="294" y="125"/>
                  </a:lnTo>
                  <a:lnTo>
                    <a:pt x="297" y="127"/>
                  </a:lnTo>
                  <a:lnTo>
                    <a:pt x="299" y="129"/>
                  </a:lnTo>
                  <a:lnTo>
                    <a:pt x="299" y="130"/>
                  </a:lnTo>
                  <a:lnTo>
                    <a:pt x="299" y="132"/>
                  </a:lnTo>
                  <a:lnTo>
                    <a:pt x="301" y="134"/>
                  </a:lnTo>
                  <a:lnTo>
                    <a:pt x="301" y="137"/>
                  </a:lnTo>
                  <a:lnTo>
                    <a:pt x="299" y="141"/>
                  </a:lnTo>
                  <a:lnTo>
                    <a:pt x="299" y="143"/>
                  </a:lnTo>
                  <a:lnTo>
                    <a:pt x="299" y="143"/>
                  </a:lnTo>
                  <a:lnTo>
                    <a:pt x="299" y="144"/>
                  </a:lnTo>
                  <a:lnTo>
                    <a:pt x="299" y="146"/>
                  </a:lnTo>
                  <a:lnTo>
                    <a:pt x="297" y="150"/>
                  </a:lnTo>
                  <a:lnTo>
                    <a:pt x="287" y="155"/>
                  </a:lnTo>
                  <a:lnTo>
                    <a:pt x="274" y="155"/>
                  </a:lnTo>
                  <a:lnTo>
                    <a:pt x="260" y="155"/>
                  </a:lnTo>
                  <a:lnTo>
                    <a:pt x="246" y="158"/>
                  </a:lnTo>
                  <a:lnTo>
                    <a:pt x="236" y="165"/>
                  </a:lnTo>
                  <a:lnTo>
                    <a:pt x="224" y="174"/>
                  </a:lnTo>
                  <a:lnTo>
                    <a:pt x="213" y="183"/>
                  </a:lnTo>
                  <a:lnTo>
                    <a:pt x="198" y="188"/>
                  </a:lnTo>
                  <a:lnTo>
                    <a:pt x="196" y="185"/>
                  </a:lnTo>
                  <a:lnTo>
                    <a:pt x="194" y="181"/>
                  </a:lnTo>
                  <a:lnTo>
                    <a:pt x="194" y="178"/>
                  </a:lnTo>
                  <a:lnTo>
                    <a:pt x="192" y="172"/>
                  </a:lnTo>
                  <a:lnTo>
                    <a:pt x="198" y="169"/>
                  </a:lnTo>
                  <a:lnTo>
                    <a:pt x="203" y="165"/>
                  </a:lnTo>
                  <a:lnTo>
                    <a:pt x="206" y="160"/>
                  </a:lnTo>
                  <a:lnTo>
                    <a:pt x="210" y="155"/>
                  </a:lnTo>
                  <a:lnTo>
                    <a:pt x="212" y="150"/>
                  </a:lnTo>
                  <a:lnTo>
                    <a:pt x="192" y="150"/>
                  </a:lnTo>
                  <a:lnTo>
                    <a:pt x="180" y="155"/>
                  </a:lnTo>
                  <a:lnTo>
                    <a:pt x="166" y="157"/>
                  </a:lnTo>
                  <a:lnTo>
                    <a:pt x="150" y="155"/>
                  </a:lnTo>
                  <a:lnTo>
                    <a:pt x="140" y="150"/>
                  </a:lnTo>
                  <a:lnTo>
                    <a:pt x="135" y="150"/>
                  </a:lnTo>
                  <a:lnTo>
                    <a:pt x="135" y="146"/>
                  </a:lnTo>
                  <a:lnTo>
                    <a:pt x="140" y="144"/>
                  </a:lnTo>
                  <a:lnTo>
                    <a:pt x="144" y="143"/>
                  </a:lnTo>
                  <a:lnTo>
                    <a:pt x="145" y="141"/>
                  </a:lnTo>
                  <a:lnTo>
                    <a:pt x="149" y="139"/>
                  </a:lnTo>
                  <a:lnTo>
                    <a:pt x="150" y="134"/>
                  </a:lnTo>
                  <a:lnTo>
                    <a:pt x="147" y="134"/>
                  </a:lnTo>
                  <a:lnTo>
                    <a:pt x="147" y="130"/>
                  </a:lnTo>
                  <a:lnTo>
                    <a:pt x="152" y="130"/>
                  </a:lnTo>
                  <a:lnTo>
                    <a:pt x="156" y="129"/>
                  </a:lnTo>
                  <a:lnTo>
                    <a:pt x="159" y="129"/>
                  </a:lnTo>
                  <a:lnTo>
                    <a:pt x="163" y="127"/>
                  </a:lnTo>
                  <a:lnTo>
                    <a:pt x="161" y="125"/>
                  </a:lnTo>
                  <a:lnTo>
                    <a:pt x="159" y="123"/>
                  </a:lnTo>
                  <a:lnTo>
                    <a:pt x="157" y="122"/>
                  </a:lnTo>
                  <a:lnTo>
                    <a:pt x="157" y="120"/>
                  </a:lnTo>
                  <a:lnTo>
                    <a:pt x="156" y="118"/>
                  </a:lnTo>
                  <a:lnTo>
                    <a:pt x="154" y="115"/>
                  </a:lnTo>
                  <a:lnTo>
                    <a:pt x="157" y="115"/>
                  </a:lnTo>
                  <a:lnTo>
                    <a:pt x="159" y="113"/>
                  </a:lnTo>
                  <a:lnTo>
                    <a:pt x="159" y="113"/>
                  </a:lnTo>
                  <a:lnTo>
                    <a:pt x="161" y="113"/>
                  </a:lnTo>
                  <a:lnTo>
                    <a:pt x="163" y="111"/>
                  </a:lnTo>
                  <a:lnTo>
                    <a:pt x="182" y="117"/>
                  </a:lnTo>
                  <a:lnTo>
                    <a:pt x="198" y="123"/>
                  </a:lnTo>
                  <a:lnTo>
                    <a:pt x="212" y="130"/>
                  </a:lnTo>
                  <a:lnTo>
                    <a:pt x="227" y="136"/>
                  </a:lnTo>
                  <a:lnTo>
                    <a:pt x="246" y="137"/>
                  </a:lnTo>
                  <a:lnTo>
                    <a:pt x="243" y="129"/>
                  </a:lnTo>
                  <a:lnTo>
                    <a:pt x="240" y="122"/>
                  </a:lnTo>
                  <a:lnTo>
                    <a:pt x="238" y="117"/>
                  </a:lnTo>
                  <a:lnTo>
                    <a:pt x="236" y="104"/>
                  </a:lnTo>
                  <a:lnTo>
                    <a:pt x="240" y="103"/>
                  </a:lnTo>
                  <a:lnTo>
                    <a:pt x="243" y="101"/>
                  </a:lnTo>
                  <a:lnTo>
                    <a:pt x="248" y="101"/>
                  </a:lnTo>
                  <a:lnTo>
                    <a:pt x="255" y="101"/>
                  </a:lnTo>
                  <a:close/>
                  <a:moveTo>
                    <a:pt x="742" y="80"/>
                  </a:moveTo>
                  <a:lnTo>
                    <a:pt x="754" y="85"/>
                  </a:lnTo>
                  <a:lnTo>
                    <a:pt x="754" y="89"/>
                  </a:lnTo>
                  <a:lnTo>
                    <a:pt x="749" y="89"/>
                  </a:lnTo>
                  <a:lnTo>
                    <a:pt x="746" y="89"/>
                  </a:lnTo>
                  <a:lnTo>
                    <a:pt x="744" y="89"/>
                  </a:lnTo>
                  <a:lnTo>
                    <a:pt x="742" y="87"/>
                  </a:lnTo>
                  <a:lnTo>
                    <a:pt x="742" y="87"/>
                  </a:lnTo>
                  <a:lnTo>
                    <a:pt x="742" y="85"/>
                  </a:lnTo>
                  <a:lnTo>
                    <a:pt x="742" y="80"/>
                  </a:lnTo>
                  <a:close/>
                  <a:moveTo>
                    <a:pt x="140" y="80"/>
                  </a:moveTo>
                  <a:lnTo>
                    <a:pt x="140" y="87"/>
                  </a:lnTo>
                  <a:lnTo>
                    <a:pt x="140" y="92"/>
                  </a:lnTo>
                  <a:lnTo>
                    <a:pt x="142" y="97"/>
                  </a:lnTo>
                  <a:lnTo>
                    <a:pt x="140" y="101"/>
                  </a:lnTo>
                  <a:lnTo>
                    <a:pt x="140" y="104"/>
                  </a:lnTo>
                  <a:lnTo>
                    <a:pt x="135" y="108"/>
                  </a:lnTo>
                  <a:lnTo>
                    <a:pt x="130" y="111"/>
                  </a:lnTo>
                  <a:lnTo>
                    <a:pt x="124" y="115"/>
                  </a:lnTo>
                  <a:lnTo>
                    <a:pt x="121" y="120"/>
                  </a:lnTo>
                  <a:lnTo>
                    <a:pt x="114" y="117"/>
                  </a:lnTo>
                  <a:lnTo>
                    <a:pt x="110" y="115"/>
                  </a:lnTo>
                  <a:lnTo>
                    <a:pt x="107" y="113"/>
                  </a:lnTo>
                  <a:lnTo>
                    <a:pt x="105" y="111"/>
                  </a:lnTo>
                  <a:lnTo>
                    <a:pt x="102" y="108"/>
                  </a:lnTo>
                  <a:lnTo>
                    <a:pt x="100" y="125"/>
                  </a:lnTo>
                  <a:lnTo>
                    <a:pt x="95" y="134"/>
                  </a:lnTo>
                  <a:lnTo>
                    <a:pt x="82" y="137"/>
                  </a:lnTo>
                  <a:lnTo>
                    <a:pt x="72" y="137"/>
                  </a:lnTo>
                  <a:lnTo>
                    <a:pt x="61" y="137"/>
                  </a:lnTo>
                  <a:lnTo>
                    <a:pt x="48" y="137"/>
                  </a:lnTo>
                  <a:lnTo>
                    <a:pt x="48" y="123"/>
                  </a:lnTo>
                  <a:lnTo>
                    <a:pt x="67" y="110"/>
                  </a:lnTo>
                  <a:lnTo>
                    <a:pt x="88" y="97"/>
                  </a:lnTo>
                  <a:lnTo>
                    <a:pt x="112" y="87"/>
                  </a:lnTo>
                  <a:lnTo>
                    <a:pt x="140" y="80"/>
                  </a:lnTo>
                  <a:close/>
                  <a:moveTo>
                    <a:pt x="3671" y="80"/>
                  </a:moveTo>
                  <a:lnTo>
                    <a:pt x="3680" y="80"/>
                  </a:lnTo>
                  <a:lnTo>
                    <a:pt x="3683" y="89"/>
                  </a:lnTo>
                  <a:lnTo>
                    <a:pt x="3683" y="99"/>
                  </a:lnTo>
                  <a:lnTo>
                    <a:pt x="3683" y="111"/>
                  </a:lnTo>
                  <a:lnTo>
                    <a:pt x="3699" y="106"/>
                  </a:lnTo>
                  <a:lnTo>
                    <a:pt x="3711" y="99"/>
                  </a:lnTo>
                  <a:lnTo>
                    <a:pt x="3725" y="92"/>
                  </a:lnTo>
                  <a:lnTo>
                    <a:pt x="3725" y="146"/>
                  </a:lnTo>
                  <a:lnTo>
                    <a:pt x="3725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2" y="150"/>
                  </a:lnTo>
                  <a:lnTo>
                    <a:pt x="3709" y="150"/>
                  </a:lnTo>
                  <a:lnTo>
                    <a:pt x="3692" y="151"/>
                  </a:lnTo>
                  <a:lnTo>
                    <a:pt x="3675" y="153"/>
                  </a:lnTo>
                  <a:lnTo>
                    <a:pt x="3661" y="155"/>
                  </a:lnTo>
                  <a:lnTo>
                    <a:pt x="3650" y="157"/>
                  </a:lnTo>
                  <a:lnTo>
                    <a:pt x="3645" y="158"/>
                  </a:lnTo>
                  <a:lnTo>
                    <a:pt x="3633" y="148"/>
                  </a:lnTo>
                  <a:lnTo>
                    <a:pt x="3624" y="134"/>
                  </a:lnTo>
                  <a:lnTo>
                    <a:pt x="3619" y="115"/>
                  </a:lnTo>
                  <a:lnTo>
                    <a:pt x="3620" y="110"/>
                  </a:lnTo>
                  <a:lnTo>
                    <a:pt x="3622" y="106"/>
                  </a:lnTo>
                  <a:lnTo>
                    <a:pt x="3624" y="103"/>
                  </a:lnTo>
                  <a:lnTo>
                    <a:pt x="3626" y="99"/>
                  </a:lnTo>
                  <a:lnTo>
                    <a:pt x="3627" y="96"/>
                  </a:lnTo>
                  <a:lnTo>
                    <a:pt x="3634" y="92"/>
                  </a:lnTo>
                  <a:lnTo>
                    <a:pt x="3643" y="87"/>
                  </a:lnTo>
                  <a:lnTo>
                    <a:pt x="3657" y="82"/>
                  </a:lnTo>
                  <a:lnTo>
                    <a:pt x="3671" y="80"/>
                  </a:lnTo>
                  <a:close/>
                  <a:moveTo>
                    <a:pt x="458" y="73"/>
                  </a:moveTo>
                  <a:lnTo>
                    <a:pt x="461" y="83"/>
                  </a:lnTo>
                  <a:lnTo>
                    <a:pt x="468" y="87"/>
                  </a:lnTo>
                  <a:lnTo>
                    <a:pt x="479" y="87"/>
                  </a:lnTo>
                  <a:lnTo>
                    <a:pt x="496" y="85"/>
                  </a:lnTo>
                  <a:lnTo>
                    <a:pt x="496" y="89"/>
                  </a:lnTo>
                  <a:lnTo>
                    <a:pt x="498" y="94"/>
                  </a:lnTo>
                  <a:lnTo>
                    <a:pt x="500" y="99"/>
                  </a:lnTo>
                  <a:lnTo>
                    <a:pt x="500" y="103"/>
                  </a:lnTo>
                  <a:lnTo>
                    <a:pt x="500" y="108"/>
                  </a:lnTo>
                  <a:lnTo>
                    <a:pt x="500" y="111"/>
                  </a:lnTo>
                  <a:lnTo>
                    <a:pt x="519" y="122"/>
                  </a:lnTo>
                  <a:lnTo>
                    <a:pt x="541" y="127"/>
                  </a:lnTo>
                  <a:lnTo>
                    <a:pt x="566" y="127"/>
                  </a:lnTo>
                  <a:lnTo>
                    <a:pt x="590" y="127"/>
                  </a:lnTo>
                  <a:lnTo>
                    <a:pt x="617" y="125"/>
                  </a:lnTo>
                  <a:lnTo>
                    <a:pt x="639" y="127"/>
                  </a:lnTo>
                  <a:lnTo>
                    <a:pt x="639" y="132"/>
                  </a:lnTo>
                  <a:lnTo>
                    <a:pt x="641" y="137"/>
                  </a:lnTo>
                  <a:lnTo>
                    <a:pt x="643" y="141"/>
                  </a:lnTo>
                  <a:lnTo>
                    <a:pt x="643" y="143"/>
                  </a:lnTo>
                  <a:lnTo>
                    <a:pt x="643" y="146"/>
                  </a:lnTo>
                  <a:lnTo>
                    <a:pt x="643" y="150"/>
                  </a:lnTo>
                  <a:lnTo>
                    <a:pt x="639" y="162"/>
                  </a:lnTo>
                  <a:lnTo>
                    <a:pt x="629" y="162"/>
                  </a:lnTo>
                  <a:lnTo>
                    <a:pt x="617" y="160"/>
                  </a:lnTo>
                  <a:lnTo>
                    <a:pt x="608" y="158"/>
                  </a:lnTo>
                  <a:lnTo>
                    <a:pt x="604" y="158"/>
                  </a:lnTo>
                  <a:lnTo>
                    <a:pt x="601" y="160"/>
                  </a:lnTo>
                  <a:lnTo>
                    <a:pt x="599" y="164"/>
                  </a:lnTo>
                  <a:lnTo>
                    <a:pt x="597" y="165"/>
                  </a:lnTo>
                  <a:lnTo>
                    <a:pt x="594" y="165"/>
                  </a:lnTo>
                  <a:lnTo>
                    <a:pt x="592" y="167"/>
                  </a:lnTo>
                  <a:lnTo>
                    <a:pt x="587" y="169"/>
                  </a:lnTo>
                  <a:lnTo>
                    <a:pt x="582" y="169"/>
                  </a:lnTo>
                  <a:lnTo>
                    <a:pt x="576" y="171"/>
                  </a:lnTo>
                  <a:lnTo>
                    <a:pt x="573" y="172"/>
                  </a:lnTo>
                  <a:lnTo>
                    <a:pt x="568" y="172"/>
                  </a:lnTo>
                  <a:lnTo>
                    <a:pt x="562" y="172"/>
                  </a:lnTo>
                  <a:lnTo>
                    <a:pt x="559" y="167"/>
                  </a:lnTo>
                  <a:lnTo>
                    <a:pt x="557" y="162"/>
                  </a:lnTo>
                  <a:lnTo>
                    <a:pt x="554" y="158"/>
                  </a:lnTo>
                  <a:lnTo>
                    <a:pt x="554" y="162"/>
                  </a:lnTo>
                  <a:lnTo>
                    <a:pt x="550" y="165"/>
                  </a:lnTo>
                  <a:lnTo>
                    <a:pt x="548" y="169"/>
                  </a:lnTo>
                  <a:lnTo>
                    <a:pt x="547" y="172"/>
                  </a:lnTo>
                  <a:lnTo>
                    <a:pt x="538" y="172"/>
                  </a:lnTo>
                  <a:lnTo>
                    <a:pt x="534" y="167"/>
                  </a:lnTo>
                  <a:lnTo>
                    <a:pt x="531" y="160"/>
                  </a:lnTo>
                  <a:lnTo>
                    <a:pt x="528" y="153"/>
                  </a:lnTo>
                  <a:lnTo>
                    <a:pt x="526" y="158"/>
                  </a:lnTo>
                  <a:lnTo>
                    <a:pt x="524" y="162"/>
                  </a:lnTo>
                  <a:lnTo>
                    <a:pt x="522" y="164"/>
                  </a:lnTo>
                  <a:lnTo>
                    <a:pt x="522" y="164"/>
                  </a:lnTo>
                  <a:lnTo>
                    <a:pt x="519" y="164"/>
                  </a:lnTo>
                  <a:lnTo>
                    <a:pt x="515" y="162"/>
                  </a:lnTo>
                  <a:lnTo>
                    <a:pt x="512" y="160"/>
                  </a:lnTo>
                  <a:lnTo>
                    <a:pt x="510" y="158"/>
                  </a:lnTo>
                  <a:lnTo>
                    <a:pt x="510" y="157"/>
                  </a:lnTo>
                  <a:lnTo>
                    <a:pt x="510" y="155"/>
                  </a:lnTo>
                  <a:lnTo>
                    <a:pt x="510" y="153"/>
                  </a:lnTo>
                  <a:lnTo>
                    <a:pt x="510" y="151"/>
                  </a:lnTo>
                  <a:lnTo>
                    <a:pt x="508" y="150"/>
                  </a:lnTo>
                  <a:lnTo>
                    <a:pt x="507" y="150"/>
                  </a:lnTo>
                  <a:lnTo>
                    <a:pt x="505" y="151"/>
                  </a:lnTo>
                  <a:lnTo>
                    <a:pt x="501" y="151"/>
                  </a:lnTo>
                  <a:lnTo>
                    <a:pt x="496" y="153"/>
                  </a:lnTo>
                  <a:lnTo>
                    <a:pt x="493" y="153"/>
                  </a:lnTo>
                  <a:lnTo>
                    <a:pt x="487" y="155"/>
                  </a:lnTo>
                  <a:lnTo>
                    <a:pt x="486" y="153"/>
                  </a:lnTo>
                  <a:lnTo>
                    <a:pt x="484" y="153"/>
                  </a:lnTo>
                  <a:lnTo>
                    <a:pt x="480" y="151"/>
                  </a:lnTo>
                  <a:lnTo>
                    <a:pt x="479" y="150"/>
                  </a:lnTo>
                  <a:lnTo>
                    <a:pt x="475" y="148"/>
                  </a:lnTo>
                  <a:lnTo>
                    <a:pt x="473" y="146"/>
                  </a:lnTo>
                  <a:lnTo>
                    <a:pt x="475" y="136"/>
                  </a:lnTo>
                  <a:lnTo>
                    <a:pt x="473" y="129"/>
                  </a:lnTo>
                  <a:lnTo>
                    <a:pt x="470" y="123"/>
                  </a:lnTo>
                  <a:lnTo>
                    <a:pt x="466" y="115"/>
                  </a:lnTo>
                  <a:lnTo>
                    <a:pt x="466" y="104"/>
                  </a:lnTo>
                  <a:lnTo>
                    <a:pt x="449" y="103"/>
                  </a:lnTo>
                  <a:lnTo>
                    <a:pt x="433" y="97"/>
                  </a:lnTo>
                  <a:lnTo>
                    <a:pt x="419" y="92"/>
                  </a:lnTo>
                  <a:lnTo>
                    <a:pt x="418" y="90"/>
                  </a:lnTo>
                  <a:lnTo>
                    <a:pt x="418" y="89"/>
                  </a:lnTo>
                  <a:lnTo>
                    <a:pt x="418" y="87"/>
                  </a:lnTo>
                  <a:lnTo>
                    <a:pt x="416" y="85"/>
                  </a:lnTo>
                  <a:lnTo>
                    <a:pt x="416" y="80"/>
                  </a:lnTo>
                  <a:lnTo>
                    <a:pt x="423" y="78"/>
                  </a:lnTo>
                  <a:lnTo>
                    <a:pt x="432" y="78"/>
                  </a:lnTo>
                  <a:lnTo>
                    <a:pt x="442" y="76"/>
                  </a:lnTo>
                  <a:lnTo>
                    <a:pt x="445" y="75"/>
                  </a:lnTo>
                  <a:lnTo>
                    <a:pt x="449" y="75"/>
                  </a:lnTo>
                  <a:lnTo>
                    <a:pt x="452" y="73"/>
                  </a:lnTo>
                  <a:lnTo>
                    <a:pt x="458" y="73"/>
                  </a:lnTo>
                  <a:close/>
                  <a:moveTo>
                    <a:pt x="377" y="73"/>
                  </a:moveTo>
                  <a:lnTo>
                    <a:pt x="409" y="73"/>
                  </a:lnTo>
                  <a:lnTo>
                    <a:pt x="409" y="76"/>
                  </a:lnTo>
                  <a:lnTo>
                    <a:pt x="411" y="80"/>
                  </a:lnTo>
                  <a:lnTo>
                    <a:pt x="411" y="83"/>
                  </a:lnTo>
                  <a:lnTo>
                    <a:pt x="412" y="89"/>
                  </a:lnTo>
                  <a:lnTo>
                    <a:pt x="404" y="89"/>
                  </a:lnTo>
                  <a:lnTo>
                    <a:pt x="400" y="89"/>
                  </a:lnTo>
                  <a:lnTo>
                    <a:pt x="397" y="89"/>
                  </a:lnTo>
                  <a:lnTo>
                    <a:pt x="390" y="87"/>
                  </a:lnTo>
                  <a:lnTo>
                    <a:pt x="384" y="87"/>
                  </a:lnTo>
                  <a:lnTo>
                    <a:pt x="377" y="85"/>
                  </a:lnTo>
                  <a:lnTo>
                    <a:pt x="377" y="73"/>
                  </a:lnTo>
                  <a:close/>
                  <a:moveTo>
                    <a:pt x="301" y="69"/>
                  </a:moveTo>
                  <a:lnTo>
                    <a:pt x="308" y="73"/>
                  </a:lnTo>
                  <a:lnTo>
                    <a:pt x="315" y="76"/>
                  </a:lnTo>
                  <a:lnTo>
                    <a:pt x="318" y="82"/>
                  </a:lnTo>
                  <a:lnTo>
                    <a:pt x="322" y="89"/>
                  </a:lnTo>
                  <a:lnTo>
                    <a:pt x="323" y="96"/>
                  </a:lnTo>
                  <a:lnTo>
                    <a:pt x="313" y="96"/>
                  </a:lnTo>
                  <a:lnTo>
                    <a:pt x="313" y="92"/>
                  </a:lnTo>
                  <a:lnTo>
                    <a:pt x="308" y="89"/>
                  </a:lnTo>
                  <a:lnTo>
                    <a:pt x="306" y="85"/>
                  </a:lnTo>
                  <a:lnTo>
                    <a:pt x="304" y="82"/>
                  </a:lnTo>
                  <a:lnTo>
                    <a:pt x="302" y="76"/>
                  </a:lnTo>
                  <a:lnTo>
                    <a:pt x="301" y="69"/>
                  </a:lnTo>
                  <a:close/>
                  <a:moveTo>
                    <a:pt x="489" y="61"/>
                  </a:moveTo>
                  <a:lnTo>
                    <a:pt x="505" y="61"/>
                  </a:lnTo>
                  <a:lnTo>
                    <a:pt x="505" y="69"/>
                  </a:lnTo>
                  <a:lnTo>
                    <a:pt x="489" y="69"/>
                  </a:lnTo>
                  <a:lnTo>
                    <a:pt x="489" y="61"/>
                  </a:lnTo>
                  <a:close/>
                  <a:moveTo>
                    <a:pt x="192" y="61"/>
                  </a:moveTo>
                  <a:lnTo>
                    <a:pt x="201" y="62"/>
                  </a:lnTo>
                  <a:lnTo>
                    <a:pt x="208" y="62"/>
                  </a:lnTo>
                  <a:lnTo>
                    <a:pt x="215" y="64"/>
                  </a:lnTo>
                  <a:lnTo>
                    <a:pt x="220" y="66"/>
                  </a:lnTo>
                  <a:lnTo>
                    <a:pt x="217" y="71"/>
                  </a:lnTo>
                  <a:lnTo>
                    <a:pt x="213" y="76"/>
                  </a:lnTo>
                  <a:lnTo>
                    <a:pt x="210" y="80"/>
                  </a:lnTo>
                  <a:lnTo>
                    <a:pt x="205" y="85"/>
                  </a:lnTo>
                  <a:lnTo>
                    <a:pt x="199" y="89"/>
                  </a:lnTo>
                  <a:lnTo>
                    <a:pt x="194" y="90"/>
                  </a:lnTo>
                  <a:lnTo>
                    <a:pt x="191" y="90"/>
                  </a:lnTo>
                  <a:lnTo>
                    <a:pt x="185" y="89"/>
                  </a:lnTo>
                  <a:lnTo>
                    <a:pt x="182" y="85"/>
                  </a:lnTo>
                  <a:lnTo>
                    <a:pt x="180" y="82"/>
                  </a:lnTo>
                  <a:lnTo>
                    <a:pt x="178" y="78"/>
                  </a:lnTo>
                  <a:lnTo>
                    <a:pt x="178" y="73"/>
                  </a:lnTo>
                  <a:lnTo>
                    <a:pt x="185" y="68"/>
                  </a:lnTo>
                  <a:lnTo>
                    <a:pt x="192" y="61"/>
                  </a:lnTo>
                  <a:close/>
                  <a:moveTo>
                    <a:pt x="435" y="54"/>
                  </a:moveTo>
                  <a:lnTo>
                    <a:pt x="440" y="54"/>
                  </a:lnTo>
                  <a:lnTo>
                    <a:pt x="444" y="54"/>
                  </a:lnTo>
                  <a:lnTo>
                    <a:pt x="447" y="54"/>
                  </a:lnTo>
                  <a:lnTo>
                    <a:pt x="449" y="54"/>
                  </a:lnTo>
                  <a:lnTo>
                    <a:pt x="452" y="54"/>
                  </a:lnTo>
                  <a:lnTo>
                    <a:pt x="456" y="54"/>
                  </a:lnTo>
                  <a:lnTo>
                    <a:pt x="461" y="54"/>
                  </a:lnTo>
                  <a:lnTo>
                    <a:pt x="461" y="61"/>
                  </a:lnTo>
                  <a:lnTo>
                    <a:pt x="438" y="66"/>
                  </a:lnTo>
                  <a:lnTo>
                    <a:pt x="435" y="54"/>
                  </a:lnTo>
                  <a:close/>
                  <a:moveTo>
                    <a:pt x="220" y="43"/>
                  </a:moveTo>
                  <a:lnTo>
                    <a:pt x="227" y="45"/>
                  </a:lnTo>
                  <a:lnTo>
                    <a:pt x="234" y="47"/>
                  </a:lnTo>
                  <a:lnTo>
                    <a:pt x="240" y="50"/>
                  </a:lnTo>
                  <a:lnTo>
                    <a:pt x="236" y="50"/>
                  </a:lnTo>
                  <a:lnTo>
                    <a:pt x="227" y="54"/>
                  </a:lnTo>
                  <a:lnTo>
                    <a:pt x="217" y="54"/>
                  </a:lnTo>
                  <a:lnTo>
                    <a:pt x="205" y="54"/>
                  </a:lnTo>
                  <a:lnTo>
                    <a:pt x="205" y="50"/>
                  </a:lnTo>
                  <a:lnTo>
                    <a:pt x="208" y="50"/>
                  </a:lnTo>
                  <a:lnTo>
                    <a:pt x="212" y="47"/>
                  </a:lnTo>
                  <a:lnTo>
                    <a:pt x="217" y="45"/>
                  </a:lnTo>
                  <a:lnTo>
                    <a:pt x="220" y="43"/>
                  </a:lnTo>
                  <a:close/>
                  <a:moveTo>
                    <a:pt x="2671" y="41"/>
                  </a:moveTo>
                  <a:lnTo>
                    <a:pt x="2688" y="43"/>
                  </a:lnTo>
                  <a:lnTo>
                    <a:pt x="2692" y="47"/>
                  </a:lnTo>
                  <a:lnTo>
                    <a:pt x="2694" y="50"/>
                  </a:lnTo>
                  <a:lnTo>
                    <a:pt x="2697" y="54"/>
                  </a:lnTo>
                  <a:lnTo>
                    <a:pt x="2695" y="57"/>
                  </a:lnTo>
                  <a:lnTo>
                    <a:pt x="2695" y="59"/>
                  </a:lnTo>
                  <a:lnTo>
                    <a:pt x="2695" y="59"/>
                  </a:lnTo>
                  <a:lnTo>
                    <a:pt x="2694" y="61"/>
                  </a:lnTo>
                  <a:lnTo>
                    <a:pt x="2694" y="61"/>
                  </a:lnTo>
                  <a:lnTo>
                    <a:pt x="2683" y="75"/>
                  </a:lnTo>
                  <a:lnTo>
                    <a:pt x="2669" y="85"/>
                  </a:lnTo>
                  <a:lnTo>
                    <a:pt x="2653" y="94"/>
                  </a:lnTo>
                  <a:lnTo>
                    <a:pt x="2634" y="101"/>
                  </a:lnTo>
                  <a:lnTo>
                    <a:pt x="2617" y="108"/>
                  </a:lnTo>
                  <a:lnTo>
                    <a:pt x="2601" y="115"/>
                  </a:lnTo>
                  <a:lnTo>
                    <a:pt x="2584" y="129"/>
                  </a:lnTo>
                  <a:lnTo>
                    <a:pt x="2564" y="150"/>
                  </a:lnTo>
                  <a:lnTo>
                    <a:pt x="2544" y="174"/>
                  </a:lnTo>
                  <a:lnTo>
                    <a:pt x="2524" y="202"/>
                  </a:lnTo>
                  <a:lnTo>
                    <a:pt x="2509" y="230"/>
                  </a:lnTo>
                  <a:lnTo>
                    <a:pt x="2498" y="258"/>
                  </a:lnTo>
                  <a:lnTo>
                    <a:pt x="2493" y="284"/>
                  </a:lnTo>
                  <a:lnTo>
                    <a:pt x="2495" y="293"/>
                  </a:lnTo>
                  <a:lnTo>
                    <a:pt x="2502" y="303"/>
                  </a:lnTo>
                  <a:lnTo>
                    <a:pt x="2510" y="314"/>
                  </a:lnTo>
                  <a:lnTo>
                    <a:pt x="2521" y="322"/>
                  </a:lnTo>
                  <a:lnTo>
                    <a:pt x="2521" y="326"/>
                  </a:lnTo>
                  <a:lnTo>
                    <a:pt x="2516" y="326"/>
                  </a:lnTo>
                  <a:lnTo>
                    <a:pt x="2512" y="335"/>
                  </a:lnTo>
                  <a:lnTo>
                    <a:pt x="2498" y="329"/>
                  </a:lnTo>
                  <a:lnTo>
                    <a:pt x="2482" y="326"/>
                  </a:lnTo>
                  <a:lnTo>
                    <a:pt x="2477" y="312"/>
                  </a:lnTo>
                  <a:lnTo>
                    <a:pt x="2468" y="300"/>
                  </a:lnTo>
                  <a:lnTo>
                    <a:pt x="2460" y="291"/>
                  </a:lnTo>
                  <a:lnTo>
                    <a:pt x="2451" y="282"/>
                  </a:lnTo>
                  <a:lnTo>
                    <a:pt x="2444" y="268"/>
                  </a:lnTo>
                  <a:lnTo>
                    <a:pt x="2454" y="261"/>
                  </a:lnTo>
                  <a:lnTo>
                    <a:pt x="2460" y="258"/>
                  </a:lnTo>
                  <a:lnTo>
                    <a:pt x="2460" y="253"/>
                  </a:lnTo>
                  <a:lnTo>
                    <a:pt x="2458" y="249"/>
                  </a:lnTo>
                  <a:lnTo>
                    <a:pt x="2456" y="242"/>
                  </a:lnTo>
                  <a:lnTo>
                    <a:pt x="2458" y="235"/>
                  </a:lnTo>
                  <a:lnTo>
                    <a:pt x="2463" y="226"/>
                  </a:lnTo>
                  <a:lnTo>
                    <a:pt x="2470" y="221"/>
                  </a:lnTo>
                  <a:lnTo>
                    <a:pt x="2477" y="214"/>
                  </a:lnTo>
                  <a:lnTo>
                    <a:pt x="2482" y="204"/>
                  </a:lnTo>
                  <a:lnTo>
                    <a:pt x="2479" y="202"/>
                  </a:lnTo>
                  <a:lnTo>
                    <a:pt x="2475" y="200"/>
                  </a:lnTo>
                  <a:lnTo>
                    <a:pt x="2475" y="199"/>
                  </a:lnTo>
                  <a:lnTo>
                    <a:pt x="2474" y="199"/>
                  </a:lnTo>
                  <a:lnTo>
                    <a:pt x="2474" y="197"/>
                  </a:lnTo>
                  <a:lnTo>
                    <a:pt x="2474" y="195"/>
                  </a:lnTo>
                  <a:lnTo>
                    <a:pt x="2482" y="186"/>
                  </a:lnTo>
                  <a:lnTo>
                    <a:pt x="2491" y="178"/>
                  </a:lnTo>
                  <a:lnTo>
                    <a:pt x="2496" y="165"/>
                  </a:lnTo>
                  <a:lnTo>
                    <a:pt x="2498" y="162"/>
                  </a:lnTo>
                  <a:lnTo>
                    <a:pt x="2496" y="157"/>
                  </a:lnTo>
                  <a:lnTo>
                    <a:pt x="2496" y="153"/>
                  </a:lnTo>
                  <a:lnTo>
                    <a:pt x="2495" y="151"/>
                  </a:lnTo>
                  <a:lnTo>
                    <a:pt x="2495" y="146"/>
                  </a:lnTo>
                  <a:lnTo>
                    <a:pt x="2495" y="143"/>
                  </a:lnTo>
                  <a:lnTo>
                    <a:pt x="2496" y="137"/>
                  </a:lnTo>
                  <a:lnTo>
                    <a:pt x="2510" y="122"/>
                  </a:lnTo>
                  <a:lnTo>
                    <a:pt x="2528" y="106"/>
                  </a:lnTo>
                  <a:lnTo>
                    <a:pt x="2550" y="90"/>
                  </a:lnTo>
                  <a:lnTo>
                    <a:pt x="2573" y="78"/>
                  </a:lnTo>
                  <a:lnTo>
                    <a:pt x="2592" y="69"/>
                  </a:lnTo>
                  <a:lnTo>
                    <a:pt x="2624" y="69"/>
                  </a:lnTo>
                  <a:lnTo>
                    <a:pt x="2634" y="64"/>
                  </a:lnTo>
                  <a:lnTo>
                    <a:pt x="2641" y="59"/>
                  </a:lnTo>
                  <a:lnTo>
                    <a:pt x="2646" y="52"/>
                  </a:lnTo>
                  <a:lnTo>
                    <a:pt x="2652" y="48"/>
                  </a:lnTo>
                  <a:lnTo>
                    <a:pt x="2659" y="45"/>
                  </a:lnTo>
                  <a:lnTo>
                    <a:pt x="2671" y="41"/>
                  </a:lnTo>
                  <a:close/>
                  <a:moveTo>
                    <a:pt x="400" y="15"/>
                  </a:moveTo>
                  <a:lnTo>
                    <a:pt x="416" y="15"/>
                  </a:lnTo>
                  <a:lnTo>
                    <a:pt x="421" y="22"/>
                  </a:lnTo>
                  <a:lnTo>
                    <a:pt x="428" y="29"/>
                  </a:lnTo>
                  <a:lnTo>
                    <a:pt x="435" y="34"/>
                  </a:lnTo>
                  <a:lnTo>
                    <a:pt x="432" y="38"/>
                  </a:lnTo>
                  <a:lnTo>
                    <a:pt x="430" y="40"/>
                  </a:lnTo>
                  <a:lnTo>
                    <a:pt x="428" y="41"/>
                  </a:lnTo>
                  <a:lnTo>
                    <a:pt x="426" y="45"/>
                  </a:lnTo>
                  <a:lnTo>
                    <a:pt x="425" y="48"/>
                  </a:lnTo>
                  <a:lnTo>
                    <a:pt x="423" y="54"/>
                  </a:lnTo>
                  <a:lnTo>
                    <a:pt x="418" y="54"/>
                  </a:lnTo>
                  <a:lnTo>
                    <a:pt x="411" y="54"/>
                  </a:lnTo>
                  <a:lnTo>
                    <a:pt x="407" y="52"/>
                  </a:lnTo>
                  <a:lnTo>
                    <a:pt x="402" y="52"/>
                  </a:lnTo>
                  <a:lnTo>
                    <a:pt x="397" y="50"/>
                  </a:lnTo>
                  <a:lnTo>
                    <a:pt x="397" y="43"/>
                  </a:lnTo>
                  <a:lnTo>
                    <a:pt x="398" y="38"/>
                  </a:lnTo>
                  <a:lnTo>
                    <a:pt x="400" y="31"/>
                  </a:lnTo>
                  <a:lnTo>
                    <a:pt x="400" y="24"/>
                  </a:lnTo>
                  <a:lnTo>
                    <a:pt x="400" y="15"/>
                  </a:lnTo>
                  <a:close/>
                  <a:moveTo>
                    <a:pt x="3165" y="0"/>
                  </a:moveTo>
                  <a:lnTo>
                    <a:pt x="3184" y="0"/>
                  </a:lnTo>
                  <a:lnTo>
                    <a:pt x="3188" y="5"/>
                  </a:lnTo>
                  <a:lnTo>
                    <a:pt x="3189" y="7"/>
                  </a:lnTo>
                  <a:lnTo>
                    <a:pt x="3191" y="10"/>
                  </a:lnTo>
                  <a:lnTo>
                    <a:pt x="3195" y="14"/>
                  </a:lnTo>
                  <a:lnTo>
                    <a:pt x="3196" y="19"/>
                  </a:lnTo>
                  <a:lnTo>
                    <a:pt x="3191" y="21"/>
                  </a:lnTo>
                  <a:lnTo>
                    <a:pt x="3189" y="22"/>
                  </a:lnTo>
                  <a:lnTo>
                    <a:pt x="3186" y="24"/>
                  </a:lnTo>
                  <a:lnTo>
                    <a:pt x="3184" y="27"/>
                  </a:lnTo>
                  <a:lnTo>
                    <a:pt x="3182" y="29"/>
                  </a:lnTo>
                  <a:lnTo>
                    <a:pt x="3181" y="34"/>
                  </a:lnTo>
                  <a:lnTo>
                    <a:pt x="3195" y="38"/>
                  </a:lnTo>
                  <a:lnTo>
                    <a:pt x="3202" y="41"/>
                  </a:lnTo>
                  <a:lnTo>
                    <a:pt x="3209" y="48"/>
                  </a:lnTo>
                  <a:lnTo>
                    <a:pt x="3216" y="57"/>
                  </a:lnTo>
                  <a:lnTo>
                    <a:pt x="3228" y="52"/>
                  </a:lnTo>
                  <a:lnTo>
                    <a:pt x="3240" y="50"/>
                  </a:lnTo>
                  <a:lnTo>
                    <a:pt x="3254" y="48"/>
                  </a:lnTo>
                  <a:lnTo>
                    <a:pt x="3270" y="43"/>
                  </a:lnTo>
                  <a:lnTo>
                    <a:pt x="3271" y="41"/>
                  </a:lnTo>
                  <a:lnTo>
                    <a:pt x="3271" y="41"/>
                  </a:lnTo>
                  <a:lnTo>
                    <a:pt x="3273" y="43"/>
                  </a:lnTo>
                  <a:lnTo>
                    <a:pt x="3273" y="45"/>
                  </a:lnTo>
                  <a:lnTo>
                    <a:pt x="3273" y="47"/>
                  </a:lnTo>
                  <a:lnTo>
                    <a:pt x="3287" y="54"/>
                  </a:lnTo>
                  <a:lnTo>
                    <a:pt x="3298" y="62"/>
                  </a:lnTo>
                  <a:lnTo>
                    <a:pt x="3306" y="73"/>
                  </a:lnTo>
                  <a:lnTo>
                    <a:pt x="3315" y="85"/>
                  </a:lnTo>
                  <a:lnTo>
                    <a:pt x="3315" y="108"/>
                  </a:lnTo>
                  <a:lnTo>
                    <a:pt x="3303" y="117"/>
                  </a:lnTo>
                  <a:lnTo>
                    <a:pt x="3298" y="125"/>
                  </a:lnTo>
                  <a:lnTo>
                    <a:pt x="3294" y="134"/>
                  </a:lnTo>
                  <a:lnTo>
                    <a:pt x="3289" y="143"/>
                  </a:lnTo>
                  <a:lnTo>
                    <a:pt x="3275" y="151"/>
                  </a:lnTo>
                  <a:lnTo>
                    <a:pt x="3259" y="160"/>
                  </a:lnTo>
                  <a:lnTo>
                    <a:pt x="3243" y="171"/>
                  </a:lnTo>
                  <a:lnTo>
                    <a:pt x="3231" y="185"/>
                  </a:lnTo>
                  <a:lnTo>
                    <a:pt x="3235" y="185"/>
                  </a:lnTo>
                  <a:lnTo>
                    <a:pt x="3247" y="178"/>
                  </a:lnTo>
                  <a:lnTo>
                    <a:pt x="3261" y="176"/>
                  </a:lnTo>
                  <a:lnTo>
                    <a:pt x="3277" y="178"/>
                  </a:lnTo>
                  <a:lnTo>
                    <a:pt x="3277" y="181"/>
                  </a:lnTo>
                  <a:lnTo>
                    <a:pt x="3275" y="185"/>
                  </a:lnTo>
                  <a:lnTo>
                    <a:pt x="3275" y="186"/>
                  </a:lnTo>
                  <a:lnTo>
                    <a:pt x="3275" y="188"/>
                  </a:lnTo>
                  <a:lnTo>
                    <a:pt x="3275" y="188"/>
                  </a:lnTo>
                  <a:lnTo>
                    <a:pt x="3275" y="190"/>
                  </a:lnTo>
                  <a:lnTo>
                    <a:pt x="3277" y="190"/>
                  </a:lnTo>
                  <a:lnTo>
                    <a:pt x="3280" y="192"/>
                  </a:lnTo>
                  <a:lnTo>
                    <a:pt x="3285" y="186"/>
                  </a:lnTo>
                  <a:lnTo>
                    <a:pt x="3292" y="181"/>
                  </a:lnTo>
                  <a:lnTo>
                    <a:pt x="3299" y="176"/>
                  </a:lnTo>
                  <a:lnTo>
                    <a:pt x="3308" y="172"/>
                  </a:lnTo>
                  <a:lnTo>
                    <a:pt x="3308" y="178"/>
                  </a:lnTo>
                  <a:lnTo>
                    <a:pt x="3305" y="183"/>
                  </a:lnTo>
                  <a:lnTo>
                    <a:pt x="3303" y="188"/>
                  </a:lnTo>
                  <a:lnTo>
                    <a:pt x="3301" y="195"/>
                  </a:lnTo>
                  <a:lnTo>
                    <a:pt x="3299" y="204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3" y="206"/>
                  </a:lnTo>
                  <a:lnTo>
                    <a:pt x="3303" y="207"/>
                  </a:lnTo>
                  <a:lnTo>
                    <a:pt x="3312" y="207"/>
                  </a:lnTo>
                  <a:lnTo>
                    <a:pt x="3312" y="195"/>
                  </a:lnTo>
                  <a:lnTo>
                    <a:pt x="3329" y="193"/>
                  </a:lnTo>
                  <a:lnTo>
                    <a:pt x="3345" y="193"/>
                  </a:lnTo>
                  <a:lnTo>
                    <a:pt x="3357" y="195"/>
                  </a:lnTo>
                  <a:lnTo>
                    <a:pt x="3369" y="204"/>
                  </a:lnTo>
                  <a:lnTo>
                    <a:pt x="3369" y="206"/>
                  </a:lnTo>
                  <a:lnTo>
                    <a:pt x="3369" y="211"/>
                  </a:lnTo>
                  <a:lnTo>
                    <a:pt x="3371" y="216"/>
                  </a:lnTo>
                  <a:lnTo>
                    <a:pt x="3371" y="221"/>
                  </a:lnTo>
                  <a:lnTo>
                    <a:pt x="3373" y="226"/>
                  </a:lnTo>
                  <a:lnTo>
                    <a:pt x="3423" y="230"/>
                  </a:lnTo>
                  <a:lnTo>
                    <a:pt x="3427" y="219"/>
                  </a:lnTo>
                  <a:lnTo>
                    <a:pt x="3427" y="216"/>
                  </a:lnTo>
                  <a:lnTo>
                    <a:pt x="3427" y="214"/>
                  </a:lnTo>
                  <a:lnTo>
                    <a:pt x="3427" y="211"/>
                  </a:lnTo>
                  <a:lnTo>
                    <a:pt x="3427" y="206"/>
                  </a:lnTo>
                  <a:lnTo>
                    <a:pt x="3427" y="200"/>
                  </a:lnTo>
                  <a:lnTo>
                    <a:pt x="3430" y="199"/>
                  </a:lnTo>
                  <a:lnTo>
                    <a:pt x="3430" y="199"/>
                  </a:lnTo>
                  <a:lnTo>
                    <a:pt x="3432" y="199"/>
                  </a:lnTo>
                  <a:lnTo>
                    <a:pt x="3432" y="197"/>
                  </a:lnTo>
                  <a:lnTo>
                    <a:pt x="3434" y="195"/>
                  </a:lnTo>
                  <a:lnTo>
                    <a:pt x="3444" y="200"/>
                  </a:lnTo>
                  <a:lnTo>
                    <a:pt x="3455" y="206"/>
                  </a:lnTo>
                  <a:lnTo>
                    <a:pt x="3465" y="211"/>
                  </a:lnTo>
                  <a:lnTo>
                    <a:pt x="3476" y="202"/>
                  </a:lnTo>
                  <a:lnTo>
                    <a:pt x="3488" y="197"/>
                  </a:lnTo>
                  <a:lnTo>
                    <a:pt x="3507" y="195"/>
                  </a:lnTo>
                  <a:lnTo>
                    <a:pt x="3507" y="200"/>
                  </a:lnTo>
                  <a:lnTo>
                    <a:pt x="3510" y="200"/>
                  </a:lnTo>
                  <a:lnTo>
                    <a:pt x="3519" y="235"/>
                  </a:lnTo>
                  <a:lnTo>
                    <a:pt x="3507" y="247"/>
                  </a:lnTo>
                  <a:lnTo>
                    <a:pt x="3500" y="265"/>
                  </a:lnTo>
                  <a:lnTo>
                    <a:pt x="3502" y="268"/>
                  </a:lnTo>
                  <a:lnTo>
                    <a:pt x="3504" y="272"/>
                  </a:lnTo>
                  <a:lnTo>
                    <a:pt x="3504" y="275"/>
                  </a:lnTo>
                  <a:lnTo>
                    <a:pt x="3505" y="279"/>
                  </a:lnTo>
                  <a:lnTo>
                    <a:pt x="3507" y="284"/>
                  </a:lnTo>
                  <a:lnTo>
                    <a:pt x="3516" y="293"/>
                  </a:lnTo>
                  <a:lnTo>
                    <a:pt x="3528" y="300"/>
                  </a:lnTo>
                  <a:lnTo>
                    <a:pt x="3538" y="307"/>
                  </a:lnTo>
                  <a:lnTo>
                    <a:pt x="3538" y="307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2" y="303"/>
                  </a:lnTo>
                  <a:lnTo>
                    <a:pt x="3547" y="295"/>
                  </a:lnTo>
                  <a:lnTo>
                    <a:pt x="3551" y="284"/>
                  </a:lnTo>
                  <a:lnTo>
                    <a:pt x="3554" y="274"/>
                  </a:lnTo>
                  <a:lnTo>
                    <a:pt x="3561" y="265"/>
                  </a:lnTo>
                  <a:lnTo>
                    <a:pt x="3561" y="274"/>
                  </a:lnTo>
                  <a:lnTo>
                    <a:pt x="3563" y="281"/>
                  </a:lnTo>
                  <a:lnTo>
                    <a:pt x="3566" y="286"/>
                  </a:lnTo>
                  <a:lnTo>
                    <a:pt x="3572" y="289"/>
                  </a:lnTo>
                  <a:lnTo>
                    <a:pt x="3579" y="291"/>
                  </a:lnTo>
                  <a:lnTo>
                    <a:pt x="3587" y="293"/>
                  </a:lnTo>
                  <a:lnTo>
                    <a:pt x="3600" y="272"/>
                  </a:lnTo>
                  <a:lnTo>
                    <a:pt x="3605" y="277"/>
                  </a:lnTo>
                  <a:lnTo>
                    <a:pt x="3610" y="281"/>
                  </a:lnTo>
                  <a:lnTo>
                    <a:pt x="3613" y="286"/>
                  </a:lnTo>
                  <a:lnTo>
                    <a:pt x="3619" y="289"/>
                  </a:lnTo>
                  <a:lnTo>
                    <a:pt x="3626" y="293"/>
                  </a:lnTo>
                  <a:lnTo>
                    <a:pt x="3629" y="289"/>
                  </a:lnTo>
                  <a:lnTo>
                    <a:pt x="3633" y="286"/>
                  </a:lnTo>
                  <a:lnTo>
                    <a:pt x="3636" y="286"/>
                  </a:lnTo>
                  <a:lnTo>
                    <a:pt x="3638" y="286"/>
                  </a:lnTo>
                  <a:lnTo>
                    <a:pt x="3643" y="286"/>
                  </a:lnTo>
                  <a:lnTo>
                    <a:pt x="3647" y="288"/>
                  </a:lnTo>
                  <a:lnTo>
                    <a:pt x="3654" y="288"/>
                  </a:lnTo>
                  <a:lnTo>
                    <a:pt x="3652" y="270"/>
                  </a:lnTo>
                  <a:lnTo>
                    <a:pt x="3648" y="258"/>
                  </a:lnTo>
                  <a:lnTo>
                    <a:pt x="3645" y="242"/>
                  </a:lnTo>
                  <a:lnTo>
                    <a:pt x="3657" y="239"/>
                  </a:lnTo>
                  <a:lnTo>
                    <a:pt x="3668" y="235"/>
                  </a:lnTo>
                  <a:lnTo>
                    <a:pt x="3685" y="235"/>
                  </a:lnTo>
                  <a:lnTo>
                    <a:pt x="3704" y="237"/>
                  </a:lnTo>
                  <a:lnTo>
                    <a:pt x="3723" y="242"/>
                  </a:lnTo>
                  <a:lnTo>
                    <a:pt x="3741" y="247"/>
                  </a:lnTo>
                  <a:lnTo>
                    <a:pt x="3757" y="253"/>
                  </a:lnTo>
                  <a:lnTo>
                    <a:pt x="3764" y="258"/>
                  </a:lnTo>
                  <a:lnTo>
                    <a:pt x="3767" y="261"/>
                  </a:lnTo>
                  <a:lnTo>
                    <a:pt x="3769" y="267"/>
                  </a:lnTo>
                  <a:lnTo>
                    <a:pt x="3769" y="270"/>
                  </a:lnTo>
                  <a:lnTo>
                    <a:pt x="3771" y="272"/>
                  </a:lnTo>
                  <a:lnTo>
                    <a:pt x="3771" y="275"/>
                  </a:lnTo>
                  <a:lnTo>
                    <a:pt x="3774" y="277"/>
                  </a:lnTo>
                  <a:lnTo>
                    <a:pt x="3778" y="279"/>
                  </a:lnTo>
                  <a:lnTo>
                    <a:pt x="3783" y="281"/>
                  </a:lnTo>
                  <a:lnTo>
                    <a:pt x="3793" y="277"/>
                  </a:lnTo>
                  <a:lnTo>
                    <a:pt x="3805" y="277"/>
                  </a:lnTo>
                  <a:lnTo>
                    <a:pt x="3818" y="277"/>
                  </a:lnTo>
                  <a:lnTo>
                    <a:pt x="3823" y="288"/>
                  </a:lnTo>
                  <a:lnTo>
                    <a:pt x="3830" y="298"/>
                  </a:lnTo>
                  <a:lnTo>
                    <a:pt x="3840" y="307"/>
                  </a:lnTo>
                  <a:lnTo>
                    <a:pt x="3853" y="312"/>
                  </a:lnTo>
                  <a:lnTo>
                    <a:pt x="3865" y="307"/>
                  </a:lnTo>
                  <a:lnTo>
                    <a:pt x="3882" y="307"/>
                  </a:lnTo>
                  <a:lnTo>
                    <a:pt x="3898" y="309"/>
                  </a:lnTo>
                  <a:lnTo>
                    <a:pt x="3914" y="312"/>
                  </a:lnTo>
                  <a:lnTo>
                    <a:pt x="3926" y="315"/>
                  </a:lnTo>
                  <a:lnTo>
                    <a:pt x="3931" y="331"/>
                  </a:lnTo>
                  <a:lnTo>
                    <a:pt x="3933" y="345"/>
                  </a:lnTo>
                  <a:lnTo>
                    <a:pt x="3936" y="357"/>
                  </a:lnTo>
                  <a:lnTo>
                    <a:pt x="3940" y="359"/>
                  </a:lnTo>
                  <a:lnTo>
                    <a:pt x="3942" y="363"/>
                  </a:lnTo>
                  <a:lnTo>
                    <a:pt x="3945" y="364"/>
                  </a:lnTo>
                  <a:lnTo>
                    <a:pt x="3978" y="361"/>
                  </a:lnTo>
                  <a:lnTo>
                    <a:pt x="4011" y="361"/>
                  </a:lnTo>
                  <a:lnTo>
                    <a:pt x="4045" y="361"/>
                  </a:lnTo>
                  <a:lnTo>
                    <a:pt x="4048" y="368"/>
                  </a:lnTo>
                  <a:lnTo>
                    <a:pt x="4053" y="373"/>
                  </a:lnTo>
                  <a:lnTo>
                    <a:pt x="4059" y="380"/>
                  </a:lnTo>
                  <a:lnTo>
                    <a:pt x="4064" y="384"/>
                  </a:lnTo>
                  <a:lnTo>
                    <a:pt x="4071" y="389"/>
                  </a:lnTo>
                  <a:lnTo>
                    <a:pt x="4071" y="384"/>
                  </a:lnTo>
                  <a:lnTo>
                    <a:pt x="4073" y="382"/>
                  </a:lnTo>
                  <a:lnTo>
                    <a:pt x="4074" y="378"/>
                  </a:lnTo>
                  <a:lnTo>
                    <a:pt x="4074" y="375"/>
                  </a:lnTo>
                  <a:lnTo>
                    <a:pt x="4076" y="370"/>
                  </a:lnTo>
                  <a:lnTo>
                    <a:pt x="4073" y="364"/>
                  </a:lnTo>
                  <a:lnTo>
                    <a:pt x="4071" y="361"/>
                  </a:lnTo>
                  <a:lnTo>
                    <a:pt x="4069" y="359"/>
                  </a:lnTo>
                  <a:lnTo>
                    <a:pt x="4069" y="356"/>
                  </a:lnTo>
                  <a:lnTo>
                    <a:pt x="4071" y="352"/>
                  </a:lnTo>
                  <a:lnTo>
                    <a:pt x="4071" y="347"/>
                  </a:lnTo>
                  <a:lnTo>
                    <a:pt x="4071" y="342"/>
                  </a:lnTo>
                  <a:lnTo>
                    <a:pt x="4088" y="345"/>
                  </a:lnTo>
                  <a:lnTo>
                    <a:pt x="4100" y="352"/>
                  </a:lnTo>
                  <a:lnTo>
                    <a:pt x="4114" y="357"/>
                  </a:lnTo>
                  <a:lnTo>
                    <a:pt x="4120" y="357"/>
                  </a:lnTo>
                  <a:lnTo>
                    <a:pt x="4125" y="357"/>
                  </a:lnTo>
                  <a:lnTo>
                    <a:pt x="4130" y="356"/>
                  </a:lnTo>
                  <a:lnTo>
                    <a:pt x="4134" y="352"/>
                  </a:lnTo>
                  <a:lnTo>
                    <a:pt x="4137" y="350"/>
                  </a:lnTo>
                  <a:lnTo>
                    <a:pt x="4141" y="349"/>
                  </a:lnTo>
                  <a:lnTo>
                    <a:pt x="4198" y="373"/>
                  </a:lnTo>
                  <a:lnTo>
                    <a:pt x="4230" y="406"/>
                  </a:lnTo>
                  <a:lnTo>
                    <a:pt x="4235" y="410"/>
                  </a:lnTo>
                  <a:lnTo>
                    <a:pt x="4240" y="410"/>
                  </a:lnTo>
                  <a:lnTo>
                    <a:pt x="4245" y="411"/>
                  </a:lnTo>
                  <a:lnTo>
                    <a:pt x="4251" y="411"/>
                  </a:lnTo>
                  <a:lnTo>
                    <a:pt x="4256" y="415"/>
                  </a:lnTo>
                  <a:lnTo>
                    <a:pt x="4266" y="424"/>
                  </a:lnTo>
                  <a:lnTo>
                    <a:pt x="4273" y="434"/>
                  </a:lnTo>
                  <a:lnTo>
                    <a:pt x="4280" y="443"/>
                  </a:lnTo>
                  <a:lnTo>
                    <a:pt x="4289" y="450"/>
                  </a:lnTo>
                  <a:lnTo>
                    <a:pt x="4306" y="453"/>
                  </a:lnTo>
                  <a:lnTo>
                    <a:pt x="4308" y="452"/>
                  </a:lnTo>
                  <a:lnTo>
                    <a:pt x="4310" y="452"/>
                  </a:lnTo>
                  <a:lnTo>
                    <a:pt x="4312" y="450"/>
                  </a:lnTo>
                  <a:lnTo>
                    <a:pt x="4313" y="450"/>
                  </a:lnTo>
                  <a:lnTo>
                    <a:pt x="4317" y="450"/>
                  </a:lnTo>
                  <a:lnTo>
                    <a:pt x="4327" y="462"/>
                  </a:lnTo>
                  <a:lnTo>
                    <a:pt x="4338" y="474"/>
                  </a:lnTo>
                  <a:lnTo>
                    <a:pt x="4347" y="487"/>
                  </a:lnTo>
                  <a:lnTo>
                    <a:pt x="4352" y="504"/>
                  </a:lnTo>
                  <a:lnTo>
                    <a:pt x="4317" y="504"/>
                  </a:lnTo>
                  <a:lnTo>
                    <a:pt x="4315" y="507"/>
                  </a:lnTo>
                  <a:lnTo>
                    <a:pt x="4312" y="511"/>
                  </a:lnTo>
                  <a:lnTo>
                    <a:pt x="4310" y="513"/>
                  </a:lnTo>
                  <a:lnTo>
                    <a:pt x="4308" y="518"/>
                  </a:lnTo>
                  <a:lnTo>
                    <a:pt x="4306" y="523"/>
                  </a:lnTo>
                  <a:lnTo>
                    <a:pt x="4310" y="525"/>
                  </a:lnTo>
                  <a:lnTo>
                    <a:pt x="4312" y="527"/>
                  </a:lnTo>
                  <a:lnTo>
                    <a:pt x="4313" y="528"/>
                  </a:lnTo>
                  <a:lnTo>
                    <a:pt x="4315" y="532"/>
                  </a:lnTo>
                  <a:lnTo>
                    <a:pt x="4315" y="534"/>
                  </a:lnTo>
                  <a:lnTo>
                    <a:pt x="4313" y="537"/>
                  </a:lnTo>
                  <a:lnTo>
                    <a:pt x="4310" y="542"/>
                  </a:lnTo>
                  <a:lnTo>
                    <a:pt x="4308" y="544"/>
                  </a:lnTo>
                  <a:lnTo>
                    <a:pt x="4305" y="546"/>
                  </a:lnTo>
                  <a:lnTo>
                    <a:pt x="4301" y="546"/>
                  </a:lnTo>
                  <a:lnTo>
                    <a:pt x="4298" y="546"/>
                  </a:lnTo>
                  <a:lnTo>
                    <a:pt x="4291" y="546"/>
                  </a:lnTo>
                  <a:lnTo>
                    <a:pt x="4284" y="535"/>
                  </a:lnTo>
                  <a:lnTo>
                    <a:pt x="4273" y="530"/>
                  </a:lnTo>
                  <a:lnTo>
                    <a:pt x="4259" y="527"/>
                  </a:lnTo>
                  <a:lnTo>
                    <a:pt x="4259" y="514"/>
                  </a:lnTo>
                  <a:lnTo>
                    <a:pt x="4256" y="513"/>
                  </a:lnTo>
                  <a:lnTo>
                    <a:pt x="4252" y="511"/>
                  </a:lnTo>
                  <a:lnTo>
                    <a:pt x="4251" y="509"/>
                  </a:lnTo>
                  <a:lnTo>
                    <a:pt x="4247" y="507"/>
                  </a:lnTo>
                  <a:lnTo>
                    <a:pt x="4240" y="507"/>
                  </a:lnTo>
                  <a:lnTo>
                    <a:pt x="4238" y="507"/>
                  </a:lnTo>
                  <a:lnTo>
                    <a:pt x="4237" y="509"/>
                  </a:lnTo>
                  <a:lnTo>
                    <a:pt x="4235" y="509"/>
                  </a:lnTo>
                  <a:lnTo>
                    <a:pt x="4233" y="509"/>
                  </a:lnTo>
                  <a:lnTo>
                    <a:pt x="4230" y="511"/>
                  </a:lnTo>
                  <a:lnTo>
                    <a:pt x="4226" y="504"/>
                  </a:lnTo>
                  <a:lnTo>
                    <a:pt x="4221" y="497"/>
                  </a:lnTo>
                  <a:lnTo>
                    <a:pt x="4217" y="492"/>
                  </a:lnTo>
                  <a:lnTo>
                    <a:pt x="4217" y="504"/>
                  </a:lnTo>
                  <a:lnTo>
                    <a:pt x="4214" y="518"/>
                  </a:lnTo>
                  <a:lnTo>
                    <a:pt x="4210" y="530"/>
                  </a:lnTo>
                  <a:lnTo>
                    <a:pt x="4202" y="537"/>
                  </a:lnTo>
                  <a:lnTo>
                    <a:pt x="4198" y="539"/>
                  </a:lnTo>
                  <a:lnTo>
                    <a:pt x="4195" y="539"/>
                  </a:lnTo>
                  <a:lnTo>
                    <a:pt x="4193" y="539"/>
                  </a:lnTo>
                  <a:lnTo>
                    <a:pt x="4191" y="539"/>
                  </a:lnTo>
                  <a:lnTo>
                    <a:pt x="4189" y="537"/>
                  </a:lnTo>
                  <a:lnTo>
                    <a:pt x="4188" y="537"/>
                  </a:lnTo>
                  <a:lnTo>
                    <a:pt x="4186" y="537"/>
                  </a:lnTo>
                  <a:lnTo>
                    <a:pt x="4184" y="539"/>
                  </a:lnTo>
                  <a:lnTo>
                    <a:pt x="4182" y="541"/>
                  </a:lnTo>
                  <a:lnTo>
                    <a:pt x="4179" y="546"/>
                  </a:lnTo>
                  <a:lnTo>
                    <a:pt x="4189" y="558"/>
                  </a:lnTo>
                  <a:lnTo>
                    <a:pt x="4200" y="579"/>
                  </a:lnTo>
                  <a:lnTo>
                    <a:pt x="4205" y="603"/>
                  </a:lnTo>
                  <a:lnTo>
                    <a:pt x="4202" y="603"/>
                  </a:lnTo>
                  <a:lnTo>
                    <a:pt x="4200" y="605"/>
                  </a:lnTo>
                  <a:lnTo>
                    <a:pt x="4196" y="605"/>
                  </a:lnTo>
                  <a:lnTo>
                    <a:pt x="4191" y="607"/>
                  </a:lnTo>
                  <a:lnTo>
                    <a:pt x="4184" y="602"/>
                  </a:lnTo>
                  <a:lnTo>
                    <a:pt x="4179" y="598"/>
                  </a:lnTo>
                  <a:lnTo>
                    <a:pt x="4172" y="597"/>
                  </a:lnTo>
                  <a:lnTo>
                    <a:pt x="4163" y="595"/>
                  </a:lnTo>
                  <a:lnTo>
                    <a:pt x="4158" y="609"/>
                  </a:lnTo>
                  <a:lnTo>
                    <a:pt x="4148" y="616"/>
                  </a:lnTo>
                  <a:lnTo>
                    <a:pt x="4135" y="621"/>
                  </a:lnTo>
                  <a:lnTo>
                    <a:pt x="4121" y="626"/>
                  </a:lnTo>
                  <a:lnTo>
                    <a:pt x="4120" y="640"/>
                  </a:lnTo>
                  <a:lnTo>
                    <a:pt x="4116" y="651"/>
                  </a:lnTo>
                  <a:lnTo>
                    <a:pt x="4109" y="661"/>
                  </a:lnTo>
                  <a:lnTo>
                    <a:pt x="4095" y="663"/>
                  </a:lnTo>
                  <a:lnTo>
                    <a:pt x="4085" y="666"/>
                  </a:lnTo>
                  <a:lnTo>
                    <a:pt x="4078" y="670"/>
                  </a:lnTo>
                  <a:lnTo>
                    <a:pt x="4071" y="672"/>
                  </a:lnTo>
                  <a:lnTo>
                    <a:pt x="4066" y="668"/>
                  </a:lnTo>
                  <a:lnTo>
                    <a:pt x="4060" y="663"/>
                  </a:lnTo>
                  <a:lnTo>
                    <a:pt x="4057" y="658"/>
                  </a:lnTo>
                  <a:lnTo>
                    <a:pt x="4050" y="659"/>
                  </a:lnTo>
                  <a:lnTo>
                    <a:pt x="4041" y="661"/>
                  </a:lnTo>
                  <a:lnTo>
                    <a:pt x="4034" y="665"/>
                  </a:lnTo>
                  <a:lnTo>
                    <a:pt x="4029" y="668"/>
                  </a:lnTo>
                  <a:lnTo>
                    <a:pt x="4029" y="675"/>
                  </a:lnTo>
                  <a:lnTo>
                    <a:pt x="4024" y="677"/>
                  </a:lnTo>
                  <a:lnTo>
                    <a:pt x="4015" y="677"/>
                  </a:lnTo>
                  <a:lnTo>
                    <a:pt x="4003" y="677"/>
                  </a:lnTo>
                  <a:lnTo>
                    <a:pt x="3992" y="679"/>
                  </a:lnTo>
                  <a:lnTo>
                    <a:pt x="3987" y="680"/>
                  </a:lnTo>
                  <a:lnTo>
                    <a:pt x="3978" y="701"/>
                  </a:lnTo>
                  <a:lnTo>
                    <a:pt x="3977" y="724"/>
                  </a:lnTo>
                  <a:lnTo>
                    <a:pt x="3977" y="750"/>
                  </a:lnTo>
                  <a:lnTo>
                    <a:pt x="3980" y="773"/>
                  </a:lnTo>
                  <a:lnTo>
                    <a:pt x="3975" y="773"/>
                  </a:lnTo>
                  <a:lnTo>
                    <a:pt x="3973" y="773"/>
                  </a:lnTo>
                  <a:lnTo>
                    <a:pt x="3971" y="773"/>
                  </a:lnTo>
                  <a:lnTo>
                    <a:pt x="3970" y="775"/>
                  </a:lnTo>
                  <a:lnTo>
                    <a:pt x="3968" y="776"/>
                  </a:lnTo>
                  <a:lnTo>
                    <a:pt x="3966" y="782"/>
                  </a:lnTo>
                  <a:lnTo>
                    <a:pt x="3964" y="787"/>
                  </a:lnTo>
                  <a:lnTo>
                    <a:pt x="3964" y="794"/>
                  </a:lnTo>
                  <a:lnTo>
                    <a:pt x="3964" y="802"/>
                  </a:lnTo>
                  <a:lnTo>
                    <a:pt x="3952" y="802"/>
                  </a:lnTo>
                  <a:lnTo>
                    <a:pt x="3945" y="813"/>
                  </a:lnTo>
                  <a:lnTo>
                    <a:pt x="3940" y="820"/>
                  </a:lnTo>
                  <a:lnTo>
                    <a:pt x="3938" y="827"/>
                  </a:lnTo>
                  <a:lnTo>
                    <a:pt x="3936" y="841"/>
                  </a:lnTo>
                  <a:lnTo>
                    <a:pt x="3933" y="841"/>
                  </a:lnTo>
                  <a:lnTo>
                    <a:pt x="3929" y="841"/>
                  </a:lnTo>
                  <a:lnTo>
                    <a:pt x="3928" y="841"/>
                  </a:lnTo>
                  <a:lnTo>
                    <a:pt x="3928" y="841"/>
                  </a:lnTo>
                  <a:lnTo>
                    <a:pt x="3926" y="841"/>
                  </a:lnTo>
                  <a:lnTo>
                    <a:pt x="3922" y="841"/>
                  </a:lnTo>
                  <a:lnTo>
                    <a:pt x="3915" y="855"/>
                  </a:lnTo>
                  <a:lnTo>
                    <a:pt x="3910" y="872"/>
                  </a:lnTo>
                  <a:lnTo>
                    <a:pt x="3898" y="872"/>
                  </a:lnTo>
                  <a:lnTo>
                    <a:pt x="3894" y="891"/>
                  </a:lnTo>
                  <a:lnTo>
                    <a:pt x="3888" y="891"/>
                  </a:lnTo>
                  <a:lnTo>
                    <a:pt x="3888" y="886"/>
                  </a:lnTo>
                  <a:lnTo>
                    <a:pt x="3874" y="867"/>
                  </a:lnTo>
                  <a:lnTo>
                    <a:pt x="3865" y="844"/>
                  </a:lnTo>
                  <a:lnTo>
                    <a:pt x="3863" y="818"/>
                  </a:lnTo>
                  <a:lnTo>
                    <a:pt x="3865" y="787"/>
                  </a:lnTo>
                  <a:lnTo>
                    <a:pt x="3870" y="783"/>
                  </a:lnTo>
                  <a:lnTo>
                    <a:pt x="3874" y="780"/>
                  </a:lnTo>
                  <a:lnTo>
                    <a:pt x="3879" y="776"/>
                  </a:lnTo>
                  <a:lnTo>
                    <a:pt x="3881" y="771"/>
                  </a:lnTo>
                  <a:lnTo>
                    <a:pt x="3884" y="764"/>
                  </a:lnTo>
                  <a:lnTo>
                    <a:pt x="3879" y="755"/>
                  </a:lnTo>
                  <a:lnTo>
                    <a:pt x="3877" y="743"/>
                  </a:lnTo>
                  <a:lnTo>
                    <a:pt x="3884" y="729"/>
                  </a:lnTo>
                  <a:lnTo>
                    <a:pt x="3891" y="724"/>
                  </a:lnTo>
                  <a:lnTo>
                    <a:pt x="3900" y="720"/>
                  </a:lnTo>
                  <a:lnTo>
                    <a:pt x="3910" y="717"/>
                  </a:lnTo>
                  <a:lnTo>
                    <a:pt x="3917" y="710"/>
                  </a:lnTo>
                  <a:lnTo>
                    <a:pt x="3931" y="689"/>
                  </a:lnTo>
                  <a:lnTo>
                    <a:pt x="3945" y="668"/>
                  </a:lnTo>
                  <a:lnTo>
                    <a:pt x="3956" y="659"/>
                  </a:lnTo>
                  <a:lnTo>
                    <a:pt x="3968" y="651"/>
                  </a:lnTo>
                  <a:lnTo>
                    <a:pt x="3980" y="642"/>
                  </a:lnTo>
                  <a:lnTo>
                    <a:pt x="3985" y="630"/>
                  </a:lnTo>
                  <a:lnTo>
                    <a:pt x="3989" y="616"/>
                  </a:lnTo>
                  <a:lnTo>
                    <a:pt x="3994" y="603"/>
                  </a:lnTo>
                  <a:lnTo>
                    <a:pt x="3994" y="602"/>
                  </a:lnTo>
                  <a:lnTo>
                    <a:pt x="3992" y="602"/>
                  </a:lnTo>
                  <a:lnTo>
                    <a:pt x="3992" y="602"/>
                  </a:lnTo>
                  <a:lnTo>
                    <a:pt x="3992" y="602"/>
                  </a:lnTo>
                  <a:lnTo>
                    <a:pt x="3992" y="600"/>
                  </a:lnTo>
                  <a:lnTo>
                    <a:pt x="3990" y="598"/>
                  </a:lnTo>
                  <a:lnTo>
                    <a:pt x="3987" y="600"/>
                  </a:lnTo>
                  <a:lnTo>
                    <a:pt x="3987" y="600"/>
                  </a:lnTo>
                  <a:lnTo>
                    <a:pt x="3985" y="602"/>
                  </a:lnTo>
                  <a:lnTo>
                    <a:pt x="3985" y="602"/>
                  </a:lnTo>
                  <a:lnTo>
                    <a:pt x="3984" y="603"/>
                  </a:lnTo>
                  <a:lnTo>
                    <a:pt x="3975" y="616"/>
                  </a:lnTo>
                  <a:lnTo>
                    <a:pt x="3966" y="630"/>
                  </a:lnTo>
                  <a:lnTo>
                    <a:pt x="3957" y="642"/>
                  </a:lnTo>
                  <a:lnTo>
                    <a:pt x="3945" y="651"/>
                  </a:lnTo>
                  <a:lnTo>
                    <a:pt x="3929" y="658"/>
                  </a:lnTo>
                  <a:lnTo>
                    <a:pt x="3928" y="652"/>
                  </a:lnTo>
                  <a:lnTo>
                    <a:pt x="3928" y="651"/>
                  </a:lnTo>
                  <a:lnTo>
                    <a:pt x="3926" y="647"/>
                  </a:lnTo>
                  <a:lnTo>
                    <a:pt x="3926" y="642"/>
                  </a:lnTo>
                  <a:lnTo>
                    <a:pt x="3928" y="640"/>
                  </a:lnTo>
                  <a:lnTo>
                    <a:pt x="3928" y="638"/>
                  </a:lnTo>
                  <a:lnTo>
                    <a:pt x="3928" y="637"/>
                  </a:lnTo>
                  <a:lnTo>
                    <a:pt x="3929" y="633"/>
                  </a:lnTo>
                  <a:lnTo>
                    <a:pt x="3929" y="630"/>
                  </a:lnTo>
                  <a:lnTo>
                    <a:pt x="3924" y="626"/>
                  </a:lnTo>
                  <a:lnTo>
                    <a:pt x="3919" y="624"/>
                  </a:lnTo>
                  <a:lnTo>
                    <a:pt x="3915" y="623"/>
                  </a:lnTo>
                  <a:lnTo>
                    <a:pt x="3910" y="621"/>
                  </a:lnTo>
                  <a:lnTo>
                    <a:pt x="3907" y="623"/>
                  </a:lnTo>
                  <a:lnTo>
                    <a:pt x="3898" y="628"/>
                  </a:lnTo>
                  <a:lnTo>
                    <a:pt x="3886" y="638"/>
                  </a:lnTo>
                  <a:lnTo>
                    <a:pt x="3875" y="651"/>
                  </a:lnTo>
                  <a:lnTo>
                    <a:pt x="3865" y="663"/>
                  </a:lnTo>
                  <a:lnTo>
                    <a:pt x="3860" y="672"/>
                  </a:lnTo>
                  <a:lnTo>
                    <a:pt x="3860" y="675"/>
                  </a:lnTo>
                  <a:lnTo>
                    <a:pt x="3860" y="679"/>
                  </a:lnTo>
                  <a:lnTo>
                    <a:pt x="3861" y="682"/>
                  </a:lnTo>
                  <a:lnTo>
                    <a:pt x="3863" y="687"/>
                  </a:lnTo>
                  <a:lnTo>
                    <a:pt x="3865" y="691"/>
                  </a:lnTo>
                  <a:lnTo>
                    <a:pt x="3865" y="694"/>
                  </a:lnTo>
                  <a:lnTo>
                    <a:pt x="3854" y="699"/>
                  </a:lnTo>
                  <a:lnTo>
                    <a:pt x="3842" y="701"/>
                  </a:lnTo>
                  <a:lnTo>
                    <a:pt x="3826" y="703"/>
                  </a:lnTo>
                  <a:lnTo>
                    <a:pt x="3811" y="703"/>
                  </a:lnTo>
                  <a:lnTo>
                    <a:pt x="3811" y="684"/>
                  </a:lnTo>
                  <a:lnTo>
                    <a:pt x="3795" y="687"/>
                  </a:lnTo>
                  <a:lnTo>
                    <a:pt x="3781" y="693"/>
                  </a:lnTo>
                  <a:lnTo>
                    <a:pt x="3769" y="691"/>
                  </a:lnTo>
                  <a:lnTo>
                    <a:pt x="3760" y="680"/>
                  </a:lnTo>
                  <a:lnTo>
                    <a:pt x="3725" y="675"/>
                  </a:lnTo>
                  <a:lnTo>
                    <a:pt x="3713" y="687"/>
                  </a:lnTo>
                  <a:lnTo>
                    <a:pt x="3699" y="696"/>
                  </a:lnTo>
                  <a:lnTo>
                    <a:pt x="3687" y="706"/>
                  </a:lnTo>
                  <a:lnTo>
                    <a:pt x="3680" y="719"/>
                  </a:lnTo>
                  <a:lnTo>
                    <a:pt x="3673" y="731"/>
                  </a:lnTo>
                  <a:lnTo>
                    <a:pt x="3666" y="743"/>
                  </a:lnTo>
                  <a:lnTo>
                    <a:pt x="3657" y="752"/>
                  </a:lnTo>
                  <a:lnTo>
                    <a:pt x="3629" y="761"/>
                  </a:lnTo>
                  <a:lnTo>
                    <a:pt x="3622" y="768"/>
                  </a:lnTo>
                  <a:lnTo>
                    <a:pt x="3617" y="776"/>
                  </a:lnTo>
                  <a:lnTo>
                    <a:pt x="3612" y="783"/>
                  </a:lnTo>
                  <a:lnTo>
                    <a:pt x="3600" y="792"/>
                  </a:lnTo>
                  <a:lnTo>
                    <a:pt x="3600" y="802"/>
                  </a:lnTo>
                  <a:lnTo>
                    <a:pt x="3615" y="802"/>
                  </a:lnTo>
                  <a:lnTo>
                    <a:pt x="3617" y="808"/>
                  </a:lnTo>
                  <a:lnTo>
                    <a:pt x="3619" y="811"/>
                  </a:lnTo>
                  <a:lnTo>
                    <a:pt x="3620" y="815"/>
                  </a:lnTo>
                  <a:lnTo>
                    <a:pt x="3624" y="818"/>
                  </a:lnTo>
                  <a:lnTo>
                    <a:pt x="3627" y="820"/>
                  </a:lnTo>
                  <a:lnTo>
                    <a:pt x="3634" y="822"/>
                  </a:lnTo>
                  <a:lnTo>
                    <a:pt x="3638" y="818"/>
                  </a:lnTo>
                  <a:lnTo>
                    <a:pt x="3641" y="816"/>
                  </a:lnTo>
                  <a:lnTo>
                    <a:pt x="3647" y="815"/>
                  </a:lnTo>
                  <a:lnTo>
                    <a:pt x="3652" y="815"/>
                  </a:lnTo>
                  <a:lnTo>
                    <a:pt x="3661" y="815"/>
                  </a:lnTo>
                  <a:lnTo>
                    <a:pt x="3668" y="823"/>
                  </a:lnTo>
                  <a:lnTo>
                    <a:pt x="3673" y="830"/>
                  </a:lnTo>
                  <a:lnTo>
                    <a:pt x="3676" y="839"/>
                  </a:lnTo>
                  <a:lnTo>
                    <a:pt x="3680" y="853"/>
                  </a:lnTo>
                  <a:lnTo>
                    <a:pt x="3682" y="862"/>
                  </a:lnTo>
                  <a:lnTo>
                    <a:pt x="3680" y="867"/>
                  </a:lnTo>
                  <a:lnTo>
                    <a:pt x="3675" y="872"/>
                  </a:lnTo>
                  <a:lnTo>
                    <a:pt x="3673" y="881"/>
                  </a:lnTo>
                  <a:lnTo>
                    <a:pt x="3673" y="891"/>
                  </a:lnTo>
                  <a:lnTo>
                    <a:pt x="3676" y="900"/>
                  </a:lnTo>
                  <a:lnTo>
                    <a:pt x="3680" y="909"/>
                  </a:lnTo>
                  <a:lnTo>
                    <a:pt x="3683" y="921"/>
                  </a:lnTo>
                  <a:lnTo>
                    <a:pt x="3673" y="932"/>
                  </a:lnTo>
                  <a:lnTo>
                    <a:pt x="3666" y="944"/>
                  </a:lnTo>
                  <a:lnTo>
                    <a:pt x="3661" y="956"/>
                  </a:lnTo>
                  <a:lnTo>
                    <a:pt x="3654" y="972"/>
                  </a:lnTo>
                  <a:lnTo>
                    <a:pt x="3650" y="975"/>
                  </a:lnTo>
                  <a:lnTo>
                    <a:pt x="3641" y="986"/>
                  </a:lnTo>
                  <a:lnTo>
                    <a:pt x="3631" y="998"/>
                  </a:lnTo>
                  <a:lnTo>
                    <a:pt x="3620" y="1012"/>
                  </a:lnTo>
                  <a:lnTo>
                    <a:pt x="3608" y="1024"/>
                  </a:lnTo>
                  <a:lnTo>
                    <a:pt x="3598" y="1036"/>
                  </a:lnTo>
                  <a:lnTo>
                    <a:pt x="3591" y="1045"/>
                  </a:lnTo>
                  <a:lnTo>
                    <a:pt x="3587" y="1049"/>
                  </a:lnTo>
                  <a:lnTo>
                    <a:pt x="3575" y="1052"/>
                  </a:lnTo>
                  <a:lnTo>
                    <a:pt x="3563" y="1050"/>
                  </a:lnTo>
                  <a:lnTo>
                    <a:pt x="3552" y="1050"/>
                  </a:lnTo>
                  <a:lnTo>
                    <a:pt x="3542" y="1052"/>
                  </a:lnTo>
                  <a:lnTo>
                    <a:pt x="3533" y="1061"/>
                  </a:lnTo>
                  <a:lnTo>
                    <a:pt x="3526" y="1071"/>
                  </a:lnTo>
                  <a:lnTo>
                    <a:pt x="3521" y="1082"/>
                  </a:lnTo>
                  <a:lnTo>
                    <a:pt x="3514" y="1092"/>
                  </a:lnTo>
                  <a:lnTo>
                    <a:pt x="3504" y="1099"/>
                  </a:lnTo>
                  <a:lnTo>
                    <a:pt x="3502" y="1099"/>
                  </a:lnTo>
                  <a:lnTo>
                    <a:pt x="3500" y="1101"/>
                  </a:lnTo>
                  <a:lnTo>
                    <a:pt x="3498" y="1101"/>
                  </a:lnTo>
                  <a:lnTo>
                    <a:pt x="3495" y="1101"/>
                  </a:lnTo>
                  <a:lnTo>
                    <a:pt x="3491" y="1103"/>
                  </a:lnTo>
                  <a:lnTo>
                    <a:pt x="3495" y="1113"/>
                  </a:lnTo>
                  <a:lnTo>
                    <a:pt x="3502" y="1124"/>
                  </a:lnTo>
                  <a:lnTo>
                    <a:pt x="3507" y="1136"/>
                  </a:lnTo>
                  <a:lnTo>
                    <a:pt x="3514" y="1148"/>
                  </a:lnTo>
                  <a:lnTo>
                    <a:pt x="3517" y="1159"/>
                  </a:lnTo>
                  <a:lnTo>
                    <a:pt x="3519" y="1171"/>
                  </a:lnTo>
                  <a:lnTo>
                    <a:pt x="3516" y="1179"/>
                  </a:lnTo>
                  <a:lnTo>
                    <a:pt x="3509" y="1186"/>
                  </a:lnTo>
                  <a:lnTo>
                    <a:pt x="3495" y="1192"/>
                  </a:lnTo>
                  <a:lnTo>
                    <a:pt x="3472" y="1195"/>
                  </a:lnTo>
                  <a:lnTo>
                    <a:pt x="3472" y="1186"/>
                  </a:lnTo>
                  <a:lnTo>
                    <a:pt x="3470" y="1178"/>
                  </a:lnTo>
                  <a:lnTo>
                    <a:pt x="3470" y="1166"/>
                  </a:lnTo>
                  <a:lnTo>
                    <a:pt x="3472" y="1152"/>
                  </a:lnTo>
                  <a:lnTo>
                    <a:pt x="3472" y="1141"/>
                  </a:lnTo>
                  <a:lnTo>
                    <a:pt x="3467" y="1141"/>
                  </a:lnTo>
                  <a:lnTo>
                    <a:pt x="3463" y="1141"/>
                  </a:lnTo>
                  <a:lnTo>
                    <a:pt x="3460" y="1141"/>
                  </a:lnTo>
                  <a:lnTo>
                    <a:pt x="3458" y="1141"/>
                  </a:lnTo>
                  <a:lnTo>
                    <a:pt x="3456" y="1139"/>
                  </a:lnTo>
                  <a:lnTo>
                    <a:pt x="3453" y="1138"/>
                  </a:lnTo>
                  <a:lnTo>
                    <a:pt x="3449" y="1132"/>
                  </a:lnTo>
                  <a:lnTo>
                    <a:pt x="3453" y="1127"/>
                  </a:lnTo>
                  <a:lnTo>
                    <a:pt x="3456" y="1122"/>
                  </a:lnTo>
                  <a:lnTo>
                    <a:pt x="3458" y="1117"/>
                  </a:lnTo>
                  <a:lnTo>
                    <a:pt x="3462" y="1110"/>
                  </a:lnTo>
                  <a:lnTo>
                    <a:pt x="3453" y="1110"/>
                  </a:lnTo>
                  <a:lnTo>
                    <a:pt x="3442" y="1108"/>
                  </a:lnTo>
                  <a:lnTo>
                    <a:pt x="3430" y="1111"/>
                  </a:lnTo>
                  <a:lnTo>
                    <a:pt x="3416" y="1117"/>
                  </a:lnTo>
                  <a:lnTo>
                    <a:pt x="3404" y="1122"/>
                  </a:lnTo>
                  <a:lnTo>
                    <a:pt x="3404" y="1118"/>
                  </a:lnTo>
                  <a:lnTo>
                    <a:pt x="3406" y="1113"/>
                  </a:lnTo>
                  <a:lnTo>
                    <a:pt x="3408" y="1110"/>
                  </a:lnTo>
                  <a:lnTo>
                    <a:pt x="3409" y="1104"/>
                  </a:lnTo>
                  <a:lnTo>
                    <a:pt x="3411" y="1101"/>
                  </a:lnTo>
                  <a:lnTo>
                    <a:pt x="3414" y="1094"/>
                  </a:lnTo>
                  <a:lnTo>
                    <a:pt x="3411" y="1094"/>
                  </a:lnTo>
                  <a:lnTo>
                    <a:pt x="3408" y="1092"/>
                  </a:lnTo>
                  <a:lnTo>
                    <a:pt x="3404" y="1092"/>
                  </a:lnTo>
                  <a:lnTo>
                    <a:pt x="3399" y="1090"/>
                  </a:lnTo>
                  <a:lnTo>
                    <a:pt x="3388" y="1101"/>
                  </a:lnTo>
                  <a:lnTo>
                    <a:pt x="3376" y="1110"/>
                  </a:lnTo>
                  <a:lnTo>
                    <a:pt x="3364" y="1120"/>
                  </a:lnTo>
                  <a:lnTo>
                    <a:pt x="3357" y="1132"/>
                  </a:lnTo>
                  <a:lnTo>
                    <a:pt x="3364" y="1136"/>
                  </a:lnTo>
                  <a:lnTo>
                    <a:pt x="3369" y="1139"/>
                  </a:lnTo>
                  <a:lnTo>
                    <a:pt x="3373" y="1143"/>
                  </a:lnTo>
                  <a:lnTo>
                    <a:pt x="3376" y="1146"/>
                  </a:lnTo>
                  <a:lnTo>
                    <a:pt x="3380" y="1152"/>
                  </a:lnTo>
                  <a:lnTo>
                    <a:pt x="3390" y="1146"/>
                  </a:lnTo>
                  <a:lnTo>
                    <a:pt x="3399" y="1143"/>
                  </a:lnTo>
                  <a:lnTo>
                    <a:pt x="3408" y="1143"/>
                  </a:lnTo>
                  <a:lnTo>
                    <a:pt x="3418" y="1148"/>
                  </a:lnTo>
                  <a:lnTo>
                    <a:pt x="3423" y="1148"/>
                  </a:lnTo>
                  <a:lnTo>
                    <a:pt x="3423" y="1160"/>
                  </a:lnTo>
                  <a:lnTo>
                    <a:pt x="3404" y="1160"/>
                  </a:lnTo>
                  <a:lnTo>
                    <a:pt x="3397" y="1169"/>
                  </a:lnTo>
                  <a:lnTo>
                    <a:pt x="3390" y="1176"/>
                  </a:lnTo>
                  <a:lnTo>
                    <a:pt x="3385" y="1183"/>
                  </a:lnTo>
                  <a:lnTo>
                    <a:pt x="3380" y="1195"/>
                  </a:lnTo>
                  <a:lnTo>
                    <a:pt x="3394" y="1204"/>
                  </a:lnTo>
                  <a:lnTo>
                    <a:pt x="3402" y="1218"/>
                  </a:lnTo>
                  <a:lnTo>
                    <a:pt x="3409" y="1237"/>
                  </a:lnTo>
                  <a:lnTo>
                    <a:pt x="3413" y="1256"/>
                  </a:lnTo>
                  <a:lnTo>
                    <a:pt x="3414" y="1277"/>
                  </a:lnTo>
                  <a:lnTo>
                    <a:pt x="3414" y="1295"/>
                  </a:lnTo>
                  <a:lnTo>
                    <a:pt x="3402" y="1303"/>
                  </a:lnTo>
                  <a:lnTo>
                    <a:pt x="3395" y="1317"/>
                  </a:lnTo>
                  <a:lnTo>
                    <a:pt x="3388" y="1330"/>
                  </a:lnTo>
                  <a:lnTo>
                    <a:pt x="3380" y="1344"/>
                  </a:lnTo>
                  <a:lnTo>
                    <a:pt x="3362" y="1363"/>
                  </a:lnTo>
                  <a:lnTo>
                    <a:pt x="3339" y="1377"/>
                  </a:lnTo>
                  <a:lnTo>
                    <a:pt x="3315" y="1387"/>
                  </a:lnTo>
                  <a:lnTo>
                    <a:pt x="3287" y="1396"/>
                  </a:lnTo>
                  <a:lnTo>
                    <a:pt x="3261" y="1401"/>
                  </a:lnTo>
                  <a:lnTo>
                    <a:pt x="3261" y="1408"/>
                  </a:lnTo>
                  <a:lnTo>
                    <a:pt x="3261" y="1412"/>
                  </a:lnTo>
                  <a:lnTo>
                    <a:pt x="3261" y="1415"/>
                  </a:lnTo>
                  <a:lnTo>
                    <a:pt x="3261" y="1417"/>
                  </a:lnTo>
                  <a:lnTo>
                    <a:pt x="3263" y="1419"/>
                  </a:lnTo>
                  <a:lnTo>
                    <a:pt x="3263" y="1424"/>
                  </a:lnTo>
                  <a:lnTo>
                    <a:pt x="3264" y="1429"/>
                  </a:lnTo>
                  <a:lnTo>
                    <a:pt x="3261" y="1433"/>
                  </a:lnTo>
                  <a:lnTo>
                    <a:pt x="3257" y="1436"/>
                  </a:lnTo>
                  <a:lnTo>
                    <a:pt x="3256" y="1438"/>
                  </a:lnTo>
                  <a:lnTo>
                    <a:pt x="3252" y="1441"/>
                  </a:lnTo>
                  <a:lnTo>
                    <a:pt x="3245" y="1445"/>
                  </a:lnTo>
                  <a:lnTo>
                    <a:pt x="3243" y="1445"/>
                  </a:lnTo>
                  <a:lnTo>
                    <a:pt x="3242" y="1447"/>
                  </a:lnTo>
                  <a:lnTo>
                    <a:pt x="3240" y="1447"/>
                  </a:lnTo>
                  <a:lnTo>
                    <a:pt x="3238" y="1447"/>
                  </a:lnTo>
                  <a:lnTo>
                    <a:pt x="3235" y="1448"/>
                  </a:lnTo>
                  <a:lnTo>
                    <a:pt x="3233" y="1443"/>
                  </a:lnTo>
                  <a:lnTo>
                    <a:pt x="3231" y="1438"/>
                  </a:lnTo>
                  <a:lnTo>
                    <a:pt x="3231" y="1433"/>
                  </a:lnTo>
                  <a:lnTo>
                    <a:pt x="3231" y="1424"/>
                  </a:lnTo>
                  <a:lnTo>
                    <a:pt x="3235" y="1422"/>
                  </a:lnTo>
                  <a:lnTo>
                    <a:pt x="3238" y="1422"/>
                  </a:lnTo>
                  <a:lnTo>
                    <a:pt x="3242" y="1420"/>
                  </a:lnTo>
                  <a:lnTo>
                    <a:pt x="3243" y="1417"/>
                  </a:lnTo>
                  <a:lnTo>
                    <a:pt x="3245" y="1413"/>
                  </a:lnTo>
                  <a:lnTo>
                    <a:pt x="3243" y="1410"/>
                  </a:lnTo>
                  <a:lnTo>
                    <a:pt x="3240" y="1405"/>
                  </a:lnTo>
                  <a:lnTo>
                    <a:pt x="3238" y="1401"/>
                  </a:lnTo>
                  <a:lnTo>
                    <a:pt x="3235" y="1399"/>
                  </a:lnTo>
                  <a:lnTo>
                    <a:pt x="3233" y="1399"/>
                  </a:lnTo>
                  <a:lnTo>
                    <a:pt x="3228" y="1398"/>
                  </a:lnTo>
                  <a:lnTo>
                    <a:pt x="3222" y="1398"/>
                  </a:lnTo>
                  <a:lnTo>
                    <a:pt x="3216" y="1406"/>
                  </a:lnTo>
                  <a:lnTo>
                    <a:pt x="3209" y="1412"/>
                  </a:lnTo>
                  <a:lnTo>
                    <a:pt x="3203" y="1417"/>
                  </a:lnTo>
                  <a:lnTo>
                    <a:pt x="3198" y="1426"/>
                  </a:lnTo>
                  <a:lnTo>
                    <a:pt x="3196" y="1440"/>
                  </a:lnTo>
                  <a:lnTo>
                    <a:pt x="3212" y="1455"/>
                  </a:lnTo>
                  <a:lnTo>
                    <a:pt x="3224" y="1471"/>
                  </a:lnTo>
                  <a:lnTo>
                    <a:pt x="3235" y="1488"/>
                  </a:lnTo>
                  <a:lnTo>
                    <a:pt x="3240" y="1511"/>
                  </a:lnTo>
                  <a:lnTo>
                    <a:pt x="3242" y="1539"/>
                  </a:lnTo>
                  <a:lnTo>
                    <a:pt x="3184" y="1586"/>
                  </a:lnTo>
                  <a:lnTo>
                    <a:pt x="3177" y="1586"/>
                  </a:lnTo>
                  <a:lnTo>
                    <a:pt x="3172" y="1567"/>
                  </a:lnTo>
                  <a:lnTo>
                    <a:pt x="3161" y="1553"/>
                  </a:lnTo>
                  <a:lnTo>
                    <a:pt x="3147" y="1541"/>
                  </a:lnTo>
                  <a:lnTo>
                    <a:pt x="3132" y="1529"/>
                  </a:lnTo>
                  <a:lnTo>
                    <a:pt x="3116" y="1516"/>
                  </a:lnTo>
                  <a:lnTo>
                    <a:pt x="3109" y="1544"/>
                  </a:lnTo>
                  <a:lnTo>
                    <a:pt x="3100" y="1567"/>
                  </a:lnTo>
                  <a:lnTo>
                    <a:pt x="3109" y="1572"/>
                  </a:lnTo>
                  <a:lnTo>
                    <a:pt x="3113" y="1579"/>
                  </a:lnTo>
                  <a:lnTo>
                    <a:pt x="3114" y="1588"/>
                  </a:lnTo>
                  <a:lnTo>
                    <a:pt x="3120" y="1598"/>
                  </a:lnTo>
                  <a:lnTo>
                    <a:pt x="3121" y="1600"/>
                  </a:lnTo>
                  <a:lnTo>
                    <a:pt x="3125" y="1600"/>
                  </a:lnTo>
                  <a:lnTo>
                    <a:pt x="3128" y="1600"/>
                  </a:lnTo>
                  <a:lnTo>
                    <a:pt x="3132" y="1600"/>
                  </a:lnTo>
                  <a:lnTo>
                    <a:pt x="3135" y="1602"/>
                  </a:lnTo>
                  <a:lnTo>
                    <a:pt x="3149" y="1616"/>
                  </a:lnTo>
                  <a:lnTo>
                    <a:pt x="3160" y="1637"/>
                  </a:lnTo>
                  <a:lnTo>
                    <a:pt x="3167" y="1661"/>
                  </a:lnTo>
                  <a:lnTo>
                    <a:pt x="3168" y="1686"/>
                  </a:lnTo>
                  <a:lnTo>
                    <a:pt x="3158" y="1686"/>
                  </a:lnTo>
                  <a:lnTo>
                    <a:pt x="3147" y="1677"/>
                  </a:lnTo>
                  <a:lnTo>
                    <a:pt x="3137" y="1672"/>
                  </a:lnTo>
                  <a:lnTo>
                    <a:pt x="3135" y="1670"/>
                  </a:lnTo>
                  <a:lnTo>
                    <a:pt x="3126" y="1663"/>
                  </a:lnTo>
                  <a:lnTo>
                    <a:pt x="3120" y="1649"/>
                  </a:lnTo>
                  <a:lnTo>
                    <a:pt x="3116" y="1633"/>
                  </a:lnTo>
                  <a:lnTo>
                    <a:pt x="3111" y="1619"/>
                  </a:lnTo>
                  <a:lnTo>
                    <a:pt x="3106" y="1605"/>
                  </a:lnTo>
                  <a:lnTo>
                    <a:pt x="3097" y="1593"/>
                  </a:lnTo>
                  <a:lnTo>
                    <a:pt x="3097" y="1590"/>
                  </a:lnTo>
                  <a:lnTo>
                    <a:pt x="3088" y="1593"/>
                  </a:lnTo>
                  <a:lnTo>
                    <a:pt x="3088" y="1590"/>
                  </a:lnTo>
                  <a:lnTo>
                    <a:pt x="3085" y="1576"/>
                  </a:lnTo>
                  <a:lnTo>
                    <a:pt x="3085" y="1558"/>
                  </a:lnTo>
                  <a:lnTo>
                    <a:pt x="3085" y="1539"/>
                  </a:lnTo>
                  <a:lnTo>
                    <a:pt x="3085" y="1518"/>
                  </a:lnTo>
                  <a:lnTo>
                    <a:pt x="3083" y="1499"/>
                  </a:lnTo>
                  <a:lnTo>
                    <a:pt x="3076" y="1483"/>
                  </a:lnTo>
                  <a:lnTo>
                    <a:pt x="3065" y="1471"/>
                  </a:lnTo>
                  <a:lnTo>
                    <a:pt x="3062" y="1474"/>
                  </a:lnTo>
                  <a:lnTo>
                    <a:pt x="3057" y="1478"/>
                  </a:lnTo>
                  <a:lnTo>
                    <a:pt x="3053" y="1480"/>
                  </a:lnTo>
                  <a:lnTo>
                    <a:pt x="3046" y="1481"/>
                  </a:lnTo>
                  <a:lnTo>
                    <a:pt x="3039" y="1481"/>
                  </a:lnTo>
                  <a:lnTo>
                    <a:pt x="3037" y="1481"/>
                  </a:lnTo>
                  <a:lnTo>
                    <a:pt x="3037" y="1480"/>
                  </a:lnTo>
                  <a:lnTo>
                    <a:pt x="3037" y="1480"/>
                  </a:lnTo>
                  <a:lnTo>
                    <a:pt x="3037" y="1480"/>
                  </a:lnTo>
                  <a:lnTo>
                    <a:pt x="3036" y="1480"/>
                  </a:lnTo>
                  <a:lnTo>
                    <a:pt x="3034" y="1478"/>
                  </a:lnTo>
                  <a:lnTo>
                    <a:pt x="3034" y="1457"/>
                  </a:lnTo>
                  <a:lnTo>
                    <a:pt x="3029" y="1440"/>
                  </a:lnTo>
                  <a:lnTo>
                    <a:pt x="3022" y="1426"/>
                  </a:lnTo>
                  <a:lnTo>
                    <a:pt x="3011" y="1413"/>
                  </a:lnTo>
                  <a:lnTo>
                    <a:pt x="3003" y="1399"/>
                  </a:lnTo>
                  <a:lnTo>
                    <a:pt x="2992" y="1382"/>
                  </a:lnTo>
                  <a:lnTo>
                    <a:pt x="2989" y="1385"/>
                  </a:lnTo>
                  <a:lnTo>
                    <a:pt x="2987" y="1387"/>
                  </a:lnTo>
                  <a:lnTo>
                    <a:pt x="2985" y="1391"/>
                  </a:lnTo>
                  <a:lnTo>
                    <a:pt x="2983" y="1392"/>
                  </a:lnTo>
                  <a:lnTo>
                    <a:pt x="2982" y="1394"/>
                  </a:lnTo>
                  <a:lnTo>
                    <a:pt x="2966" y="1396"/>
                  </a:lnTo>
                  <a:lnTo>
                    <a:pt x="2952" y="1394"/>
                  </a:lnTo>
                  <a:lnTo>
                    <a:pt x="2938" y="1394"/>
                  </a:lnTo>
                  <a:lnTo>
                    <a:pt x="2934" y="1408"/>
                  </a:lnTo>
                  <a:lnTo>
                    <a:pt x="2929" y="1415"/>
                  </a:lnTo>
                  <a:lnTo>
                    <a:pt x="2926" y="1417"/>
                  </a:lnTo>
                  <a:lnTo>
                    <a:pt x="2919" y="1417"/>
                  </a:lnTo>
                  <a:lnTo>
                    <a:pt x="2912" y="1419"/>
                  </a:lnTo>
                  <a:lnTo>
                    <a:pt x="2905" y="1424"/>
                  </a:lnTo>
                  <a:lnTo>
                    <a:pt x="2893" y="1455"/>
                  </a:lnTo>
                  <a:lnTo>
                    <a:pt x="2877" y="1455"/>
                  </a:lnTo>
                  <a:lnTo>
                    <a:pt x="2868" y="1462"/>
                  </a:lnTo>
                  <a:lnTo>
                    <a:pt x="2859" y="1471"/>
                  </a:lnTo>
                  <a:lnTo>
                    <a:pt x="2847" y="1478"/>
                  </a:lnTo>
                  <a:lnTo>
                    <a:pt x="2844" y="1513"/>
                  </a:lnTo>
                  <a:lnTo>
                    <a:pt x="2835" y="1543"/>
                  </a:lnTo>
                  <a:lnTo>
                    <a:pt x="2823" y="1567"/>
                  </a:lnTo>
                  <a:lnTo>
                    <a:pt x="2804" y="1590"/>
                  </a:lnTo>
                  <a:lnTo>
                    <a:pt x="2802" y="1590"/>
                  </a:lnTo>
                  <a:lnTo>
                    <a:pt x="2800" y="1588"/>
                  </a:lnTo>
                  <a:lnTo>
                    <a:pt x="2798" y="1588"/>
                  </a:lnTo>
                  <a:lnTo>
                    <a:pt x="2798" y="1588"/>
                  </a:lnTo>
                  <a:lnTo>
                    <a:pt x="2797" y="1586"/>
                  </a:lnTo>
                  <a:lnTo>
                    <a:pt x="2786" y="1574"/>
                  </a:lnTo>
                  <a:lnTo>
                    <a:pt x="2776" y="1555"/>
                  </a:lnTo>
                  <a:lnTo>
                    <a:pt x="2770" y="1539"/>
                  </a:lnTo>
                  <a:lnTo>
                    <a:pt x="2769" y="1536"/>
                  </a:lnTo>
                  <a:lnTo>
                    <a:pt x="2770" y="1532"/>
                  </a:lnTo>
                  <a:lnTo>
                    <a:pt x="2772" y="1529"/>
                  </a:lnTo>
                  <a:lnTo>
                    <a:pt x="2774" y="1527"/>
                  </a:lnTo>
                  <a:lnTo>
                    <a:pt x="2774" y="1525"/>
                  </a:lnTo>
                  <a:lnTo>
                    <a:pt x="2756" y="1499"/>
                  </a:lnTo>
                  <a:lnTo>
                    <a:pt x="2744" y="1471"/>
                  </a:lnTo>
                  <a:lnTo>
                    <a:pt x="2736" y="1441"/>
                  </a:lnTo>
                  <a:lnTo>
                    <a:pt x="2732" y="1405"/>
                  </a:lnTo>
                  <a:lnTo>
                    <a:pt x="2720" y="1406"/>
                  </a:lnTo>
                  <a:lnTo>
                    <a:pt x="2711" y="1406"/>
                  </a:lnTo>
                  <a:lnTo>
                    <a:pt x="2701" y="1405"/>
                  </a:lnTo>
                  <a:lnTo>
                    <a:pt x="2697" y="1401"/>
                  </a:lnTo>
                  <a:lnTo>
                    <a:pt x="2692" y="1398"/>
                  </a:lnTo>
                  <a:lnTo>
                    <a:pt x="2688" y="1394"/>
                  </a:lnTo>
                  <a:lnTo>
                    <a:pt x="2685" y="1391"/>
                  </a:lnTo>
                  <a:lnTo>
                    <a:pt x="2688" y="1378"/>
                  </a:lnTo>
                  <a:lnTo>
                    <a:pt x="2681" y="1368"/>
                  </a:lnTo>
                  <a:lnTo>
                    <a:pt x="2669" y="1359"/>
                  </a:lnTo>
                  <a:lnTo>
                    <a:pt x="2657" y="1351"/>
                  </a:lnTo>
                  <a:lnTo>
                    <a:pt x="2646" y="1340"/>
                  </a:lnTo>
                  <a:lnTo>
                    <a:pt x="2617" y="1344"/>
                  </a:lnTo>
                  <a:lnTo>
                    <a:pt x="2587" y="1344"/>
                  </a:lnTo>
                  <a:lnTo>
                    <a:pt x="2557" y="1342"/>
                  </a:lnTo>
                  <a:lnTo>
                    <a:pt x="2528" y="1340"/>
                  </a:lnTo>
                  <a:lnTo>
                    <a:pt x="2523" y="1330"/>
                  </a:lnTo>
                  <a:lnTo>
                    <a:pt x="2516" y="1317"/>
                  </a:lnTo>
                  <a:lnTo>
                    <a:pt x="2505" y="1321"/>
                  </a:lnTo>
                  <a:lnTo>
                    <a:pt x="2498" y="1323"/>
                  </a:lnTo>
                  <a:lnTo>
                    <a:pt x="2489" y="1324"/>
                  </a:lnTo>
                  <a:lnTo>
                    <a:pt x="2477" y="1324"/>
                  </a:lnTo>
                  <a:lnTo>
                    <a:pt x="2467" y="1317"/>
                  </a:lnTo>
                  <a:lnTo>
                    <a:pt x="2456" y="1312"/>
                  </a:lnTo>
                  <a:lnTo>
                    <a:pt x="2444" y="1305"/>
                  </a:lnTo>
                  <a:lnTo>
                    <a:pt x="2435" y="1298"/>
                  </a:lnTo>
                  <a:lnTo>
                    <a:pt x="2432" y="1288"/>
                  </a:lnTo>
                  <a:lnTo>
                    <a:pt x="2427" y="1279"/>
                  </a:lnTo>
                  <a:lnTo>
                    <a:pt x="2416" y="1270"/>
                  </a:lnTo>
                  <a:lnTo>
                    <a:pt x="2414" y="1270"/>
                  </a:lnTo>
                  <a:lnTo>
                    <a:pt x="2413" y="1270"/>
                  </a:lnTo>
                  <a:lnTo>
                    <a:pt x="2411" y="1270"/>
                  </a:lnTo>
                  <a:lnTo>
                    <a:pt x="2407" y="1270"/>
                  </a:lnTo>
                  <a:lnTo>
                    <a:pt x="2400" y="1270"/>
                  </a:lnTo>
                  <a:lnTo>
                    <a:pt x="2404" y="1284"/>
                  </a:lnTo>
                  <a:lnTo>
                    <a:pt x="2409" y="1300"/>
                  </a:lnTo>
                  <a:lnTo>
                    <a:pt x="2418" y="1316"/>
                  </a:lnTo>
                  <a:lnTo>
                    <a:pt x="2425" y="1330"/>
                  </a:lnTo>
                  <a:lnTo>
                    <a:pt x="2432" y="1340"/>
                  </a:lnTo>
                  <a:lnTo>
                    <a:pt x="2434" y="1335"/>
                  </a:lnTo>
                  <a:lnTo>
                    <a:pt x="2435" y="1333"/>
                  </a:lnTo>
                  <a:lnTo>
                    <a:pt x="2435" y="1331"/>
                  </a:lnTo>
                  <a:lnTo>
                    <a:pt x="2437" y="1331"/>
                  </a:lnTo>
                  <a:lnTo>
                    <a:pt x="2439" y="1331"/>
                  </a:lnTo>
                  <a:lnTo>
                    <a:pt x="2444" y="1333"/>
                  </a:lnTo>
                  <a:lnTo>
                    <a:pt x="2446" y="1338"/>
                  </a:lnTo>
                  <a:lnTo>
                    <a:pt x="2448" y="1344"/>
                  </a:lnTo>
                  <a:lnTo>
                    <a:pt x="2448" y="1349"/>
                  </a:lnTo>
                  <a:lnTo>
                    <a:pt x="2449" y="1354"/>
                  </a:lnTo>
                  <a:lnTo>
                    <a:pt x="2451" y="1359"/>
                  </a:lnTo>
                  <a:lnTo>
                    <a:pt x="2458" y="1358"/>
                  </a:lnTo>
                  <a:lnTo>
                    <a:pt x="2467" y="1356"/>
                  </a:lnTo>
                  <a:lnTo>
                    <a:pt x="2477" y="1356"/>
                  </a:lnTo>
                  <a:lnTo>
                    <a:pt x="2493" y="1338"/>
                  </a:lnTo>
                  <a:lnTo>
                    <a:pt x="2512" y="1324"/>
                  </a:lnTo>
                  <a:lnTo>
                    <a:pt x="2514" y="1342"/>
                  </a:lnTo>
                  <a:lnTo>
                    <a:pt x="2516" y="1356"/>
                  </a:lnTo>
                  <a:lnTo>
                    <a:pt x="2542" y="1370"/>
                  </a:lnTo>
                  <a:lnTo>
                    <a:pt x="2563" y="1387"/>
                  </a:lnTo>
                  <a:lnTo>
                    <a:pt x="2556" y="1396"/>
                  </a:lnTo>
                  <a:lnTo>
                    <a:pt x="2550" y="1405"/>
                  </a:lnTo>
                  <a:lnTo>
                    <a:pt x="2544" y="1412"/>
                  </a:lnTo>
                  <a:lnTo>
                    <a:pt x="2531" y="1417"/>
                  </a:lnTo>
                  <a:lnTo>
                    <a:pt x="2531" y="1436"/>
                  </a:lnTo>
                  <a:lnTo>
                    <a:pt x="2514" y="1447"/>
                  </a:lnTo>
                  <a:lnTo>
                    <a:pt x="2496" y="1459"/>
                  </a:lnTo>
                  <a:lnTo>
                    <a:pt x="2496" y="1467"/>
                  </a:lnTo>
                  <a:lnTo>
                    <a:pt x="2474" y="1467"/>
                  </a:lnTo>
                  <a:lnTo>
                    <a:pt x="2461" y="1474"/>
                  </a:lnTo>
                  <a:lnTo>
                    <a:pt x="2451" y="1485"/>
                  </a:lnTo>
                  <a:lnTo>
                    <a:pt x="2439" y="1494"/>
                  </a:lnTo>
                  <a:lnTo>
                    <a:pt x="2423" y="1501"/>
                  </a:lnTo>
                  <a:lnTo>
                    <a:pt x="2407" y="1504"/>
                  </a:lnTo>
                  <a:lnTo>
                    <a:pt x="2390" y="1509"/>
                  </a:lnTo>
                  <a:lnTo>
                    <a:pt x="2376" y="1515"/>
                  </a:lnTo>
                  <a:lnTo>
                    <a:pt x="2364" y="1522"/>
                  </a:lnTo>
                  <a:lnTo>
                    <a:pt x="2352" y="1525"/>
                  </a:lnTo>
                  <a:lnTo>
                    <a:pt x="2343" y="1525"/>
                  </a:lnTo>
                  <a:lnTo>
                    <a:pt x="2339" y="1523"/>
                  </a:lnTo>
                  <a:lnTo>
                    <a:pt x="2338" y="1523"/>
                  </a:lnTo>
                  <a:lnTo>
                    <a:pt x="2336" y="1522"/>
                  </a:lnTo>
                  <a:lnTo>
                    <a:pt x="2336" y="1522"/>
                  </a:lnTo>
                  <a:lnTo>
                    <a:pt x="2334" y="1520"/>
                  </a:lnTo>
                  <a:lnTo>
                    <a:pt x="2332" y="1516"/>
                  </a:lnTo>
                  <a:lnTo>
                    <a:pt x="2327" y="1506"/>
                  </a:lnTo>
                  <a:lnTo>
                    <a:pt x="2325" y="1495"/>
                  </a:lnTo>
                  <a:lnTo>
                    <a:pt x="2325" y="1485"/>
                  </a:lnTo>
                  <a:lnTo>
                    <a:pt x="2324" y="1474"/>
                  </a:lnTo>
                  <a:lnTo>
                    <a:pt x="2315" y="1457"/>
                  </a:lnTo>
                  <a:lnTo>
                    <a:pt x="2303" y="1441"/>
                  </a:lnTo>
                  <a:lnTo>
                    <a:pt x="2290" y="1427"/>
                  </a:lnTo>
                  <a:lnTo>
                    <a:pt x="2278" y="1413"/>
                  </a:lnTo>
                  <a:lnTo>
                    <a:pt x="2275" y="1403"/>
                  </a:lnTo>
                  <a:lnTo>
                    <a:pt x="2273" y="1391"/>
                  </a:lnTo>
                  <a:lnTo>
                    <a:pt x="2271" y="1378"/>
                  </a:lnTo>
                  <a:lnTo>
                    <a:pt x="2266" y="1368"/>
                  </a:lnTo>
                  <a:lnTo>
                    <a:pt x="2247" y="1356"/>
                  </a:lnTo>
                  <a:lnTo>
                    <a:pt x="2242" y="1344"/>
                  </a:lnTo>
                  <a:lnTo>
                    <a:pt x="2236" y="1331"/>
                  </a:lnTo>
                  <a:lnTo>
                    <a:pt x="2231" y="1319"/>
                  </a:lnTo>
                  <a:lnTo>
                    <a:pt x="2224" y="1309"/>
                  </a:lnTo>
                  <a:lnTo>
                    <a:pt x="2214" y="1302"/>
                  </a:lnTo>
                  <a:lnTo>
                    <a:pt x="2208" y="1300"/>
                  </a:lnTo>
                  <a:lnTo>
                    <a:pt x="2207" y="1296"/>
                  </a:lnTo>
                  <a:lnTo>
                    <a:pt x="2203" y="1295"/>
                  </a:lnTo>
                  <a:lnTo>
                    <a:pt x="2200" y="1293"/>
                  </a:lnTo>
                  <a:lnTo>
                    <a:pt x="2196" y="1291"/>
                  </a:lnTo>
                  <a:lnTo>
                    <a:pt x="2193" y="1288"/>
                  </a:lnTo>
                  <a:lnTo>
                    <a:pt x="2189" y="1282"/>
                  </a:lnTo>
                  <a:lnTo>
                    <a:pt x="2186" y="1275"/>
                  </a:lnTo>
                  <a:lnTo>
                    <a:pt x="2182" y="1275"/>
                  </a:lnTo>
                  <a:lnTo>
                    <a:pt x="2182" y="1282"/>
                  </a:lnTo>
                  <a:lnTo>
                    <a:pt x="2194" y="1298"/>
                  </a:lnTo>
                  <a:lnTo>
                    <a:pt x="2205" y="1316"/>
                  </a:lnTo>
                  <a:lnTo>
                    <a:pt x="2212" y="1337"/>
                  </a:lnTo>
                  <a:lnTo>
                    <a:pt x="2219" y="1356"/>
                  </a:lnTo>
                  <a:lnTo>
                    <a:pt x="2228" y="1375"/>
                  </a:lnTo>
                  <a:lnTo>
                    <a:pt x="2231" y="1378"/>
                  </a:lnTo>
                  <a:lnTo>
                    <a:pt x="2236" y="1382"/>
                  </a:lnTo>
                  <a:lnTo>
                    <a:pt x="2240" y="1385"/>
                  </a:lnTo>
                  <a:lnTo>
                    <a:pt x="2245" y="1389"/>
                  </a:lnTo>
                  <a:lnTo>
                    <a:pt x="2247" y="1394"/>
                  </a:lnTo>
                  <a:lnTo>
                    <a:pt x="2247" y="1429"/>
                  </a:lnTo>
                  <a:lnTo>
                    <a:pt x="2250" y="1433"/>
                  </a:lnTo>
                  <a:lnTo>
                    <a:pt x="2254" y="1438"/>
                  </a:lnTo>
                  <a:lnTo>
                    <a:pt x="2259" y="1441"/>
                  </a:lnTo>
                  <a:lnTo>
                    <a:pt x="2264" y="1445"/>
                  </a:lnTo>
                  <a:lnTo>
                    <a:pt x="2266" y="1448"/>
                  </a:lnTo>
                  <a:lnTo>
                    <a:pt x="2269" y="1459"/>
                  </a:lnTo>
                  <a:lnTo>
                    <a:pt x="2271" y="1467"/>
                  </a:lnTo>
                  <a:lnTo>
                    <a:pt x="2275" y="1478"/>
                  </a:lnTo>
                  <a:lnTo>
                    <a:pt x="2285" y="1490"/>
                  </a:lnTo>
                  <a:lnTo>
                    <a:pt x="2301" y="1501"/>
                  </a:lnTo>
                  <a:lnTo>
                    <a:pt x="2318" y="1511"/>
                  </a:lnTo>
                  <a:lnTo>
                    <a:pt x="2332" y="1522"/>
                  </a:lnTo>
                  <a:lnTo>
                    <a:pt x="2336" y="1527"/>
                  </a:lnTo>
                  <a:lnTo>
                    <a:pt x="2336" y="1534"/>
                  </a:lnTo>
                  <a:lnTo>
                    <a:pt x="2336" y="1539"/>
                  </a:lnTo>
                  <a:lnTo>
                    <a:pt x="2338" y="1544"/>
                  </a:lnTo>
                  <a:lnTo>
                    <a:pt x="2343" y="1550"/>
                  </a:lnTo>
                  <a:lnTo>
                    <a:pt x="2358" y="1551"/>
                  </a:lnTo>
                  <a:lnTo>
                    <a:pt x="2376" y="1543"/>
                  </a:lnTo>
                  <a:lnTo>
                    <a:pt x="2400" y="1537"/>
                  </a:lnTo>
                  <a:lnTo>
                    <a:pt x="2423" y="1532"/>
                  </a:lnTo>
                  <a:lnTo>
                    <a:pt x="2444" y="1529"/>
                  </a:lnTo>
                  <a:lnTo>
                    <a:pt x="2444" y="1532"/>
                  </a:lnTo>
                  <a:lnTo>
                    <a:pt x="2439" y="1541"/>
                  </a:lnTo>
                  <a:lnTo>
                    <a:pt x="2439" y="1551"/>
                  </a:lnTo>
                  <a:lnTo>
                    <a:pt x="2435" y="1563"/>
                  </a:lnTo>
                  <a:lnTo>
                    <a:pt x="2428" y="1581"/>
                  </a:lnTo>
                  <a:lnTo>
                    <a:pt x="2418" y="1602"/>
                  </a:lnTo>
                  <a:lnTo>
                    <a:pt x="2406" y="1623"/>
                  </a:lnTo>
                  <a:lnTo>
                    <a:pt x="2393" y="1640"/>
                  </a:lnTo>
                  <a:lnTo>
                    <a:pt x="2374" y="1659"/>
                  </a:lnTo>
                  <a:lnTo>
                    <a:pt x="2353" y="1677"/>
                  </a:lnTo>
                  <a:lnTo>
                    <a:pt x="2331" y="1694"/>
                  </a:lnTo>
                  <a:lnTo>
                    <a:pt x="2310" y="1714"/>
                  </a:lnTo>
                  <a:lnTo>
                    <a:pt x="2292" y="1735"/>
                  </a:lnTo>
                  <a:lnTo>
                    <a:pt x="2278" y="1759"/>
                  </a:lnTo>
                  <a:lnTo>
                    <a:pt x="2273" y="1782"/>
                  </a:lnTo>
                  <a:lnTo>
                    <a:pt x="2276" y="1803"/>
                  </a:lnTo>
                  <a:lnTo>
                    <a:pt x="2283" y="1824"/>
                  </a:lnTo>
                  <a:lnTo>
                    <a:pt x="2290" y="1843"/>
                  </a:lnTo>
                  <a:lnTo>
                    <a:pt x="2297" y="1864"/>
                  </a:lnTo>
                  <a:lnTo>
                    <a:pt x="2303" y="1885"/>
                  </a:lnTo>
                  <a:lnTo>
                    <a:pt x="2301" y="1906"/>
                  </a:lnTo>
                  <a:lnTo>
                    <a:pt x="2290" y="1928"/>
                  </a:lnTo>
                  <a:lnTo>
                    <a:pt x="2275" y="1939"/>
                  </a:lnTo>
                  <a:lnTo>
                    <a:pt x="2257" y="1947"/>
                  </a:lnTo>
                  <a:lnTo>
                    <a:pt x="2240" y="1956"/>
                  </a:lnTo>
                  <a:lnTo>
                    <a:pt x="2226" y="1968"/>
                  </a:lnTo>
                  <a:lnTo>
                    <a:pt x="2217" y="1986"/>
                  </a:lnTo>
                  <a:lnTo>
                    <a:pt x="2226" y="1996"/>
                  </a:lnTo>
                  <a:lnTo>
                    <a:pt x="2233" y="2012"/>
                  </a:lnTo>
                  <a:lnTo>
                    <a:pt x="2236" y="2031"/>
                  </a:lnTo>
                  <a:lnTo>
                    <a:pt x="2231" y="2035"/>
                  </a:lnTo>
                  <a:lnTo>
                    <a:pt x="2228" y="2038"/>
                  </a:lnTo>
                  <a:lnTo>
                    <a:pt x="2226" y="2040"/>
                  </a:lnTo>
                  <a:lnTo>
                    <a:pt x="2222" y="2043"/>
                  </a:lnTo>
                  <a:lnTo>
                    <a:pt x="2221" y="2047"/>
                  </a:lnTo>
                  <a:lnTo>
                    <a:pt x="2217" y="2050"/>
                  </a:lnTo>
                  <a:lnTo>
                    <a:pt x="2198" y="2054"/>
                  </a:lnTo>
                  <a:lnTo>
                    <a:pt x="2193" y="2066"/>
                  </a:lnTo>
                  <a:lnTo>
                    <a:pt x="2191" y="2080"/>
                  </a:lnTo>
                  <a:lnTo>
                    <a:pt x="2189" y="2094"/>
                  </a:lnTo>
                  <a:lnTo>
                    <a:pt x="2186" y="2108"/>
                  </a:lnTo>
                  <a:lnTo>
                    <a:pt x="2163" y="2127"/>
                  </a:lnTo>
                  <a:lnTo>
                    <a:pt x="2156" y="2143"/>
                  </a:lnTo>
                  <a:lnTo>
                    <a:pt x="2147" y="2159"/>
                  </a:lnTo>
                  <a:lnTo>
                    <a:pt x="2130" y="2174"/>
                  </a:lnTo>
                  <a:lnTo>
                    <a:pt x="2109" y="2187"/>
                  </a:lnTo>
                  <a:lnTo>
                    <a:pt x="2083" y="2194"/>
                  </a:lnTo>
                  <a:lnTo>
                    <a:pt x="2057" y="2201"/>
                  </a:lnTo>
                  <a:lnTo>
                    <a:pt x="2030" y="2206"/>
                  </a:lnTo>
                  <a:lnTo>
                    <a:pt x="2006" y="2211"/>
                  </a:lnTo>
                  <a:lnTo>
                    <a:pt x="2001" y="2208"/>
                  </a:lnTo>
                  <a:lnTo>
                    <a:pt x="1997" y="2204"/>
                  </a:lnTo>
                  <a:lnTo>
                    <a:pt x="1994" y="2202"/>
                  </a:lnTo>
                  <a:lnTo>
                    <a:pt x="1990" y="2197"/>
                  </a:lnTo>
                  <a:lnTo>
                    <a:pt x="1987" y="2194"/>
                  </a:lnTo>
                  <a:lnTo>
                    <a:pt x="1985" y="2185"/>
                  </a:lnTo>
                  <a:lnTo>
                    <a:pt x="1985" y="2174"/>
                  </a:lnTo>
                  <a:lnTo>
                    <a:pt x="1985" y="2162"/>
                  </a:lnTo>
                  <a:lnTo>
                    <a:pt x="1983" y="2150"/>
                  </a:lnTo>
                  <a:lnTo>
                    <a:pt x="1973" y="2133"/>
                  </a:lnTo>
                  <a:lnTo>
                    <a:pt x="1959" y="2117"/>
                  </a:lnTo>
                  <a:lnTo>
                    <a:pt x="1945" y="2099"/>
                  </a:lnTo>
                  <a:lnTo>
                    <a:pt x="1936" y="2082"/>
                  </a:lnTo>
                  <a:lnTo>
                    <a:pt x="1940" y="2070"/>
                  </a:lnTo>
                  <a:lnTo>
                    <a:pt x="1940" y="2068"/>
                  </a:lnTo>
                  <a:lnTo>
                    <a:pt x="1936" y="2064"/>
                  </a:lnTo>
                  <a:lnTo>
                    <a:pt x="1933" y="2063"/>
                  </a:lnTo>
                  <a:lnTo>
                    <a:pt x="1931" y="2059"/>
                  </a:lnTo>
                  <a:lnTo>
                    <a:pt x="1929" y="2059"/>
                  </a:lnTo>
                  <a:lnTo>
                    <a:pt x="1927" y="2054"/>
                  </a:lnTo>
                  <a:lnTo>
                    <a:pt x="1929" y="2049"/>
                  </a:lnTo>
                  <a:lnTo>
                    <a:pt x="1929" y="2045"/>
                  </a:lnTo>
                  <a:lnTo>
                    <a:pt x="1931" y="2042"/>
                  </a:lnTo>
                  <a:lnTo>
                    <a:pt x="1933" y="2038"/>
                  </a:lnTo>
                  <a:lnTo>
                    <a:pt x="1926" y="2035"/>
                  </a:lnTo>
                  <a:lnTo>
                    <a:pt x="1926" y="2031"/>
                  </a:lnTo>
                  <a:lnTo>
                    <a:pt x="1926" y="2028"/>
                  </a:lnTo>
                  <a:lnTo>
                    <a:pt x="1927" y="2023"/>
                  </a:lnTo>
                  <a:lnTo>
                    <a:pt x="1929" y="2019"/>
                  </a:lnTo>
                  <a:lnTo>
                    <a:pt x="1929" y="2014"/>
                  </a:lnTo>
                  <a:lnTo>
                    <a:pt x="1929" y="2009"/>
                  </a:lnTo>
                  <a:lnTo>
                    <a:pt x="1922" y="1995"/>
                  </a:lnTo>
                  <a:lnTo>
                    <a:pt x="1912" y="1979"/>
                  </a:lnTo>
                  <a:lnTo>
                    <a:pt x="1901" y="1965"/>
                  </a:lnTo>
                  <a:lnTo>
                    <a:pt x="1894" y="1951"/>
                  </a:lnTo>
                  <a:lnTo>
                    <a:pt x="1892" y="1934"/>
                  </a:lnTo>
                  <a:lnTo>
                    <a:pt x="1896" y="1914"/>
                  </a:lnTo>
                  <a:lnTo>
                    <a:pt x="1903" y="1897"/>
                  </a:lnTo>
                  <a:lnTo>
                    <a:pt x="1913" y="1878"/>
                  </a:lnTo>
                  <a:lnTo>
                    <a:pt x="1920" y="1862"/>
                  </a:lnTo>
                  <a:lnTo>
                    <a:pt x="1926" y="1848"/>
                  </a:lnTo>
                  <a:lnTo>
                    <a:pt x="1919" y="1834"/>
                  </a:lnTo>
                  <a:lnTo>
                    <a:pt x="1917" y="1822"/>
                  </a:lnTo>
                  <a:lnTo>
                    <a:pt x="1917" y="1810"/>
                  </a:lnTo>
                  <a:lnTo>
                    <a:pt x="1913" y="1794"/>
                  </a:lnTo>
                  <a:lnTo>
                    <a:pt x="1903" y="1773"/>
                  </a:lnTo>
                  <a:lnTo>
                    <a:pt x="1887" y="1752"/>
                  </a:lnTo>
                  <a:lnTo>
                    <a:pt x="1872" y="1733"/>
                  </a:lnTo>
                  <a:lnTo>
                    <a:pt x="1856" y="1717"/>
                  </a:lnTo>
                  <a:lnTo>
                    <a:pt x="1861" y="1696"/>
                  </a:lnTo>
                  <a:lnTo>
                    <a:pt x="1866" y="1677"/>
                  </a:lnTo>
                  <a:lnTo>
                    <a:pt x="1872" y="1656"/>
                  </a:lnTo>
                  <a:lnTo>
                    <a:pt x="1866" y="1653"/>
                  </a:lnTo>
                  <a:lnTo>
                    <a:pt x="1863" y="1651"/>
                  </a:lnTo>
                  <a:lnTo>
                    <a:pt x="1859" y="1647"/>
                  </a:lnTo>
                  <a:lnTo>
                    <a:pt x="1856" y="1646"/>
                  </a:lnTo>
                  <a:lnTo>
                    <a:pt x="1851" y="1646"/>
                  </a:lnTo>
                  <a:lnTo>
                    <a:pt x="1844" y="1644"/>
                  </a:lnTo>
                  <a:lnTo>
                    <a:pt x="1840" y="1647"/>
                  </a:lnTo>
                  <a:lnTo>
                    <a:pt x="1838" y="1649"/>
                  </a:lnTo>
                  <a:lnTo>
                    <a:pt x="1833" y="1651"/>
                  </a:lnTo>
                  <a:lnTo>
                    <a:pt x="1828" y="1651"/>
                  </a:lnTo>
                  <a:lnTo>
                    <a:pt x="1821" y="1651"/>
                  </a:lnTo>
                  <a:lnTo>
                    <a:pt x="1802" y="1621"/>
                  </a:lnTo>
                  <a:lnTo>
                    <a:pt x="1789" y="1619"/>
                  </a:lnTo>
                  <a:lnTo>
                    <a:pt x="1777" y="1618"/>
                  </a:lnTo>
                  <a:lnTo>
                    <a:pt x="1763" y="1616"/>
                  </a:lnTo>
                  <a:lnTo>
                    <a:pt x="1746" y="1623"/>
                  </a:lnTo>
                  <a:lnTo>
                    <a:pt x="1728" y="1630"/>
                  </a:lnTo>
                  <a:lnTo>
                    <a:pt x="1714" y="1635"/>
                  </a:lnTo>
                  <a:lnTo>
                    <a:pt x="1680" y="1628"/>
                  </a:lnTo>
                  <a:lnTo>
                    <a:pt x="1676" y="1640"/>
                  </a:lnTo>
                  <a:lnTo>
                    <a:pt x="1664" y="1640"/>
                  </a:lnTo>
                  <a:lnTo>
                    <a:pt x="1653" y="1637"/>
                  </a:lnTo>
                  <a:lnTo>
                    <a:pt x="1645" y="1635"/>
                  </a:lnTo>
                  <a:lnTo>
                    <a:pt x="1641" y="1637"/>
                  </a:lnTo>
                  <a:lnTo>
                    <a:pt x="1638" y="1640"/>
                  </a:lnTo>
                  <a:lnTo>
                    <a:pt x="1632" y="1642"/>
                  </a:lnTo>
                  <a:lnTo>
                    <a:pt x="1625" y="1644"/>
                  </a:lnTo>
                  <a:lnTo>
                    <a:pt x="1615" y="1632"/>
                  </a:lnTo>
                  <a:lnTo>
                    <a:pt x="1601" y="1625"/>
                  </a:lnTo>
                  <a:lnTo>
                    <a:pt x="1587" y="1618"/>
                  </a:lnTo>
                  <a:lnTo>
                    <a:pt x="1573" y="1611"/>
                  </a:lnTo>
                  <a:lnTo>
                    <a:pt x="1561" y="1602"/>
                  </a:lnTo>
                  <a:lnTo>
                    <a:pt x="1552" y="1579"/>
                  </a:lnTo>
                  <a:lnTo>
                    <a:pt x="1542" y="1567"/>
                  </a:lnTo>
                  <a:lnTo>
                    <a:pt x="1526" y="1555"/>
                  </a:lnTo>
                  <a:lnTo>
                    <a:pt x="1512" y="1543"/>
                  </a:lnTo>
                  <a:lnTo>
                    <a:pt x="1503" y="1532"/>
                  </a:lnTo>
                  <a:lnTo>
                    <a:pt x="1503" y="1509"/>
                  </a:lnTo>
                  <a:lnTo>
                    <a:pt x="1500" y="1499"/>
                  </a:lnTo>
                  <a:lnTo>
                    <a:pt x="1501" y="1483"/>
                  </a:lnTo>
                  <a:lnTo>
                    <a:pt x="1505" y="1469"/>
                  </a:lnTo>
                  <a:lnTo>
                    <a:pt x="1508" y="1457"/>
                  </a:lnTo>
                  <a:lnTo>
                    <a:pt x="1510" y="1448"/>
                  </a:lnTo>
                  <a:lnTo>
                    <a:pt x="1510" y="1434"/>
                  </a:lnTo>
                  <a:lnTo>
                    <a:pt x="1507" y="1426"/>
                  </a:lnTo>
                  <a:lnTo>
                    <a:pt x="1501" y="1417"/>
                  </a:lnTo>
                  <a:lnTo>
                    <a:pt x="1498" y="1410"/>
                  </a:lnTo>
                  <a:lnTo>
                    <a:pt x="1498" y="1399"/>
                  </a:lnTo>
                  <a:lnTo>
                    <a:pt x="1501" y="1385"/>
                  </a:lnTo>
                  <a:lnTo>
                    <a:pt x="1508" y="1370"/>
                  </a:lnTo>
                  <a:lnTo>
                    <a:pt x="1515" y="1352"/>
                  </a:lnTo>
                  <a:lnTo>
                    <a:pt x="1522" y="1337"/>
                  </a:lnTo>
                  <a:lnTo>
                    <a:pt x="1529" y="1324"/>
                  </a:lnTo>
                  <a:lnTo>
                    <a:pt x="1533" y="1317"/>
                  </a:lnTo>
                  <a:lnTo>
                    <a:pt x="1545" y="1307"/>
                  </a:lnTo>
                  <a:lnTo>
                    <a:pt x="1559" y="1298"/>
                  </a:lnTo>
                  <a:lnTo>
                    <a:pt x="1573" y="1291"/>
                  </a:lnTo>
                  <a:lnTo>
                    <a:pt x="1587" y="1282"/>
                  </a:lnTo>
                  <a:lnTo>
                    <a:pt x="1590" y="1274"/>
                  </a:lnTo>
                  <a:lnTo>
                    <a:pt x="1590" y="1263"/>
                  </a:lnTo>
                  <a:lnTo>
                    <a:pt x="1589" y="1251"/>
                  </a:lnTo>
                  <a:lnTo>
                    <a:pt x="1590" y="1241"/>
                  </a:lnTo>
                  <a:lnTo>
                    <a:pt x="1599" y="1227"/>
                  </a:lnTo>
                  <a:lnTo>
                    <a:pt x="1611" y="1216"/>
                  </a:lnTo>
                  <a:lnTo>
                    <a:pt x="1624" y="1206"/>
                  </a:lnTo>
                  <a:lnTo>
                    <a:pt x="1636" y="1195"/>
                  </a:lnTo>
                  <a:lnTo>
                    <a:pt x="1646" y="1183"/>
                  </a:lnTo>
                  <a:lnTo>
                    <a:pt x="1652" y="1167"/>
                  </a:lnTo>
                  <a:lnTo>
                    <a:pt x="1652" y="1166"/>
                  </a:lnTo>
                  <a:lnTo>
                    <a:pt x="1650" y="1166"/>
                  </a:lnTo>
                  <a:lnTo>
                    <a:pt x="1650" y="1164"/>
                  </a:lnTo>
                  <a:lnTo>
                    <a:pt x="1650" y="1162"/>
                  </a:lnTo>
                  <a:lnTo>
                    <a:pt x="1648" y="1160"/>
                  </a:lnTo>
                  <a:lnTo>
                    <a:pt x="1645" y="1159"/>
                  </a:lnTo>
                  <a:lnTo>
                    <a:pt x="1641" y="1157"/>
                  </a:lnTo>
                  <a:lnTo>
                    <a:pt x="1638" y="1157"/>
                  </a:lnTo>
                  <a:lnTo>
                    <a:pt x="1632" y="1155"/>
                  </a:lnTo>
                  <a:lnTo>
                    <a:pt x="1629" y="1159"/>
                  </a:lnTo>
                  <a:lnTo>
                    <a:pt x="1625" y="1159"/>
                  </a:lnTo>
                  <a:lnTo>
                    <a:pt x="1620" y="1160"/>
                  </a:lnTo>
                  <a:lnTo>
                    <a:pt x="1613" y="1160"/>
                  </a:lnTo>
                  <a:lnTo>
                    <a:pt x="1613" y="1155"/>
                  </a:lnTo>
                  <a:lnTo>
                    <a:pt x="1610" y="1155"/>
                  </a:lnTo>
                  <a:lnTo>
                    <a:pt x="1610" y="1141"/>
                  </a:lnTo>
                  <a:lnTo>
                    <a:pt x="1608" y="1122"/>
                  </a:lnTo>
                  <a:lnTo>
                    <a:pt x="1606" y="1099"/>
                  </a:lnTo>
                  <a:lnTo>
                    <a:pt x="1606" y="1077"/>
                  </a:lnTo>
                  <a:lnTo>
                    <a:pt x="1606" y="1057"/>
                  </a:lnTo>
                  <a:lnTo>
                    <a:pt x="1610" y="1045"/>
                  </a:lnTo>
                  <a:lnTo>
                    <a:pt x="1611" y="1040"/>
                  </a:lnTo>
                  <a:lnTo>
                    <a:pt x="1613" y="1036"/>
                  </a:lnTo>
                  <a:lnTo>
                    <a:pt x="1615" y="1035"/>
                  </a:lnTo>
                  <a:lnTo>
                    <a:pt x="1617" y="1035"/>
                  </a:lnTo>
                  <a:lnTo>
                    <a:pt x="1620" y="1035"/>
                  </a:lnTo>
                  <a:lnTo>
                    <a:pt x="1624" y="1033"/>
                  </a:lnTo>
                  <a:lnTo>
                    <a:pt x="1629" y="1033"/>
                  </a:lnTo>
                  <a:lnTo>
                    <a:pt x="1643" y="1038"/>
                  </a:lnTo>
                  <a:lnTo>
                    <a:pt x="1659" y="1042"/>
                  </a:lnTo>
                  <a:lnTo>
                    <a:pt x="1676" y="1042"/>
                  </a:lnTo>
                  <a:lnTo>
                    <a:pt x="1693" y="1038"/>
                  </a:lnTo>
                  <a:lnTo>
                    <a:pt x="1706" y="1033"/>
                  </a:lnTo>
                  <a:lnTo>
                    <a:pt x="1707" y="1031"/>
                  </a:lnTo>
                  <a:lnTo>
                    <a:pt x="1707" y="1029"/>
                  </a:lnTo>
                  <a:lnTo>
                    <a:pt x="1709" y="1029"/>
                  </a:lnTo>
                  <a:lnTo>
                    <a:pt x="1709" y="1028"/>
                  </a:lnTo>
                  <a:lnTo>
                    <a:pt x="1709" y="1026"/>
                  </a:lnTo>
                  <a:lnTo>
                    <a:pt x="1713" y="1012"/>
                  </a:lnTo>
                  <a:lnTo>
                    <a:pt x="1713" y="996"/>
                  </a:lnTo>
                  <a:lnTo>
                    <a:pt x="1711" y="981"/>
                  </a:lnTo>
                  <a:lnTo>
                    <a:pt x="1709" y="963"/>
                  </a:lnTo>
                  <a:lnTo>
                    <a:pt x="1697" y="960"/>
                  </a:lnTo>
                  <a:lnTo>
                    <a:pt x="1685" y="956"/>
                  </a:lnTo>
                  <a:lnTo>
                    <a:pt x="1673" y="949"/>
                  </a:lnTo>
                  <a:lnTo>
                    <a:pt x="1664" y="940"/>
                  </a:lnTo>
                  <a:lnTo>
                    <a:pt x="1667" y="939"/>
                  </a:lnTo>
                  <a:lnTo>
                    <a:pt x="1671" y="937"/>
                  </a:lnTo>
                  <a:lnTo>
                    <a:pt x="1673" y="935"/>
                  </a:lnTo>
                  <a:lnTo>
                    <a:pt x="1676" y="935"/>
                  </a:lnTo>
                  <a:lnTo>
                    <a:pt x="1680" y="933"/>
                  </a:lnTo>
                  <a:lnTo>
                    <a:pt x="1686" y="933"/>
                  </a:lnTo>
                  <a:lnTo>
                    <a:pt x="1690" y="932"/>
                  </a:lnTo>
                  <a:lnTo>
                    <a:pt x="1695" y="930"/>
                  </a:lnTo>
                  <a:lnTo>
                    <a:pt x="1700" y="930"/>
                  </a:lnTo>
                  <a:lnTo>
                    <a:pt x="1706" y="930"/>
                  </a:lnTo>
                  <a:lnTo>
                    <a:pt x="1706" y="911"/>
                  </a:lnTo>
                  <a:lnTo>
                    <a:pt x="1711" y="911"/>
                  </a:lnTo>
                  <a:lnTo>
                    <a:pt x="1716" y="912"/>
                  </a:lnTo>
                  <a:lnTo>
                    <a:pt x="1718" y="914"/>
                  </a:lnTo>
                  <a:lnTo>
                    <a:pt x="1721" y="914"/>
                  </a:lnTo>
                  <a:lnTo>
                    <a:pt x="1725" y="916"/>
                  </a:lnTo>
                  <a:lnTo>
                    <a:pt x="1728" y="918"/>
                  </a:lnTo>
                  <a:lnTo>
                    <a:pt x="1732" y="914"/>
                  </a:lnTo>
                  <a:lnTo>
                    <a:pt x="1737" y="912"/>
                  </a:lnTo>
                  <a:lnTo>
                    <a:pt x="1741" y="911"/>
                  </a:lnTo>
                  <a:lnTo>
                    <a:pt x="1746" y="909"/>
                  </a:lnTo>
                  <a:lnTo>
                    <a:pt x="1748" y="907"/>
                  </a:lnTo>
                  <a:lnTo>
                    <a:pt x="1749" y="904"/>
                  </a:lnTo>
                  <a:lnTo>
                    <a:pt x="1749" y="900"/>
                  </a:lnTo>
                  <a:lnTo>
                    <a:pt x="1749" y="897"/>
                  </a:lnTo>
                  <a:lnTo>
                    <a:pt x="1749" y="893"/>
                  </a:lnTo>
                  <a:lnTo>
                    <a:pt x="1751" y="890"/>
                  </a:lnTo>
                  <a:lnTo>
                    <a:pt x="1753" y="886"/>
                  </a:lnTo>
                  <a:lnTo>
                    <a:pt x="1786" y="876"/>
                  </a:lnTo>
                  <a:lnTo>
                    <a:pt x="1793" y="865"/>
                  </a:lnTo>
                  <a:lnTo>
                    <a:pt x="1795" y="855"/>
                  </a:lnTo>
                  <a:lnTo>
                    <a:pt x="1800" y="844"/>
                  </a:lnTo>
                  <a:lnTo>
                    <a:pt x="1810" y="837"/>
                  </a:lnTo>
                  <a:lnTo>
                    <a:pt x="1823" y="832"/>
                  </a:lnTo>
                  <a:lnTo>
                    <a:pt x="1838" y="827"/>
                  </a:lnTo>
                  <a:lnTo>
                    <a:pt x="1852" y="822"/>
                  </a:lnTo>
                  <a:lnTo>
                    <a:pt x="1854" y="820"/>
                  </a:lnTo>
                  <a:lnTo>
                    <a:pt x="1854" y="820"/>
                  </a:lnTo>
                  <a:lnTo>
                    <a:pt x="1854" y="818"/>
                  </a:lnTo>
                  <a:lnTo>
                    <a:pt x="1854" y="816"/>
                  </a:lnTo>
                  <a:lnTo>
                    <a:pt x="1856" y="815"/>
                  </a:lnTo>
                  <a:lnTo>
                    <a:pt x="1849" y="797"/>
                  </a:lnTo>
                  <a:lnTo>
                    <a:pt x="1845" y="776"/>
                  </a:lnTo>
                  <a:lnTo>
                    <a:pt x="1845" y="757"/>
                  </a:lnTo>
                  <a:lnTo>
                    <a:pt x="1844" y="741"/>
                  </a:lnTo>
                  <a:lnTo>
                    <a:pt x="1859" y="740"/>
                  </a:lnTo>
                  <a:lnTo>
                    <a:pt x="1870" y="736"/>
                  </a:lnTo>
                  <a:lnTo>
                    <a:pt x="1882" y="733"/>
                  </a:lnTo>
                  <a:lnTo>
                    <a:pt x="1882" y="741"/>
                  </a:lnTo>
                  <a:lnTo>
                    <a:pt x="1880" y="748"/>
                  </a:lnTo>
                  <a:lnTo>
                    <a:pt x="1878" y="761"/>
                  </a:lnTo>
                  <a:lnTo>
                    <a:pt x="1877" y="778"/>
                  </a:lnTo>
                  <a:lnTo>
                    <a:pt x="1875" y="794"/>
                  </a:lnTo>
                  <a:lnTo>
                    <a:pt x="1875" y="806"/>
                  </a:lnTo>
                  <a:lnTo>
                    <a:pt x="1880" y="809"/>
                  </a:lnTo>
                  <a:lnTo>
                    <a:pt x="1884" y="811"/>
                  </a:lnTo>
                  <a:lnTo>
                    <a:pt x="1885" y="813"/>
                  </a:lnTo>
                  <a:lnTo>
                    <a:pt x="1889" y="815"/>
                  </a:lnTo>
                  <a:lnTo>
                    <a:pt x="1894" y="818"/>
                  </a:lnTo>
                  <a:lnTo>
                    <a:pt x="1905" y="813"/>
                  </a:lnTo>
                  <a:lnTo>
                    <a:pt x="1912" y="813"/>
                  </a:lnTo>
                  <a:lnTo>
                    <a:pt x="1917" y="816"/>
                  </a:lnTo>
                  <a:lnTo>
                    <a:pt x="1924" y="822"/>
                  </a:lnTo>
                  <a:lnTo>
                    <a:pt x="1933" y="822"/>
                  </a:lnTo>
                  <a:lnTo>
                    <a:pt x="1943" y="818"/>
                  </a:lnTo>
                  <a:lnTo>
                    <a:pt x="1952" y="813"/>
                  </a:lnTo>
                  <a:lnTo>
                    <a:pt x="1957" y="808"/>
                  </a:lnTo>
                  <a:lnTo>
                    <a:pt x="1964" y="804"/>
                  </a:lnTo>
                  <a:lnTo>
                    <a:pt x="1973" y="801"/>
                  </a:lnTo>
                  <a:lnTo>
                    <a:pt x="1987" y="802"/>
                  </a:lnTo>
                  <a:lnTo>
                    <a:pt x="2006" y="806"/>
                  </a:lnTo>
                  <a:lnTo>
                    <a:pt x="2008" y="801"/>
                  </a:lnTo>
                  <a:lnTo>
                    <a:pt x="2009" y="799"/>
                  </a:lnTo>
                  <a:lnTo>
                    <a:pt x="2013" y="795"/>
                  </a:lnTo>
                  <a:lnTo>
                    <a:pt x="2016" y="794"/>
                  </a:lnTo>
                  <a:lnTo>
                    <a:pt x="2020" y="794"/>
                  </a:lnTo>
                  <a:lnTo>
                    <a:pt x="2025" y="792"/>
                  </a:lnTo>
                  <a:lnTo>
                    <a:pt x="2025" y="762"/>
                  </a:lnTo>
                  <a:lnTo>
                    <a:pt x="2029" y="738"/>
                  </a:lnTo>
                  <a:lnTo>
                    <a:pt x="2032" y="734"/>
                  </a:lnTo>
                  <a:lnTo>
                    <a:pt x="2036" y="733"/>
                  </a:lnTo>
                  <a:lnTo>
                    <a:pt x="2039" y="729"/>
                  </a:lnTo>
                  <a:lnTo>
                    <a:pt x="2043" y="727"/>
                  </a:lnTo>
                  <a:lnTo>
                    <a:pt x="2048" y="726"/>
                  </a:lnTo>
                  <a:lnTo>
                    <a:pt x="2048" y="729"/>
                  </a:lnTo>
                  <a:lnTo>
                    <a:pt x="2051" y="733"/>
                  </a:lnTo>
                  <a:lnTo>
                    <a:pt x="2053" y="736"/>
                  </a:lnTo>
                  <a:lnTo>
                    <a:pt x="2055" y="740"/>
                  </a:lnTo>
                  <a:lnTo>
                    <a:pt x="2057" y="741"/>
                  </a:lnTo>
                  <a:lnTo>
                    <a:pt x="2062" y="743"/>
                  </a:lnTo>
                  <a:lnTo>
                    <a:pt x="2067" y="745"/>
                  </a:lnTo>
                  <a:lnTo>
                    <a:pt x="2065" y="729"/>
                  </a:lnTo>
                  <a:lnTo>
                    <a:pt x="2064" y="719"/>
                  </a:lnTo>
                  <a:lnTo>
                    <a:pt x="2060" y="712"/>
                  </a:lnTo>
                  <a:lnTo>
                    <a:pt x="2058" y="703"/>
                  </a:lnTo>
                  <a:lnTo>
                    <a:pt x="2055" y="687"/>
                  </a:lnTo>
                  <a:lnTo>
                    <a:pt x="2064" y="686"/>
                  </a:lnTo>
                  <a:lnTo>
                    <a:pt x="2070" y="682"/>
                  </a:lnTo>
                  <a:lnTo>
                    <a:pt x="2076" y="679"/>
                  </a:lnTo>
                  <a:lnTo>
                    <a:pt x="2083" y="675"/>
                  </a:lnTo>
                  <a:lnTo>
                    <a:pt x="2095" y="675"/>
                  </a:lnTo>
                  <a:lnTo>
                    <a:pt x="2107" y="677"/>
                  </a:lnTo>
                  <a:lnTo>
                    <a:pt x="2116" y="679"/>
                  </a:lnTo>
                  <a:lnTo>
                    <a:pt x="2125" y="675"/>
                  </a:lnTo>
                  <a:lnTo>
                    <a:pt x="2132" y="665"/>
                  </a:lnTo>
                  <a:lnTo>
                    <a:pt x="2126" y="663"/>
                  </a:lnTo>
                  <a:lnTo>
                    <a:pt x="2121" y="661"/>
                  </a:lnTo>
                  <a:lnTo>
                    <a:pt x="2118" y="659"/>
                  </a:lnTo>
                  <a:lnTo>
                    <a:pt x="2112" y="658"/>
                  </a:lnTo>
                  <a:lnTo>
                    <a:pt x="2105" y="658"/>
                  </a:lnTo>
                  <a:lnTo>
                    <a:pt x="2088" y="666"/>
                  </a:lnTo>
                  <a:lnTo>
                    <a:pt x="2069" y="672"/>
                  </a:lnTo>
                  <a:lnTo>
                    <a:pt x="2048" y="675"/>
                  </a:lnTo>
                  <a:lnTo>
                    <a:pt x="2044" y="666"/>
                  </a:lnTo>
                  <a:lnTo>
                    <a:pt x="2039" y="659"/>
                  </a:lnTo>
                  <a:lnTo>
                    <a:pt x="2034" y="652"/>
                  </a:lnTo>
                  <a:lnTo>
                    <a:pt x="2030" y="644"/>
                  </a:lnTo>
                  <a:lnTo>
                    <a:pt x="2029" y="630"/>
                  </a:lnTo>
                  <a:lnTo>
                    <a:pt x="2030" y="619"/>
                  </a:lnTo>
                  <a:lnTo>
                    <a:pt x="2029" y="607"/>
                  </a:lnTo>
                  <a:lnTo>
                    <a:pt x="2027" y="593"/>
                  </a:lnTo>
                  <a:lnTo>
                    <a:pt x="2029" y="581"/>
                  </a:lnTo>
                  <a:lnTo>
                    <a:pt x="2037" y="563"/>
                  </a:lnTo>
                  <a:lnTo>
                    <a:pt x="2051" y="551"/>
                  </a:lnTo>
                  <a:lnTo>
                    <a:pt x="2065" y="537"/>
                  </a:lnTo>
                  <a:lnTo>
                    <a:pt x="2077" y="523"/>
                  </a:lnTo>
                  <a:lnTo>
                    <a:pt x="2086" y="507"/>
                  </a:lnTo>
                  <a:lnTo>
                    <a:pt x="2081" y="502"/>
                  </a:lnTo>
                  <a:lnTo>
                    <a:pt x="2076" y="497"/>
                  </a:lnTo>
                  <a:lnTo>
                    <a:pt x="2070" y="492"/>
                  </a:lnTo>
                  <a:lnTo>
                    <a:pt x="2057" y="494"/>
                  </a:lnTo>
                  <a:lnTo>
                    <a:pt x="2041" y="495"/>
                  </a:lnTo>
                  <a:lnTo>
                    <a:pt x="2036" y="520"/>
                  </a:lnTo>
                  <a:lnTo>
                    <a:pt x="2027" y="539"/>
                  </a:lnTo>
                  <a:lnTo>
                    <a:pt x="2015" y="555"/>
                  </a:lnTo>
                  <a:lnTo>
                    <a:pt x="2001" y="570"/>
                  </a:lnTo>
                  <a:lnTo>
                    <a:pt x="1988" y="588"/>
                  </a:lnTo>
                  <a:lnTo>
                    <a:pt x="1980" y="609"/>
                  </a:lnTo>
                  <a:lnTo>
                    <a:pt x="1974" y="633"/>
                  </a:lnTo>
                  <a:lnTo>
                    <a:pt x="1985" y="642"/>
                  </a:lnTo>
                  <a:lnTo>
                    <a:pt x="1995" y="652"/>
                  </a:lnTo>
                  <a:lnTo>
                    <a:pt x="2002" y="665"/>
                  </a:lnTo>
                  <a:lnTo>
                    <a:pt x="2006" y="680"/>
                  </a:lnTo>
                  <a:lnTo>
                    <a:pt x="2001" y="682"/>
                  </a:lnTo>
                  <a:lnTo>
                    <a:pt x="1999" y="684"/>
                  </a:lnTo>
                  <a:lnTo>
                    <a:pt x="1997" y="686"/>
                  </a:lnTo>
                  <a:lnTo>
                    <a:pt x="1997" y="686"/>
                  </a:lnTo>
                  <a:lnTo>
                    <a:pt x="1997" y="687"/>
                  </a:lnTo>
                  <a:lnTo>
                    <a:pt x="1995" y="689"/>
                  </a:lnTo>
                  <a:lnTo>
                    <a:pt x="1995" y="693"/>
                  </a:lnTo>
                  <a:lnTo>
                    <a:pt x="1994" y="694"/>
                  </a:lnTo>
                  <a:lnTo>
                    <a:pt x="1971" y="703"/>
                  </a:lnTo>
                  <a:lnTo>
                    <a:pt x="1968" y="724"/>
                  </a:lnTo>
                  <a:lnTo>
                    <a:pt x="1961" y="740"/>
                  </a:lnTo>
                  <a:lnTo>
                    <a:pt x="1954" y="752"/>
                  </a:lnTo>
                  <a:lnTo>
                    <a:pt x="1943" y="762"/>
                  </a:lnTo>
                  <a:lnTo>
                    <a:pt x="1934" y="773"/>
                  </a:lnTo>
                  <a:lnTo>
                    <a:pt x="1926" y="787"/>
                  </a:lnTo>
                  <a:lnTo>
                    <a:pt x="1920" y="787"/>
                  </a:lnTo>
                  <a:lnTo>
                    <a:pt x="1920" y="783"/>
                  </a:lnTo>
                  <a:lnTo>
                    <a:pt x="1906" y="764"/>
                  </a:lnTo>
                  <a:lnTo>
                    <a:pt x="1898" y="743"/>
                  </a:lnTo>
                  <a:lnTo>
                    <a:pt x="1892" y="720"/>
                  </a:lnTo>
                  <a:lnTo>
                    <a:pt x="1882" y="694"/>
                  </a:lnTo>
                  <a:lnTo>
                    <a:pt x="1868" y="701"/>
                  </a:lnTo>
                  <a:lnTo>
                    <a:pt x="1859" y="710"/>
                  </a:lnTo>
                  <a:lnTo>
                    <a:pt x="1849" y="717"/>
                  </a:lnTo>
                  <a:lnTo>
                    <a:pt x="1838" y="722"/>
                  </a:lnTo>
                  <a:lnTo>
                    <a:pt x="1821" y="726"/>
                  </a:lnTo>
                  <a:lnTo>
                    <a:pt x="1819" y="724"/>
                  </a:lnTo>
                  <a:lnTo>
                    <a:pt x="1817" y="724"/>
                  </a:lnTo>
                  <a:lnTo>
                    <a:pt x="1816" y="724"/>
                  </a:lnTo>
                  <a:lnTo>
                    <a:pt x="1814" y="722"/>
                  </a:lnTo>
                  <a:lnTo>
                    <a:pt x="1810" y="722"/>
                  </a:lnTo>
                  <a:lnTo>
                    <a:pt x="1809" y="701"/>
                  </a:lnTo>
                  <a:lnTo>
                    <a:pt x="1807" y="684"/>
                  </a:lnTo>
                  <a:lnTo>
                    <a:pt x="1803" y="670"/>
                  </a:lnTo>
                  <a:lnTo>
                    <a:pt x="1800" y="654"/>
                  </a:lnTo>
                  <a:lnTo>
                    <a:pt x="1798" y="633"/>
                  </a:lnTo>
                  <a:lnTo>
                    <a:pt x="1807" y="624"/>
                  </a:lnTo>
                  <a:lnTo>
                    <a:pt x="1810" y="616"/>
                  </a:lnTo>
                  <a:lnTo>
                    <a:pt x="1812" y="605"/>
                  </a:lnTo>
                  <a:lnTo>
                    <a:pt x="1817" y="591"/>
                  </a:lnTo>
                  <a:lnTo>
                    <a:pt x="1821" y="588"/>
                  </a:lnTo>
                  <a:lnTo>
                    <a:pt x="1826" y="583"/>
                  </a:lnTo>
                  <a:lnTo>
                    <a:pt x="1831" y="577"/>
                  </a:lnTo>
                  <a:lnTo>
                    <a:pt x="1837" y="572"/>
                  </a:lnTo>
                  <a:lnTo>
                    <a:pt x="1840" y="574"/>
                  </a:lnTo>
                  <a:lnTo>
                    <a:pt x="1842" y="576"/>
                  </a:lnTo>
                  <a:lnTo>
                    <a:pt x="1844" y="577"/>
                  </a:lnTo>
                  <a:lnTo>
                    <a:pt x="1845" y="579"/>
                  </a:lnTo>
                  <a:lnTo>
                    <a:pt x="1845" y="579"/>
                  </a:lnTo>
                  <a:lnTo>
                    <a:pt x="1849" y="576"/>
                  </a:lnTo>
                  <a:lnTo>
                    <a:pt x="1851" y="572"/>
                  </a:lnTo>
                  <a:lnTo>
                    <a:pt x="1852" y="569"/>
                  </a:lnTo>
                  <a:lnTo>
                    <a:pt x="1854" y="563"/>
                  </a:lnTo>
                  <a:lnTo>
                    <a:pt x="1856" y="560"/>
                  </a:lnTo>
                  <a:lnTo>
                    <a:pt x="1868" y="553"/>
                  </a:lnTo>
                  <a:lnTo>
                    <a:pt x="1878" y="549"/>
                  </a:lnTo>
                  <a:lnTo>
                    <a:pt x="1887" y="541"/>
                  </a:lnTo>
                  <a:lnTo>
                    <a:pt x="1884" y="539"/>
                  </a:lnTo>
                  <a:lnTo>
                    <a:pt x="1882" y="539"/>
                  </a:lnTo>
                  <a:lnTo>
                    <a:pt x="1880" y="539"/>
                  </a:lnTo>
                  <a:lnTo>
                    <a:pt x="1880" y="537"/>
                  </a:lnTo>
                  <a:lnTo>
                    <a:pt x="1880" y="537"/>
                  </a:lnTo>
                  <a:lnTo>
                    <a:pt x="1880" y="534"/>
                  </a:lnTo>
                  <a:lnTo>
                    <a:pt x="1878" y="530"/>
                  </a:lnTo>
                  <a:lnTo>
                    <a:pt x="1891" y="514"/>
                  </a:lnTo>
                  <a:lnTo>
                    <a:pt x="1903" y="495"/>
                  </a:lnTo>
                  <a:lnTo>
                    <a:pt x="1913" y="473"/>
                  </a:lnTo>
                  <a:lnTo>
                    <a:pt x="1924" y="450"/>
                  </a:lnTo>
                  <a:lnTo>
                    <a:pt x="1934" y="427"/>
                  </a:lnTo>
                  <a:lnTo>
                    <a:pt x="1947" y="406"/>
                  </a:lnTo>
                  <a:lnTo>
                    <a:pt x="1959" y="392"/>
                  </a:lnTo>
                  <a:lnTo>
                    <a:pt x="1974" y="384"/>
                  </a:lnTo>
                  <a:lnTo>
                    <a:pt x="1974" y="370"/>
                  </a:lnTo>
                  <a:lnTo>
                    <a:pt x="1990" y="370"/>
                  </a:lnTo>
                  <a:lnTo>
                    <a:pt x="1999" y="354"/>
                  </a:lnTo>
                  <a:lnTo>
                    <a:pt x="2013" y="343"/>
                  </a:lnTo>
                  <a:lnTo>
                    <a:pt x="2032" y="338"/>
                  </a:lnTo>
                  <a:lnTo>
                    <a:pt x="2034" y="340"/>
                  </a:lnTo>
                  <a:lnTo>
                    <a:pt x="2036" y="340"/>
                  </a:lnTo>
                  <a:lnTo>
                    <a:pt x="2036" y="340"/>
                  </a:lnTo>
                  <a:lnTo>
                    <a:pt x="2037" y="340"/>
                  </a:lnTo>
                  <a:lnTo>
                    <a:pt x="2041" y="342"/>
                  </a:lnTo>
                  <a:lnTo>
                    <a:pt x="2041" y="329"/>
                  </a:lnTo>
                  <a:lnTo>
                    <a:pt x="2046" y="329"/>
                  </a:lnTo>
                  <a:lnTo>
                    <a:pt x="2050" y="329"/>
                  </a:lnTo>
                  <a:lnTo>
                    <a:pt x="2053" y="329"/>
                  </a:lnTo>
                  <a:lnTo>
                    <a:pt x="2055" y="329"/>
                  </a:lnTo>
                  <a:lnTo>
                    <a:pt x="2057" y="331"/>
                  </a:lnTo>
                  <a:lnTo>
                    <a:pt x="2058" y="331"/>
                  </a:lnTo>
                  <a:lnTo>
                    <a:pt x="2064" y="335"/>
                  </a:lnTo>
                  <a:lnTo>
                    <a:pt x="2070" y="321"/>
                  </a:lnTo>
                  <a:lnTo>
                    <a:pt x="2081" y="312"/>
                  </a:lnTo>
                  <a:lnTo>
                    <a:pt x="2093" y="309"/>
                  </a:lnTo>
                  <a:lnTo>
                    <a:pt x="2109" y="305"/>
                  </a:lnTo>
                  <a:lnTo>
                    <a:pt x="2125" y="303"/>
                  </a:lnTo>
                  <a:lnTo>
                    <a:pt x="2132" y="310"/>
                  </a:lnTo>
                  <a:lnTo>
                    <a:pt x="2140" y="314"/>
                  </a:lnTo>
                  <a:lnTo>
                    <a:pt x="2147" y="315"/>
                  </a:lnTo>
                  <a:lnTo>
                    <a:pt x="2154" y="317"/>
                  </a:lnTo>
                  <a:lnTo>
                    <a:pt x="2160" y="324"/>
                  </a:lnTo>
                  <a:lnTo>
                    <a:pt x="2163" y="338"/>
                  </a:lnTo>
                  <a:lnTo>
                    <a:pt x="2161" y="340"/>
                  </a:lnTo>
                  <a:lnTo>
                    <a:pt x="2160" y="342"/>
                  </a:lnTo>
                  <a:lnTo>
                    <a:pt x="2158" y="342"/>
                  </a:lnTo>
                  <a:lnTo>
                    <a:pt x="2158" y="343"/>
                  </a:lnTo>
                  <a:lnTo>
                    <a:pt x="2156" y="345"/>
                  </a:lnTo>
                  <a:lnTo>
                    <a:pt x="2156" y="349"/>
                  </a:lnTo>
                  <a:lnTo>
                    <a:pt x="2158" y="352"/>
                  </a:lnTo>
                  <a:lnTo>
                    <a:pt x="2160" y="352"/>
                  </a:lnTo>
                  <a:lnTo>
                    <a:pt x="2161" y="354"/>
                  </a:lnTo>
                  <a:lnTo>
                    <a:pt x="2163" y="357"/>
                  </a:lnTo>
                  <a:lnTo>
                    <a:pt x="2175" y="352"/>
                  </a:lnTo>
                  <a:lnTo>
                    <a:pt x="2182" y="350"/>
                  </a:lnTo>
                  <a:lnTo>
                    <a:pt x="2187" y="350"/>
                  </a:lnTo>
                  <a:lnTo>
                    <a:pt x="2189" y="354"/>
                  </a:lnTo>
                  <a:lnTo>
                    <a:pt x="2191" y="359"/>
                  </a:lnTo>
                  <a:lnTo>
                    <a:pt x="2196" y="364"/>
                  </a:lnTo>
                  <a:lnTo>
                    <a:pt x="2201" y="370"/>
                  </a:lnTo>
                  <a:lnTo>
                    <a:pt x="2233" y="373"/>
                  </a:lnTo>
                  <a:lnTo>
                    <a:pt x="2245" y="380"/>
                  </a:lnTo>
                  <a:lnTo>
                    <a:pt x="2259" y="391"/>
                  </a:lnTo>
                  <a:lnTo>
                    <a:pt x="2273" y="405"/>
                  </a:lnTo>
                  <a:lnTo>
                    <a:pt x="2285" y="420"/>
                  </a:lnTo>
                  <a:lnTo>
                    <a:pt x="2296" y="436"/>
                  </a:lnTo>
                  <a:lnTo>
                    <a:pt x="2299" y="452"/>
                  </a:lnTo>
                  <a:lnTo>
                    <a:pt x="2297" y="467"/>
                  </a:lnTo>
                  <a:lnTo>
                    <a:pt x="2285" y="480"/>
                  </a:lnTo>
                  <a:lnTo>
                    <a:pt x="2269" y="488"/>
                  </a:lnTo>
                  <a:lnTo>
                    <a:pt x="2252" y="488"/>
                  </a:lnTo>
                  <a:lnTo>
                    <a:pt x="2236" y="481"/>
                  </a:lnTo>
                  <a:lnTo>
                    <a:pt x="2222" y="474"/>
                  </a:lnTo>
                  <a:lnTo>
                    <a:pt x="2208" y="469"/>
                  </a:lnTo>
                  <a:lnTo>
                    <a:pt x="2210" y="481"/>
                  </a:lnTo>
                  <a:lnTo>
                    <a:pt x="2212" y="497"/>
                  </a:lnTo>
                  <a:lnTo>
                    <a:pt x="2214" y="514"/>
                  </a:lnTo>
                  <a:lnTo>
                    <a:pt x="2217" y="528"/>
                  </a:lnTo>
                  <a:lnTo>
                    <a:pt x="2221" y="537"/>
                  </a:lnTo>
                  <a:lnTo>
                    <a:pt x="2224" y="542"/>
                  </a:lnTo>
                  <a:lnTo>
                    <a:pt x="2229" y="544"/>
                  </a:lnTo>
                  <a:lnTo>
                    <a:pt x="2233" y="548"/>
                  </a:lnTo>
                  <a:lnTo>
                    <a:pt x="2240" y="549"/>
                  </a:lnTo>
                  <a:lnTo>
                    <a:pt x="2238" y="537"/>
                  </a:lnTo>
                  <a:lnTo>
                    <a:pt x="2236" y="528"/>
                  </a:lnTo>
                  <a:lnTo>
                    <a:pt x="2236" y="518"/>
                  </a:lnTo>
                  <a:lnTo>
                    <a:pt x="2240" y="518"/>
                  </a:lnTo>
                  <a:lnTo>
                    <a:pt x="2240" y="514"/>
                  </a:lnTo>
                  <a:lnTo>
                    <a:pt x="2252" y="521"/>
                  </a:lnTo>
                  <a:lnTo>
                    <a:pt x="2264" y="528"/>
                  </a:lnTo>
                  <a:lnTo>
                    <a:pt x="2278" y="534"/>
                  </a:lnTo>
                  <a:lnTo>
                    <a:pt x="2280" y="530"/>
                  </a:lnTo>
                  <a:lnTo>
                    <a:pt x="2282" y="527"/>
                  </a:lnTo>
                  <a:lnTo>
                    <a:pt x="2283" y="525"/>
                  </a:lnTo>
                  <a:lnTo>
                    <a:pt x="2285" y="520"/>
                  </a:lnTo>
                  <a:lnTo>
                    <a:pt x="2285" y="514"/>
                  </a:lnTo>
                  <a:lnTo>
                    <a:pt x="2283" y="513"/>
                  </a:lnTo>
                  <a:lnTo>
                    <a:pt x="2282" y="511"/>
                  </a:lnTo>
                  <a:lnTo>
                    <a:pt x="2280" y="509"/>
                  </a:lnTo>
                  <a:lnTo>
                    <a:pt x="2280" y="507"/>
                  </a:lnTo>
                  <a:lnTo>
                    <a:pt x="2280" y="504"/>
                  </a:lnTo>
                  <a:lnTo>
                    <a:pt x="2278" y="499"/>
                  </a:lnTo>
                  <a:lnTo>
                    <a:pt x="2294" y="492"/>
                  </a:lnTo>
                  <a:lnTo>
                    <a:pt x="2304" y="481"/>
                  </a:lnTo>
                  <a:lnTo>
                    <a:pt x="2313" y="469"/>
                  </a:lnTo>
                  <a:lnTo>
                    <a:pt x="2318" y="471"/>
                  </a:lnTo>
                  <a:lnTo>
                    <a:pt x="2325" y="473"/>
                  </a:lnTo>
                  <a:lnTo>
                    <a:pt x="2332" y="474"/>
                  </a:lnTo>
                  <a:lnTo>
                    <a:pt x="2339" y="476"/>
                  </a:lnTo>
                  <a:lnTo>
                    <a:pt x="2336" y="438"/>
                  </a:lnTo>
                  <a:lnTo>
                    <a:pt x="2329" y="396"/>
                  </a:lnTo>
                  <a:lnTo>
                    <a:pt x="2358" y="396"/>
                  </a:lnTo>
                  <a:lnTo>
                    <a:pt x="2365" y="403"/>
                  </a:lnTo>
                  <a:lnTo>
                    <a:pt x="2372" y="413"/>
                  </a:lnTo>
                  <a:lnTo>
                    <a:pt x="2378" y="422"/>
                  </a:lnTo>
                  <a:lnTo>
                    <a:pt x="2378" y="431"/>
                  </a:lnTo>
                  <a:lnTo>
                    <a:pt x="2374" y="432"/>
                  </a:lnTo>
                  <a:lnTo>
                    <a:pt x="2372" y="432"/>
                  </a:lnTo>
                  <a:lnTo>
                    <a:pt x="2369" y="434"/>
                  </a:lnTo>
                  <a:lnTo>
                    <a:pt x="2362" y="434"/>
                  </a:lnTo>
                  <a:lnTo>
                    <a:pt x="2362" y="453"/>
                  </a:lnTo>
                  <a:lnTo>
                    <a:pt x="2367" y="455"/>
                  </a:lnTo>
                  <a:lnTo>
                    <a:pt x="2369" y="457"/>
                  </a:lnTo>
                  <a:lnTo>
                    <a:pt x="2372" y="459"/>
                  </a:lnTo>
                  <a:lnTo>
                    <a:pt x="2376" y="460"/>
                  </a:lnTo>
                  <a:lnTo>
                    <a:pt x="2381" y="460"/>
                  </a:lnTo>
                  <a:lnTo>
                    <a:pt x="2383" y="460"/>
                  </a:lnTo>
                  <a:lnTo>
                    <a:pt x="2385" y="459"/>
                  </a:lnTo>
                  <a:lnTo>
                    <a:pt x="2385" y="459"/>
                  </a:lnTo>
                  <a:lnTo>
                    <a:pt x="2386" y="459"/>
                  </a:lnTo>
                  <a:lnTo>
                    <a:pt x="2390" y="457"/>
                  </a:lnTo>
                  <a:lnTo>
                    <a:pt x="2392" y="452"/>
                  </a:lnTo>
                  <a:lnTo>
                    <a:pt x="2392" y="448"/>
                  </a:lnTo>
                  <a:lnTo>
                    <a:pt x="2392" y="443"/>
                  </a:lnTo>
                  <a:lnTo>
                    <a:pt x="2392" y="439"/>
                  </a:lnTo>
                  <a:lnTo>
                    <a:pt x="2390" y="434"/>
                  </a:lnTo>
                  <a:lnTo>
                    <a:pt x="2402" y="418"/>
                  </a:lnTo>
                  <a:lnTo>
                    <a:pt x="2416" y="405"/>
                  </a:lnTo>
                  <a:lnTo>
                    <a:pt x="2428" y="389"/>
                  </a:lnTo>
                  <a:lnTo>
                    <a:pt x="2434" y="387"/>
                  </a:lnTo>
                  <a:lnTo>
                    <a:pt x="2439" y="387"/>
                  </a:lnTo>
                  <a:lnTo>
                    <a:pt x="2441" y="385"/>
                  </a:lnTo>
                  <a:lnTo>
                    <a:pt x="2444" y="387"/>
                  </a:lnTo>
                  <a:lnTo>
                    <a:pt x="2448" y="389"/>
                  </a:lnTo>
                  <a:lnTo>
                    <a:pt x="2449" y="392"/>
                  </a:lnTo>
                  <a:lnTo>
                    <a:pt x="2451" y="396"/>
                  </a:lnTo>
                  <a:lnTo>
                    <a:pt x="2453" y="398"/>
                  </a:lnTo>
                  <a:lnTo>
                    <a:pt x="2454" y="401"/>
                  </a:lnTo>
                  <a:lnTo>
                    <a:pt x="2458" y="403"/>
                  </a:lnTo>
                  <a:lnTo>
                    <a:pt x="2458" y="399"/>
                  </a:lnTo>
                  <a:lnTo>
                    <a:pt x="2461" y="396"/>
                  </a:lnTo>
                  <a:lnTo>
                    <a:pt x="2463" y="392"/>
                  </a:lnTo>
                  <a:lnTo>
                    <a:pt x="2465" y="389"/>
                  </a:lnTo>
                  <a:lnTo>
                    <a:pt x="2465" y="384"/>
                  </a:lnTo>
                  <a:lnTo>
                    <a:pt x="2467" y="377"/>
                  </a:lnTo>
                  <a:lnTo>
                    <a:pt x="2482" y="377"/>
                  </a:lnTo>
                  <a:lnTo>
                    <a:pt x="2496" y="380"/>
                  </a:lnTo>
                  <a:lnTo>
                    <a:pt x="2509" y="384"/>
                  </a:lnTo>
                  <a:lnTo>
                    <a:pt x="2500" y="391"/>
                  </a:lnTo>
                  <a:lnTo>
                    <a:pt x="2491" y="396"/>
                  </a:lnTo>
                  <a:lnTo>
                    <a:pt x="2484" y="401"/>
                  </a:lnTo>
                  <a:lnTo>
                    <a:pt x="2477" y="411"/>
                  </a:lnTo>
                  <a:lnTo>
                    <a:pt x="2486" y="411"/>
                  </a:lnTo>
                  <a:lnTo>
                    <a:pt x="2491" y="406"/>
                  </a:lnTo>
                  <a:lnTo>
                    <a:pt x="2503" y="401"/>
                  </a:lnTo>
                  <a:lnTo>
                    <a:pt x="2516" y="396"/>
                  </a:lnTo>
                  <a:lnTo>
                    <a:pt x="2526" y="392"/>
                  </a:lnTo>
                  <a:lnTo>
                    <a:pt x="2537" y="389"/>
                  </a:lnTo>
                  <a:lnTo>
                    <a:pt x="2540" y="389"/>
                  </a:lnTo>
                  <a:lnTo>
                    <a:pt x="2542" y="391"/>
                  </a:lnTo>
                  <a:lnTo>
                    <a:pt x="2545" y="394"/>
                  </a:lnTo>
                  <a:lnTo>
                    <a:pt x="2547" y="396"/>
                  </a:lnTo>
                  <a:lnTo>
                    <a:pt x="2549" y="398"/>
                  </a:lnTo>
                  <a:lnTo>
                    <a:pt x="2552" y="398"/>
                  </a:lnTo>
                  <a:lnTo>
                    <a:pt x="2559" y="399"/>
                  </a:lnTo>
                  <a:lnTo>
                    <a:pt x="2561" y="396"/>
                  </a:lnTo>
                  <a:lnTo>
                    <a:pt x="2563" y="392"/>
                  </a:lnTo>
                  <a:lnTo>
                    <a:pt x="2564" y="391"/>
                  </a:lnTo>
                  <a:lnTo>
                    <a:pt x="2564" y="387"/>
                  </a:lnTo>
                  <a:lnTo>
                    <a:pt x="2566" y="382"/>
                  </a:lnTo>
                  <a:lnTo>
                    <a:pt x="2566" y="377"/>
                  </a:lnTo>
                  <a:lnTo>
                    <a:pt x="2563" y="373"/>
                  </a:lnTo>
                  <a:lnTo>
                    <a:pt x="2561" y="370"/>
                  </a:lnTo>
                  <a:lnTo>
                    <a:pt x="2559" y="366"/>
                  </a:lnTo>
                  <a:lnTo>
                    <a:pt x="2559" y="361"/>
                  </a:lnTo>
                  <a:lnTo>
                    <a:pt x="2559" y="354"/>
                  </a:lnTo>
                  <a:lnTo>
                    <a:pt x="2564" y="350"/>
                  </a:lnTo>
                  <a:lnTo>
                    <a:pt x="2568" y="347"/>
                  </a:lnTo>
                  <a:lnTo>
                    <a:pt x="2571" y="345"/>
                  </a:lnTo>
                  <a:lnTo>
                    <a:pt x="2578" y="342"/>
                  </a:lnTo>
                  <a:lnTo>
                    <a:pt x="2582" y="343"/>
                  </a:lnTo>
                  <a:lnTo>
                    <a:pt x="2587" y="345"/>
                  </a:lnTo>
                  <a:lnTo>
                    <a:pt x="2594" y="345"/>
                  </a:lnTo>
                  <a:lnTo>
                    <a:pt x="2601" y="345"/>
                  </a:lnTo>
                  <a:lnTo>
                    <a:pt x="2610" y="356"/>
                  </a:lnTo>
                  <a:lnTo>
                    <a:pt x="2622" y="368"/>
                  </a:lnTo>
                  <a:lnTo>
                    <a:pt x="2640" y="380"/>
                  </a:lnTo>
                  <a:lnTo>
                    <a:pt x="2655" y="392"/>
                  </a:lnTo>
                  <a:lnTo>
                    <a:pt x="2669" y="399"/>
                  </a:lnTo>
                  <a:lnTo>
                    <a:pt x="2678" y="403"/>
                  </a:lnTo>
                  <a:lnTo>
                    <a:pt x="2680" y="401"/>
                  </a:lnTo>
                  <a:lnTo>
                    <a:pt x="2680" y="401"/>
                  </a:lnTo>
                  <a:lnTo>
                    <a:pt x="2680" y="399"/>
                  </a:lnTo>
                  <a:lnTo>
                    <a:pt x="2680" y="399"/>
                  </a:lnTo>
                  <a:lnTo>
                    <a:pt x="2681" y="396"/>
                  </a:lnTo>
                  <a:lnTo>
                    <a:pt x="2676" y="391"/>
                  </a:lnTo>
                  <a:lnTo>
                    <a:pt x="2673" y="387"/>
                  </a:lnTo>
                  <a:lnTo>
                    <a:pt x="2671" y="382"/>
                  </a:lnTo>
                  <a:lnTo>
                    <a:pt x="2667" y="377"/>
                  </a:lnTo>
                  <a:lnTo>
                    <a:pt x="2666" y="370"/>
                  </a:lnTo>
                  <a:lnTo>
                    <a:pt x="2650" y="370"/>
                  </a:lnTo>
                  <a:lnTo>
                    <a:pt x="2652" y="349"/>
                  </a:lnTo>
                  <a:lnTo>
                    <a:pt x="2648" y="333"/>
                  </a:lnTo>
                  <a:lnTo>
                    <a:pt x="2646" y="319"/>
                  </a:lnTo>
                  <a:lnTo>
                    <a:pt x="2643" y="300"/>
                  </a:lnTo>
                  <a:lnTo>
                    <a:pt x="2653" y="293"/>
                  </a:lnTo>
                  <a:lnTo>
                    <a:pt x="2660" y="284"/>
                  </a:lnTo>
                  <a:lnTo>
                    <a:pt x="2664" y="274"/>
                  </a:lnTo>
                  <a:lnTo>
                    <a:pt x="2667" y="261"/>
                  </a:lnTo>
                  <a:lnTo>
                    <a:pt x="2671" y="251"/>
                  </a:lnTo>
                  <a:lnTo>
                    <a:pt x="2676" y="240"/>
                  </a:lnTo>
                  <a:lnTo>
                    <a:pt x="2683" y="232"/>
                  </a:lnTo>
                  <a:lnTo>
                    <a:pt x="2692" y="226"/>
                  </a:lnTo>
                  <a:lnTo>
                    <a:pt x="2708" y="225"/>
                  </a:lnTo>
                  <a:lnTo>
                    <a:pt x="2727" y="226"/>
                  </a:lnTo>
                  <a:lnTo>
                    <a:pt x="2732" y="235"/>
                  </a:lnTo>
                  <a:lnTo>
                    <a:pt x="2739" y="242"/>
                  </a:lnTo>
                  <a:lnTo>
                    <a:pt x="2737" y="256"/>
                  </a:lnTo>
                  <a:lnTo>
                    <a:pt x="2734" y="270"/>
                  </a:lnTo>
                  <a:lnTo>
                    <a:pt x="2730" y="282"/>
                  </a:lnTo>
                  <a:lnTo>
                    <a:pt x="2729" y="293"/>
                  </a:lnTo>
                  <a:lnTo>
                    <a:pt x="2727" y="300"/>
                  </a:lnTo>
                  <a:lnTo>
                    <a:pt x="2730" y="309"/>
                  </a:lnTo>
                  <a:lnTo>
                    <a:pt x="2736" y="321"/>
                  </a:lnTo>
                  <a:lnTo>
                    <a:pt x="2739" y="335"/>
                  </a:lnTo>
                  <a:lnTo>
                    <a:pt x="2742" y="345"/>
                  </a:lnTo>
                  <a:lnTo>
                    <a:pt x="2742" y="357"/>
                  </a:lnTo>
                  <a:lnTo>
                    <a:pt x="2739" y="368"/>
                  </a:lnTo>
                  <a:lnTo>
                    <a:pt x="2736" y="377"/>
                  </a:lnTo>
                  <a:lnTo>
                    <a:pt x="2736" y="384"/>
                  </a:lnTo>
                  <a:lnTo>
                    <a:pt x="2737" y="389"/>
                  </a:lnTo>
                  <a:lnTo>
                    <a:pt x="2739" y="392"/>
                  </a:lnTo>
                  <a:lnTo>
                    <a:pt x="2742" y="396"/>
                  </a:lnTo>
                  <a:lnTo>
                    <a:pt x="2746" y="399"/>
                  </a:lnTo>
                  <a:lnTo>
                    <a:pt x="2748" y="405"/>
                  </a:lnTo>
                  <a:lnTo>
                    <a:pt x="2751" y="411"/>
                  </a:lnTo>
                  <a:lnTo>
                    <a:pt x="2746" y="422"/>
                  </a:lnTo>
                  <a:lnTo>
                    <a:pt x="2742" y="434"/>
                  </a:lnTo>
                  <a:lnTo>
                    <a:pt x="2742" y="450"/>
                  </a:lnTo>
                  <a:lnTo>
                    <a:pt x="2737" y="453"/>
                  </a:lnTo>
                  <a:lnTo>
                    <a:pt x="2734" y="457"/>
                  </a:lnTo>
                  <a:lnTo>
                    <a:pt x="2729" y="459"/>
                  </a:lnTo>
                  <a:lnTo>
                    <a:pt x="2723" y="462"/>
                  </a:lnTo>
                  <a:lnTo>
                    <a:pt x="2716" y="464"/>
                  </a:lnTo>
                  <a:lnTo>
                    <a:pt x="2716" y="469"/>
                  </a:lnTo>
                  <a:lnTo>
                    <a:pt x="2736" y="469"/>
                  </a:lnTo>
                  <a:lnTo>
                    <a:pt x="2737" y="467"/>
                  </a:lnTo>
                  <a:lnTo>
                    <a:pt x="2737" y="467"/>
                  </a:lnTo>
                  <a:lnTo>
                    <a:pt x="2739" y="466"/>
                  </a:lnTo>
                  <a:lnTo>
                    <a:pt x="2739" y="466"/>
                  </a:lnTo>
                  <a:lnTo>
                    <a:pt x="2742" y="464"/>
                  </a:lnTo>
                  <a:lnTo>
                    <a:pt x="2749" y="452"/>
                  </a:lnTo>
                  <a:lnTo>
                    <a:pt x="2756" y="438"/>
                  </a:lnTo>
                  <a:lnTo>
                    <a:pt x="2762" y="427"/>
                  </a:lnTo>
                  <a:lnTo>
                    <a:pt x="2765" y="410"/>
                  </a:lnTo>
                  <a:lnTo>
                    <a:pt x="2762" y="394"/>
                  </a:lnTo>
                  <a:lnTo>
                    <a:pt x="2760" y="378"/>
                  </a:lnTo>
                  <a:lnTo>
                    <a:pt x="2758" y="364"/>
                  </a:lnTo>
                  <a:lnTo>
                    <a:pt x="2777" y="364"/>
                  </a:lnTo>
                  <a:lnTo>
                    <a:pt x="2795" y="364"/>
                  </a:lnTo>
                  <a:lnTo>
                    <a:pt x="2812" y="370"/>
                  </a:lnTo>
                  <a:lnTo>
                    <a:pt x="2812" y="364"/>
                  </a:lnTo>
                  <a:lnTo>
                    <a:pt x="2795" y="357"/>
                  </a:lnTo>
                  <a:lnTo>
                    <a:pt x="2774" y="349"/>
                  </a:lnTo>
                  <a:lnTo>
                    <a:pt x="2755" y="342"/>
                  </a:lnTo>
                  <a:lnTo>
                    <a:pt x="2751" y="324"/>
                  </a:lnTo>
                  <a:lnTo>
                    <a:pt x="2746" y="312"/>
                  </a:lnTo>
                  <a:lnTo>
                    <a:pt x="2741" y="302"/>
                  </a:lnTo>
                  <a:lnTo>
                    <a:pt x="2736" y="288"/>
                  </a:lnTo>
                  <a:lnTo>
                    <a:pt x="2758" y="268"/>
                  </a:lnTo>
                  <a:lnTo>
                    <a:pt x="2758" y="235"/>
                  </a:lnTo>
                  <a:lnTo>
                    <a:pt x="2762" y="235"/>
                  </a:lnTo>
                  <a:lnTo>
                    <a:pt x="2765" y="235"/>
                  </a:lnTo>
                  <a:lnTo>
                    <a:pt x="2767" y="235"/>
                  </a:lnTo>
                  <a:lnTo>
                    <a:pt x="2767" y="237"/>
                  </a:lnTo>
                  <a:lnTo>
                    <a:pt x="2770" y="239"/>
                  </a:lnTo>
                  <a:lnTo>
                    <a:pt x="2774" y="249"/>
                  </a:lnTo>
                  <a:lnTo>
                    <a:pt x="2777" y="260"/>
                  </a:lnTo>
                  <a:lnTo>
                    <a:pt x="2784" y="268"/>
                  </a:lnTo>
                  <a:lnTo>
                    <a:pt x="2797" y="261"/>
                  </a:lnTo>
                  <a:lnTo>
                    <a:pt x="2812" y="258"/>
                  </a:lnTo>
                  <a:lnTo>
                    <a:pt x="2832" y="258"/>
                  </a:lnTo>
                  <a:lnTo>
                    <a:pt x="2842" y="272"/>
                  </a:lnTo>
                  <a:lnTo>
                    <a:pt x="2858" y="286"/>
                  </a:lnTo>
                  <a:lnTo>
                    <a:pt x="2873" y="296"/>
                  </a:lnTo>
                  <a:lnTo>
                    <a:pt x="2873" y="288"/>
                  </a:lnTo>
                  <a:lnTo>
                    <a:pt x="2861" y="275"/>
                  </a:lnTo>
                  <a:lnTo>
                    <a:pt x="2852" y="260"/>
                  </a:lnTo>
                  <a:lnTo>
                    <a:pt x="2847" y="240"/>
                  </a:lnTo>
                  <a:lnTo>
                    <a:pt x="2842" y="221"/>
                  </a:lnTo>
                  <a:lnTo>
                    <a:pt x="2838" y="200"/>
                  </a:lnTo>
                  <a:lnTo>
                    <a:pt x="2861" y="193"/>
                  </a:lnTo>
                  <a:lnTo>
                    <a:pt x="2886" y="188"/>
                  </a:lnTo>
                  <a:lnTo>
                    <a:pt x="2893" y="204"/>
                  </a:lnTo>
                  <a:lnTo>
                    <a:pt x="2896" y="204"/>
                  </a:lnTo>
                  <a:lnTo>
                    <a:pt x="2900" y="188"/>
                  </a:lnTo>
                  <a:lnTo>
                    <a:pt x="2903" y="171"/>
                  </a:lnTo>
                  <a:lnTo>
                    <a:pt x="2908" y="153"/>
                  </a:lnTo>
                  <a:lnTo>
                    <a:pt x="2924" y="144"/>
                  </a:lnTo>
                  <a:lnTo>
                    <a:pt x="2936" y="134"/>
                  </a:lnTo>
                  <a:lnTo>
                    <a:pt x="2950" y="123"/>
                  </a:lnTo>
                  <a:lnTo>
                    <a:pt x="2964" y="117"/>
                  </a:lnTo>
                  <a:lnTo>
                    <a:pt x="2980" y="111"/>
                  </a:lnTo>
                  <a:lnTo>
                    <a:pt x="3001" y="111"/>
                  </a:lnTo>
                  <a:lnTo>
                    <a:pt x="3003" y="104"/>
                  </a:lnTo>
                  <a:lnTo>
                    <a:pt x="3006" y="99"/>
                  </a:lnTo>
                  <a:lnTo>
                    <a:pt x="3008" y="94"/>
                  </a:lnTo>
                  <a:lnTo>
                    <a:pt x="3011" y="89"/>
                  </a:lnTo>
                  <a:lnTo>
                    <a:pt x="3022" y="89"/>
                  </a:lnTo>
                  <a:lnTo>
                    <a:pt x="3036" y="89"/>
                  </a:lnTo>
                  <a:lnTo>
                    <a:pt x="3050" y="89"/>
                  </a:lnTo>
                  <a:lnTo>
                    <a:pt x="3060" y="89"/>
                  </a:lnTo>
                  <a:lnTo>
                    <a:pt x="3065" y="89"/>
                  </a:lnTo>
                  <a:lnTo>
                    <a:pt x="3072" y="83"/>
                  </a:lnTo>
                  <a:lnTo>
                    <a:pt x="3079" y="78"/>
                  </a:lnTo>
                  <a:lnTo>
                    <a:pt x="3086" y="71"/>
                  </a:lnTo>
                  <a:lnTo>
                    <a:pt x="3092" y="66"/>
                  </a:lnTo>
                  <a:lnTo>
                    <a:pt x="3097" y="68"/>
                  </a:lnTo>
                  <a:lnTo>
                    <a:pt x="3100" y="68"/>
                  </a:lnTo>
                  <a:lnTo>
                    <a:pt x="3106" y="69"/>
                  </a:lnTo>
                  <a:lnTo>
                    <a:pt x="3111" y="69"/>
                  </a:lnTo>
                  <a:lnTo>
                    <a:pt x="3111" y="50"/>
                  </a:lnTo>
                  <a:lnTo>
                    <a:pt x="3126" y="43"/>
                  </a:lnTo>
                  <a:lnTo>
                    <a:pt x="3139" y="36"/>
                  </a:lnTo>
                  <a:lnTo>
                    <a:pt x="3151" y="27"/>
                  </a:lnTo>
                  <a:lnTo>
                    <a:pt x="3161" y="17"/>
                  </a:lnTo>
                  <a:lnTo>
                    <a:pt x="316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4" name="Freeform 11">
              <a:extLst>
                <a:ext uri="{FF2B5EF4-FFF2-40B4-BE49-F238E27FC236}">
                  <a16:creationId xmlns:a16="http://schemas.microsoft.com/office/drawing/2014/main" id="{406C1E01-CD6E-46B3-A695-AC87B97574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7088" y="1382713"/>
              <a:ext cx="4552950" cy="1549400"/>
            </a:xfrm>
            <a:custGeom>
              <a:avLst/>
              <a:gdLst>
                <a:gd name="T0" fmla="*/ 0 w 2868"/>
                <a:gd name="T1" fmla="*/ 276 h 976"/>
                <a:gd name="T2" fmla="*/ 1210 w 2868"/>
                <a:gd name="T3" fmla="*/ 237 h 976"/>
                <a:gd name="T4" fmla="*/ 1742 w 2868"/>
                <a:gd name="T5" fmla="*/ 276 h 976"/>
                <a:gd name="T6" fmla="*/ 2863 w 2868"/>
                <a:gd name="T7" fmla="*/ 190 h 976"/>
                <a:gd name="T8" fmla="*/ 2804 w 2868"/>
                <a:gd name="T9" fmla="*/ 223 h 976"/>
                <a:gd name="T10" fmla="*/ 194 w 2868"/>
                <a:gd name="T11" fmla="*/ 279 h 976"/>
                <a:gd name="T12" fmla="*/ 98 w 2868"/>
                <a:gd name="T13" fmla="*/ 202 h 976"/>
                <a:gd name="T14" fmla="*/ 138 w 2868"/>
                <a:gd name="T15" fmla="*/ 150 h 976"/>
                <a:gd name="T16" fmla="*/ 1685 w 2868"/>
                <a:gd name="T17" fmla="*/ 166 h 976"/>
                <a:gd name="T18" fmla="*/ 1631 w 2868"/>
                <a:gd name="T19" fmla="*/ 295 h 976"/>
                <a:gd name="T20" fmla="*/ 1620 w 2868"/>
                <a:gd name="T21" fmla="*/ 218 h 976"/>
                <a:gd name="T22" fmla="*/ 1569 w 2868"/>
                <a:gd name="T23" fmla="*/ 159 h 976"/>
                <a:gd name="T24" fmla="*/ 1632 w 2868"/>
                <a:gd name="T25" fmla="*/ 157 h 976"/>
                <a:gd name="T26" fmla="*/ 2615 w 2868"/>
                <a:gd name="T27" fmla="*/ 120 h 976"/>
                <a:gd name="T28" fmla="*/ 2090 w 2868"/>
                <a:gd name="T29" fmla="*/ 120 h 976"/>
                <a:gd name="T30" fmla="*/ 2739 w 2868"/>
                <a:gd name="T31" fmla="*/ 87 h 976"/>
                <a:gd name="T32" fmla="*/ 2765 w 2868"/>
                <a:gd name="T33" fmla="*/ 195 h 976"/>
                <a:gd name="T34" fmla="*/ 2704 w 2868"/>
                <a:gd name="T35" fmla="*/ 92 h 976"/>
                <a:gd name="T36" fmla="*/ 2158 w 2868"/>
                <a:gd name="T37" fmla="*/ 99 h 976"/>
                <a:gd name="T38" fmla="*/ 1786 w 2868"/>
                <a:gd name="T39" fmla="*/ 89 h 976"/>
                <a:gd name="T40" fmla="*/ 1681 w 2868"/>
                <a:gd name="T41" fmla="*/ 89 h 976"/>
                <a:gd name="T42" fmla="*/ 2186 w 2868"/>
                <a:gd name="T43" fmla="*/ 45 h 976"/>
                <a:gd name="T44" fmla="*/ 596 w 2868"/>
                <a:gd name="T45" fmla="*/ 92 h 976"/>
                <a:gd name="T46" fmla="*/ 384 w 2868"/>
                <a:gd name="T47" fmla="*/ 253 h 976"/>
                <a:gd name="T48" fmla="*/ 330 w 2868"/>
                <a:gd name="T49" fmla="*/ 316 h 976"/>
                <a:gd name="T50" fmla="*/ 321 w 2868"/>
                <a:gd name="T51" fmla="*/ 361 h 976"/>
                <a:gd name="T52" fmla="*/ 205 w 2868"/>
                <a:gd name="T53" fmla="*/ 335 h 976"/>
                <a:gd name="T54" fmla="*/ 253 w 2868"/>
                <a:gd name="T55" fmla="*/ 248 h 976"/>
                <a:gd name="T56" fmla="*/ 304 w 2868"/>
                <a:gd name="T57" fmla="*/ 197 h 976"/>
                <a:gd name="T58" fmla="*/ 311 w 2868"/>
                <a:gd name="T59" fmla="*/ 188 h 976"/>
                <a:gd name="T60" fmla="*/ 192 w 2868"/>
                <a:gd name="T61" fmla="*/ 168 h 976"/>
                <a:gd name="T62" fmla="*/ 161 w 2868"/>
                <a:gd name="T63" fmla="*/ 131 h 976"/>
                <a:gd name="T64" fmla="*/ 253 w 2868"/>
                <a:gd name="T65" fmla="*/ 92 h 976"/>
                <a:gd name="T66" fmla="*/ 323 w 2868"/>
                <a:gd name="T67" fmla="*/ 77 h 976"/>
                <a:gd name="T68" fmla="*/ 2107 w 2868"/>
                <a:gd name="T69" fmla="*/ 80 h 976"/>
                <a:gd name="T70" fmla="*/ 2090 w 2868"/>
                <a:gd name="T71" fmla="*/ 59 h 976"/>
                <a:gd name="T72" fmla="*/ 2147 w 2868"/>
                <a:gd name="T73" fmla="*/ 30 h 976"/>
                <a:gd name="T74" fmla="*/ 1048 w 2868"/>
                <a:gd name="T75" fmla="*/ 73 h 976"/>
                <a:gd name="T76" fmla="*/ 1076 w 2868"/>
                <a:gd name="T77" fmla="*/ 131 h 976"/>
                <a:gd name="T78" fmla="*/ 1294 w 2868"/>
                <a:gd name="T79" fmla="*/ 147 h 976"/>
                <a:gd name="T80" fmla="*/ 1196 w 2868"/>
                <a:gd name="T81" fmla="*/ 243 h 976"/>
                <a:gd name="T82" fmla="*/ 1224 w 2868"/>
                <a:gd name="T83" fmla="*/ 353 h 976"/>
                <a:gd name="T84" fmla="*/ 1198 w 2868"/>
                <a:gd name="T85" fmla="*/ 415 h 976"/>
                <a:gd name="T86" fmla="*/ 1192 w 2868"/>
                <a:gd name="T87" fmla="*/ 490 h 976"/>
                <a:gd name="T88" fmla="*/ 1140 w 2868"/>
                <a:gd name="T89" fmla="*/ 538 h 976"/>
                <a:gd name="T90" fmla="*/ 1091 w 2868"/>
                <a:gd name="T91" fmla="*/ 602 h 976"/>
                <a:gd name="T92" fmla="*/ 1048 w 2868"/>
                <a:gd name="T93" fmla="*/ 696 h 976"/>
                <a:gd name="T94" fmla="*/ 911 w 2868"/>
                <a:gd name="T95" fmla="*/ 784 h 976"/>
                <a:gd name="T96" fmla="*/ 861 w 2868"/>
                <a:gd name="T97" fmla="*/ 932 h 976"/>
                <a:gd name="T98" fmla="*/ 740 w 2868"/>
                <a:gd name="T99" fmla="*/ 862 h 976"/>
                <a:gd name="T100" fmla="*/ 714 w 2868"/>
                <a:gd name="T101" fmla="*/ 806 h 976"/>
                <a:gd name="T102" fmla="*/ 718 w 2868"/>
                <a:gd name="T103" fmla="*/ 641 h 976"/>
                <a:gd name="T104" fmla="*/ 672 w 2868"/>
                <a:gd name="T105" fmla="*/ 576 h 976"/>
                <a:gd name="T106" fmla="*/ 466 w 2868"/>
                <a:gd name="T107" fmla="*/ 374 h 976"/>
                <a:gd name="T108" fmla="*/ 447 w 2868"/>
                <a:gd name="T109" fmla="*/ 290 h 976"/>
                <a:gd name="T110" fmla="*/ 592 w 2868"/>
                <a:gd name="T111" fmla="*/ 140 h 976"/>
                <a:gd name="T112" fmla="*/ 711 w 2868"/>
                <a:gd name="T113" fmla="*/ 112 h 976"/>
                <a:gd name="T114" fmla="*/ 833 w 2868"/>
                <a:gd name="T115" fmla="*/ 80 h 976"/>
                <a:gd name="T116" fmla="*/ 896 w 2868"/>
                <a:gd name="T117" fmla="*/ 44 h 976"/>
                <a:gd name="T118" fmla="*/ 2706 w 2868"/>
                <a:gd name="T119" fmla="*/ 31 h 976"/>
                <a:gd name="T120" fmla="*/ 2641 w 2868"/>
                <a:gd name="T121" fmla="*/ 80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68" h="976">
                  <a:moveTo>
                    <a:pt x="7" y="243"/>
                  </a:moveTo>
                  <a:lnTo>
                    <a:pt x="25" y="248"/>
                  </a:lnTo>
                  <a:lnTo>
                    <a:pt x="37" y="257"/>
                  </a:lnTo>
                  <a:lnTo>
                    <a:pt x="47" y="265"/>
                  </a:lnTo>
                  <a:lnTo>
                    <a:pt x="58" y="276"/>
                  </a:lnTo>
                  <a:lnTo>
                    <a:pt x="68" y="284"/>
                  </a:lnTo>
                  <a:lnTo>
                    <a:pt x="68" y="281"/>
                  </a:lnTo>
                  <a:lnTo>
                    <a:pt x="74" y="281"/>
                  </a:lnTo>
                  <a:lnTo>
                    <a:pt x="74" y="284"/>
                  </a:lnTo>
                  <a:lnTo>
                    <a:pt x="75" y="288"/>
                  </a:lnTo>
                  <a:lnTo>
                    <a:pt x="79" y="293"/>
                  </a:lnTo>
                  <a:lnTo>
                    <a:pt x="81" y="300"/>
                  </a:lnTo>
                  <a:lnTo>
                    <a:pt x="74" y="300"/>
                  </a:lnTo>
                  <a:lnTo>
                    <a:pt x="70" y="300"/>
                  </a:lnTo>
                  <a:lnTo>
                    <a:pt x="70" y="302"/>
                  </a:lnTo>
                  <a:lnTo>
                    <a:pt x="68" y="302"/>
                  </a:lnTo>
                  <a:lnTo>
                    <a:pt x="65" y="302"/>
                  </a:lnTo>
                  <a:lnTo>
                    <a:pt x="61" y="304"/>
                  </a:lnTo>
                  <a:lnTo>
                    <a:pt x="47" y="293"/>
                  </a:lnTo>
                  <a:lnTo>
                    <a:pt x="33" y="288"/>
                  </a:lnTo>
                  <a:lnTo>
                    <a:pt x="16" y="284"/>
                  </a:lnTo>
                  <a:lnTo>
                    <a:pt x="0" y="276"/>
                  </a:lnTo>
                  <a:lnTo>
                    <a:pt x="6" y="271"/>
                  </a:lnTo>
                  <a:lnTo>
                    <a:pt x="7" y="265"/>
                  </a:lnTo>
                  <a:lnTo>
                    <a:pt x="6" y="260"/>
                  </a:lnTo>
                  <a:lnTo>
                    <a:pt x="6" y="253"/>
                  </a:lnTo>
                  <a:lnTo>
                    <a:pt x="7" y="243"/>
                  </a:lnTo>
                  <a:close/>
                  <a:moveTo>
                    <a:pt x="1222" y="236"/>
                  </a:moveTo>
                  <a:lnTo>
                    <a:pt x="1226" y="236"/>
                  </a:lnTo>
                  <a:lnTo>
                    <a:pt x="1229" y="237"/>
                  </a:lnTo>
                  <a:lnTo>
                    <a:pt x="1231" y="239"/>
                  </a:lnTo>
                  <a:lnTo>
                    <a:pt x="1233" y="241"/>
                  </a:lnTo>
                  <a:lnTo>
                    <a:pt x="1234" y="243"/>
                  </a:lnTo>
                  <a:lnTo>
                    <a:pt x="1234" y="244"/>
                  </a:lnTo>
                  <a:lnTo>
                    <a:pt x="1234" y="246"/>
                  </a:lnTo>
                  <a:lnTo>
                    <a:pt x="1236" y="250"/>
                  </a:lnTo>
                  <a:lnTo>
                    <a:pt x="1229" y="250"/>
                  </a:lnTo>
                  <a:lnTo>
                    <a:pt x="1226" y="251"/>
                  </a:lnTo>
                  <a:lnTo>
                    <a:pt x="1222" y="251"/>
                  </a:lnTo>
                  <a:lnTo>
                    <a:pt x="1219" y="253"/>
                  </a:lnTo>
                  <a:lnTo>
                    <a:pt x="1213" y="253"/>
                  </a:lnTo>
                  <a:lnTo>
                    <a:pt x="1213" y="250"/>
                  </a:lnTo>
                  <a:lnTo>
                    <a:pt x="1210" y="250"/>
                  </a:lnTo>
                  <a:lnTo>
                    <a:pt x="1210" y="237"/>
                  </a:lnTo>
                  <a:lnTo>
                    <a:pt x="1215" y="237"/>
                  </a:lnTo>
                  <a:lnTo>
                    <a:pt x="1220" y="236"/>
                  </a:lnTo>
                  <a:lnTo>
                    <a:pt x="1222" y="236"/>
                  </a:lnTo>
                  <a:close/>
                  <a:moveTo>
                    <a:pt x="61" y="227"/>
                  </a:moveTo>
                  <a:lnTo>
                    <a:pt x="77" y="227"/>
                  </a:lnTo>
                  <a:lnTo>
                    <a:pt x="77" y="230"/>
                  </a:lnTo>
                  <a:lnTo>
                    <a:pt x="74" y="230"/>
                  </a:lnTo>
                  <a:lnTo>
                    <a:pt x="70" y="230"/>
                  </a:lnTo>
                  <a:lnTo>
                    <a:pt x="68" y="232"/>
                  </a:lnTo>
                  <a:lnTo>
                    <a:pt x="67" y="232"/>
                  </a:lnTo>
                  <a:lnTo>
                    <a:pt x="67" y="232"/>
                  </a:lnTo>
                  <a:lnTo>
                    <a:pt x="65" y="232"/>
                  </a:lnTo>
                  <a:lnTo>
                    <a:pt x="63" y="230"/>
                  </a:lnTo>
                  <a:lnTo>
                    <a:pt x="61" y="227"/>
                  </a:lnTo>
                  <a:close/>
                  <a:moveTo>
                    <a:pt x="1716" y="202"/>
                  </a:moveTo>
                  <a:lnTo>
                    <a:pt x="1728" y="202"/>
                  </a:lnTo>
                  <a:lnTo>
                    <a:pt x="1732" y="216"/>
                  </a:lnTo>
                  <a:lnTo>
                    <a:pt x="1735" y="225"/>
                  </a:lnTo>
                  <a:lnTo>
                    <a:pt x="1742" y="229"/>
                  </a:lnTo>
                  <a:lnTo>
                    <a:pt x="1754" y="234"/>
                  </a:lnTo>
                  <a:lnTo>
                    <a:pt x="1749" y="255"/>
                  </a:lnTo>
                  <a:lnTo>
                    <a:pt x="1742" y="276"/>
                  </a:lnTo>
                  <a:lnTo>
                    <a:pt x="1732" y="291"/>
                  </a:lnTo>
                  <a:lnTo>
                    <a:pt x="1732" y="272"/>
                  </a:lnTo>
                  <a:lnTo>
                    <a:pt x="1709" y="272"/>
                  </a:lnTo>
                  <a:lnTo>
                    <a:pt x="1711" y="250"/>
                  </a:lnTo>
                  <a:lnTo>
                    <a:pt x="1713" y="229"/>
                  </a:lnTo>
                  <a:lnTo>
                    <a:pt x="1716" y="202"/>
                  </a:lnTo>
                  <a:close/>
                  <a:moveTo>
                    <a:pt x="2819" y="157"/>
                  </a:moveTo>
                  <a:lnTo>
                    <a:pt x="2823" y="157"/>
                  </a:lnTo>
                  <a:lnTo>
                    <a:pt x="2823" y="161"/>
                  </a:lnTo>
                  <a:lnTo>
                    <a:pt x="2824" y="166"/>
                  </a:lnTo>
                  <a:lnTo>
                    <a:pt x="2826" y="168"/>
                  </a:lnTo>
                  <a:lnTo>
                    <a:pt x="2828" y="171"/>
                  </a:lnTo>
                  <a:lnTo>
                    <a:pt x="2830" y="173"/>
                  </a:lnTo>
                  <a:lnTo>
                    <a:pt x="2833" y="176"/>
                  </a:lnTo>
                  <a:lnTo>
                    <a:pt x="2837" y="173"/>
                  </a:lnTo>
                  <a:lnTo>
                    <a:pt x="2838" y="169"/>
                  </a:lnTo>
                  <a:lnTo>
                    <a:pt x="2840" y="168"/>
                  </a:lnTo>
                  <a:lnTo>
                    <a:pt x="2844" y="168"/>
                  </a:lnTo>
                  <a:lnTo>
                    <a:pt x="2849" y="166"/>
                  </a:lnTo>
                  <a:lnTo>
                    <a:pt x="2852" y="176"/>
                  </a:lnTo>
                  <a:lnTo>
                    <a:pt x="2858" y="183"/>
                  </a:lnTo>
                  <a:lnTo>
                    <a:pt x="2863" y="190"/>
                  </a:lnTo>
                  <a:lnTo>
                    <a:pt x="2866" y="199"/>
                  </a:lnTo>
                  <a:lnTo>
                    <a:pt x="2868" y="211"/>
                  </a:lnTo>
                  <a:lnTo>
                    <a:pt x="2868" y="213"/>
                  </a:lnTo>
                  <a:lnTo>
                    <a:pt x="2866" y="215"/>
                  </a:lnTo>
                  <a:lnTo>
                    <a:pt x="2866" y="216"/>
                  </a:lnTo>
                  <a:lnTo>
                    <a:pt x="2866" y="218"/>
                  </a:lnTo>
                  <a:lnTo>
                    <a:pt x="2866" y="220"/>
                  </a:lnTo>
                  <a:lnTo>
                    <a:pt x="2865" y="223"/>
                  </a:lnTo>
                  <a:lnTo>
                    <a:pt x="2854" y="230"/>
                  </a:lnTo>
                  <a:lnTo>
                    <a:pt x="2838" y="237"/>
                  </a:lnTo>
                  <a:lnTo>
                    <a:pt x="2819" y="241"/>
                  </a:lnTo>
                  <a:lnTo>
                    <a:pt x="2800" y="244"/>
                  </a:lnTo>
                  <a:lnTo>
                    <a:pt x="2784" y="246"/>
                  </a:lnTo>
                  <a:lnTo>
                    <a:pt x="2786" y="237"/>
                  </a:lnTo>
                  <a:lnTo>
                    <a:pt x="2788" y="234"/>
                  </a:lnTo>
                  <a:lnTo>
                    <a:pt x="2790" y="230"/>
                  </a:lnTo>
                  <a:lnTo>
                    <a:pt x="2791" y="229"/>
                  </a:lnTo>
                  <a:lnTo>
                    <a:pt x="2793" y="229"/>
                  </a:lnTo>
                  <a:lnTo>
                    <a:pt x="2797" y="227"/>
                  </a:lnTo>
                  <a:lnTo>
                    <a:pt x="2798" y="227"/>
                  </a:lnTo>
                  <a:lnTo>
                    <a:pt x="2800" y="225"/>
                  </a:lnTo>
                  <a:lnTo>
                    <a:pt x="2804" y="223"/>
                  </a:lnTo>
                  <a:lnTo>
                    <a:pt x="2809" y="209"/>
                  </a:lnTo>
                  <a:lnTo>
                    <a:pt x="2809" y="195"/>
                  </a:lnTo>
                  <a:lnTo>
                    <a:pt x="2807" y="182"/>
                  </a:lnTo>
                  <a:lnTo>
                    <a:pt x="2810" y="171"/>
                  </a:lnTo>
                  <a:lnTo>
                    <a:pt x="2819" y="161"/>
                  </a:lnTo>
                  <a:lnTo>
                    <a:pt x="2819" y="157"/>
                  </a:lnTo>
                  <a:close/>
                  <a:moveTo>
                    <a:pt x="142" y="150"/>
                  </a:moveTo>
                  <a:lnTo>
                    <a:pt x="161" y="171"/>
                  </a:lnTo>
                  <a:lnTo>
                    <a:pt x="185" y="187"/>
                  </a:lnTo>
                  <a:lnTo>
                    <a:pt x="215" y="199"/>
                  </a:lnTo>
                  <a:lnTo>
                    <a:pt x="217" y="216"/>
                  </a:lnTo>
                  <a:lnTo>
                    <a:pt x="222" y="229"/>
                  </a:lnTo>
                  <a:lnTo>
                    <a:pt x="227" y="236"/>
                  </a:lnTo>
                  <a:lnTo>
                    <a:pt x="234" y="243"/>
                  </a:lnTo>
                  <a:lnTo>
                    <a:pt x="241" y="253"/>
                  </a:lnTo>
                  <a:lnTo>
                    <a:pt x="229" y="255"/>
                  </a:lnTo>
                  <a:lnTo>
                    <a:pt x="217" y="257"/>
                  </a:lnTo>
                  <a:lnTo>
                    <a:pt x="206" y="262"/>
                  </a:lnTo>
                  <a:lnTo>
                    <a:pt x="199" y="269"/>
                  </a:lnTo>
                  <a:lnTo>
                    <a:pt x="198" y="272"/>
                  </a:lnTo>
                  <a:lnTo>
                    <a:pt x="196" y="276"/>
                  </a:lnTo>
                  <a:lnTo>
                    <a:pt x="194" y="279"/>
                  </a:lnTo>
                  <a:lnTo>
                    <a:pt x="192" y="281"/>
                  </a:lnTo>
                  <a:lnTo>
                    <a:pt x="189" y="284"/>
                  </a:lnTo>
                  <a:lnTo>
                    <a:pt x="178" y="286"/>
                  </a:lnTo>
                  <a:lnTo>
                    <a:pt x="163" y="288"/>
                  </a:lnTo>
                  <a:lnTo>
                    <a:pt x="145" y="286"/>
                  </a:lnTo>
                  <a:lnTo>
                    <a:pt x="131" y="284"/>
                  </a:lnTo>
                  <a:lnTo>
                    <a:pt x="128" y="274"/>
                  </a:lnTo>
                  <a:lnTo>
                    <a:pt x="126" y="267"/>
                  </a:lnTo>
                  <a:lnTo>
                    <a:pt x="124" y="262"/>
                  </a:lnTo>
                  <a:lnTo>
                    <a:pt x="119" y="253"/>
                  </a:lnTo>
                  <a:lnTo>
                    <a:pt x="142" y="246"/>
                  </a:lnTo>
                  <a:lnTo>
                    <a:pt x="142" y="243"/>
                  </a:lnTo>
                  <a:lnTo>
                    <a:pt x="124" y="241"/>
                  </a:lnTo>
                  <a:lnTo>
                    <a:pt x="112" y="237"/>
                  </a:lnTo>
                  <a:lnTo>
                    <a:pt x="103" y="230"/>
                  </a:lnTo>
                  <a:lnTo>
                    <a:pt x="102" y="225"/>
                  </a:lnTo>
                  <a:lnTo>
                    <a:pt x="98" y="220"/>
                  </a:lnTo>
                  <a:lnTo>
                    <a:pt x="96" y="215"/>
                  </a:lnTo>
                  <a:lnTo>
                    <a:pt x="96" y="209"/>
                  </a:lnTo>
                  <a:lnTo>
                    <a:pt x="96" y="206"/>
                  </a:lnTo>
                  <a:lnTo>
                    <a:pt x="96" y="202"/>
                  </a:lnTo>
                  <a:lnTo>
                    <a:pt x="98" y="202"/>
                  </a:lnTo>
                  <a:lnTo>
                    <a:pt x="100" y="201"/>
                  </a:lnTo>
                  <a:lnTo>
                    <a:pt x="102" y="201"/>
                  </a:lnTo>
                  <a:lnTo>
                    <a:pt x="103" y="201"/>
                  </a:lnTo>
                  <a:lnTo>
                    <a:pt x="107" y="199"/>
                  </a:lnTo>
                  <a:lnTo>
                    <a:pt x="109" y="194"/>
                  </a:lnTo>
                  <a:lnTo>
                    <a:pt x="109" y="188"/>
                  </a:lnTo>
                  <a:lnTo>
                    <a:pt x="109" y="185"/>
                  </a:lnTo>
                  <a:lnTo>
                    <a:pt x="110" y="183"/>
                  </a:lnTo>
                  <a:lnTo>
                    <a:pt x="112" y="180"/>
                  </a:lnTo>
                  <a:lnTo>
                    <a:pt x="114" y="180"/>
                  </a:lnTo>
                  <a:lnTo>
                    <a:pt x="116" y="178"/>
                  </a:lnTo>
                  <a:lnTo>
                    <a:pt x="117" y="178"/>
                  </a:lnTo>
                  <a:lnTo>
                    <a:pt x="119" y="178"/>
                  </a:lnTo>
                  <a:lnTo>
                    <a:pt x="122" y="176"/>
                  </a:lnTo>
                  <a:lnTo>
                    <a:pt x="124" y="169"/>
                  </a:lnTo>
                  <a:lnTo>
                    <a:pt x="126" y="164"/>
                  </a:lnTo>
                  <a:lnTo>
                    <a:pt x="128" y="159"/>
                  </a:lnTo>
                  <a:lnTo>
                    <a:pt x="131" y="154"/>
                  </a:lnTo>
                  <a:lnTo>
                    <a:pt x="133" y="152"/>
                  </a:lnTo>
                  <a:lnTo>
                    <a:pt x="135" y="152"/>
                  </a:lnTo>
                  <a:lnTo>
                    <a:pt x="136" y="150"/>
                  </a:lnTo>
                  <a:lnTo>
                    <a:pt x="138" y="150"/>
                  </a:lnTo>
                  <a:lnTo>
                    <a:pt x="142" y="150"/>
                  </a:lnTo>
                  <a:close/>
                  <a:moveTo>
                    <a:pt x="1172" y="131"/>
                  </a:moveTo>
                  <a:lnTo>
                    <a:pt x="1177" y="133"/>
                  </a:lnTo>
                  <a:lnTo>
                    <a:pt x="1182" y="134"/>
                  </a:lnTo>
                  <a:lnTo>
                    <a:pt x="1185" y="136"/>
                  </a:lnTo>
                  <a:lnTo>
                    <a:pt x="1191" y="138"/>
                  </a:lnTo>
                  <a:lnTo>
                    <a:pt x="1191" y="143"/>
                  </a:lnTo>
                  <a:lnTo>
                    <a:pt x="1192" y="147"/>
                  </a:lnTo>
                  <a:lnTo>
                    <a:pt x="1192" y="150"/>
                  </a:lnTo>
                  <a:lnTo>
                    <a:pt x="1194" y="154"/>
                  </a:lnTo>
                  <a:lnTo>
                    <a:pt x="1182" y="154"/>
                  </a:lnTo>
                  <a:lnTo>
                    <a:pt x="1180" y="150"/>
                  </a:lnTo>
                  <a:lnTo>
                    <a:pt x="1178" y="147"/>
                  </a:lnTo>
                  <a:lnTo>
                    <a:pt x="1175" y="143"/>
                  </a:lnTo>
                  <a:lnTo>
                    <a:pt x="1173" y="141"/>
                  </a:lnTo>
                  <a:lnTo>
                    <a:pt x="1173" y="136"/>
                  </a:lnTo>
                  <a:lnTo>
                    <a:pt x="1172" y="131"/>
                  </a:lnTo>
                  <a:close/>
                  <a:moveTo>
                    <a:pt x="1658" y="108"/>
                  </a:moveTo>
                  <a:lnTo>
                    <a:pt x="1664" y="117"/>
                  </a:lnTo>
                  <a:lnTo>
                    <a:pt x="1669" y="134"/>
                  </a:lnTo>
                  <a:lnTo>
                    <a:pt x="1676" y="150"/>
                  </a:lnTo>
                  <a:lnTo>
                    <a:pt x="1685" y="166"/>
                  </a:lnTo>
                  <a:lnTo>
                    <a:pt x="1690" y="173"/>
                  </a:lnTo>
                  <a:lnTo>
                    <a:pt x="1693" y="169"/>
                  </a:lnTo>
                  <a:lnTo>
                    <a:pt x="1695" y="168"/>
                  </a:lnTo>
                  <a:lnTo>
                    <a:pt x="1699" y="168"/>
                  </a:lnTo>
                  <a:lnTo>
                    <a:pt x="1702" y="166"/>
                  </a:lnTo>
                  <a:lnTo>
                    <a:pt x="1709" y="166"/>
                  </a:lnTo>
                  <a:lnTo>
                    <a:pt x="1709" y="169"/>
                  </a:lnTo>
                  <a:lnTo>
                    <a:pt x="1713" y="169"/>
                  </a:lnTo>
                  <a:lnTo>
                    <a:pt x="1713" y="180"/>
                  </a:lnTo>
                  <a:lnTo>
                    <a:pt x="1686" y="183"/>
                  </a:lnTo>
                  <a:lnTo>
                    <a:pt x="1683" y="211"/>
                  </a:lnTo>
                  <a:lnTo>
                    <a:pt x="1674" y="234"/>
                  </a:lnTo>
                  <a:lnTo>
                    <a:pt x="1667" y="257"/>
                  </a:lnTo>
                  <a:lnTo>
                    <a:pt x="1664" y="276"/>
                  </a:lnTo>
                  <a:lnTo>
                    <a:pt x="1662" y="295"/>
                  </a:lnTo>
                  <a:lnTo>
                    <a:pt x="1662" y="311"/>
                  </a:lnTo>
                  <a:lnTo>
                    <a:pt x="1658" y="326"/>
                  </a:lnTo>
                  <a:lnTo>
                    <a:pt x="1655" y="326"/>
                  </a:lnTo>
                  <a:lnTo>
                    <a:pt x="1655" y="323"/>
                  </a:lnTo>
                  <a:lnTo>
                    <a:pt x="1650" y="316"/>
                  </a:lnTo>
                  <a:lnTo>
                    <a:pt x="1641" y="307"/>
                  </a:lnTo>
                  <a:lnTo>
                    <a:pt x="1631" y="295"/>
                  </a:lnTo>
                  <a:lnTo>
                    <a:pt x="1622" y="283"/>
                  </a:lnTo>
                  <a:lnTo>
                    <a:pt x="1615" y="271"/>
                  </a:lnTo>
                  <a:lnTo>
                    <a:pt x="1611" y="260"/>
                  </a:lnTo>
                  <a:lnTo>
                    <a:pt x="1613" y="253"/>
                  </a:lnTo>
                  <a:lnTo>
                    <a:pt x="1617" y="251"/>
                  </a:lnTo>
                  <a:lnTo>
                    <a:pt x="1620" y="251"/>
                  </a:lnTo>
                  <a:lnTo>
                    <a:pt x="1622" y="251"/>
                  </a:lnTo>
                  <a:lnTo>
                    <a:pt x="1624" y="251"/>
                  </a:lnTo>
                  <a:lnTo>
                    <a:pt x="1625" y="251"/>
                  </a:lnTo>
                  <a:lnTo>
                    <a:pt x="1627" y="251"/>
                  </a:lnTo>
                  <a:lnTo>
                    <a:pt x="1629" y="250"/>
                  </a:lnTo>
                  <a:lnTo>
                    <a:pt x="1632" y="246"/>
                  </a:lnTo>
                  <a:lnTo>
                    <a:pt x="1629" y="246"/>
                  </a:lnTo>
                  <a:lnTo>
                    <a:pt x="1629" y="243"/>
                  </a:lnTo>
                  <a:lnTo>
                    <a:pt x="1613" y="241"/>
                  </a:lnTo>
                  <a:lnTo>
                    <a:pt x="1604" y="236"/>
                  </a:lnTo>
                  <a:lnTo>
                    <a:pt x="1597" y="227"/>
                  </a:lnTo>
                  <a:lnTo>
                    <a:pt x="1604" y="225"/>
                  </a:lnTo>
                  <a:lnTo>
                    <a:pt x="1610" y="223"/>
                  </a:lnTo>
                  <a:lnTo>
                    <a:pt x="1613" y="222"/>
                  </a:lnTo>
                  <a:lnTo>
                    <a:pt x="1617" y="220"/>
                  </a:lnTo>
                  <a:lnTo>
                    <a:pt x="1620" y="218"/>
                  </a:lnTo>
                  <a:lnTo>
                    <a:pt x="1624" y="215"/>
                  </a:lnTo>
                  <a:lnTo>
                    <a:pt x="1624" y="211"/>
                  </a:lnTo>
                  <a:lnTo>
                    <a:pt x="1610" y="211"/>
                  </a:lnTo>
                  <a:lnTo>
                    <a:pt x="1606" y="213"/>
                  </a:lnTo>
                  <a:lnTo>
                    <a:pt x="1603" y="213"/>
                  </a:lnTo>
                  <a:lnTo>
                    <a:pt x="1599" y="215"/>
                  </a:lnTo>
                  <a:lnTo>
                    <a:pt x="1594" y="215"/>
                  </a:lnTo>
                  <a:lnTo>
                    <a:pt x="1585" y="199"/>
                  </a:lnTo>
                  <a:lnTo>
                    <a:pt x="1575" y="183"/>
                  </a:lnTo>
                  <a:lnTo>
                    <a:pt x="1576" y="178"/>
                  </a:lnTo>
                  <a:lnTo>
                    <a:pt x="1576" y="175"/>
                  </a:lnTo>
                  <a:lnTo>
                    <a:pt x="1578" y="173"/>
                  </a:lnTo>
                  <a:lnTo>
                    <a:pt x="1580" y="169"/>
                  </a:lnTo>
                  <a:lnTo>
                    <a:pt x="1580" y="166"/>
                  </a:lnTo>
                  <a:lnTo>
                    <a:pt x="1582" y="161"/>
                  </a:lnTo>
                  <a:lnTo>
                    <a:pt x="1578" y="161"/>
                  </a:lnTo>
                  <a:lnTo>
                    <a:pt x="1578" y="157"/>
                  </a:lnTo>
                  <a:lnTo>
                    <a:pt x="1575" y="159"/>
                  </a:lnTo>
                  <a:lnTo>
                    <a:pt x="1573" y="159"/>
                  </a:lnTo>
                  <a:lnTo>
                    <a:pt x="1571" y="159"/>
                  </a:lnTo>
                  <a:lnTo>
                    <a:pt x="1571" y="159"/>
                  </a:lnTo>
                  <a:lnTo>
                    <a:pt x="1569" y="159"/>
                  </a:lnTo>
                  <a:lnTo>
                    <a:pt x="1569" y="157"/>
                  </a:lnTo>
                  <a:lnTo>
                    <a:pt x="1566" y="154"/>
                  </a:lnTo>
                  <a:lnTo>
                    <a:pt x="1564" y="150"/>
                  </a:lnTo>
                  <a:lnTo>
                    <a:pt x="1562" y="147"/>
                  </a:lnTo>
                  <a:lnTo>
                    <a:pt x="1561" y="145"/>
                  </a:lnTo>
                  <a:lnTo>
                    <a:pt x="1561" y="140"/>
                  </a:lnTo>
                  <a:lnTo>
                    <a:pt x="1559" y="134"/>
                  </a:lnTo>
                  <a:lnTo>
                    <a:pt x="1578" y="122"/>
                  </a:lnTo>
                  <a:lnTo>
                    <a:pt x="1597" y="112"/>
                  </a:lnTo>
                  <a:lnTo>
                    <a:pt x="1599" y="117"/>
                  </a:lnTo>
                  <a:lnTo>
                    <a:pt x="1601" y="122"/>
                  </a:lnTo>
                  <a:lnTo>
                    <a:pt x="1603" y="124"/>
                  </a:lnTo>
                  <a:lnTo>
                    <a:pt x="1606" y="126"/>
                  </a:lnTo>
                  <a:lnTo>
                    <a:pt x="1608" y="126"/>
                  </a:lnTo>
                  <a:lnTo>
                    <a:pt x="1610" y="127"/>
                  </a:lnTo>
                  <a:lnTo>
                    <a:pt x="1613" y="129"/>
                  </a:lnTo>
                  <a:lnTo>
                    <a:pt x="1617" y="131"/>
                  </a:lnTo>
                  <a:lnTo>
                    <a:pt x="1620" y="141"/>
                  </a:lnTo>
                  <a:lnTo>
                    <a:pt x="1622" y="154"/>
                  </a:lnTo>
                  <a:lnTo>
                    <a:pt x="1624" y="166"/>
                  </a:lnTo>
                  <a:lnTo>
                    <a:pt x="1632" y="166"/>
                  </a:lnTo>
                  <a:lnTo>
                    <a:pt x="1632" y="157"/>
                  </a:lnTo>
                  <a:lnTo>
                    <a:pt x="1629" y="147"/>
                  </a:lnTo>
                  <a:lnTo>
                    <a:pt x="1629" y="134"/>
                  </a:lnTo>
                  <a:lnTo>
                    <a:pt x="1632" y="122"/>
                  </a:lnTo>
                  <a:lnTo>
                    <a:pt x="1636" y="112"/>
                  </a:lnTo>
                  <a:lnTo>
                    <a:pt x="1658" y="108"/>
                  </a:lnTo>
                  <a:close/>
                  <a:moveTo>
                    <a:pt x="2641" y="99"/>
                  </a:moveTo>
                  <a:lnTo>
                    <a:pt x="2646" y="103"/>
                  </a:lnTo>
                  <a:lnTo>
                    <a:pt x="2650" y="106"/>
                  </a:lnTo>
                  <a:lnTo>
                    <a:pt x="2655" y="106"/>
                  </a:lnTo>
                  <a:lnTo>
                    <a:pt x="2660" y="106"/>
                  </a:lnTo>
                  <a:lnTo>
                    <a:pt x="2669" y="108"/>
                  </a:lnTo>
                  <a:lnTo>
                    <a:pt x="2667" y="112"/>
                  </a:lnTo>
                  <a:lnTo>
                    <a:pt x="2667" y="113"/>
                  </a:lnTo>
                  <a:lnTo>
                    <a:pt x="2667" y="115"/>
                  </a:lnTo>
                  <a:lnTo>
                    <a:pt x="2666" y="117"/>
                  </a:lnTo>
                  <a:lnTo>
                    <a:pt x="2666" y="119"/>
                  </a:lnTo>
                  <a:lnTo>
                    <a:pt x="2653" y="126"/>
                  </a:lnTo>
                  <a:lnTo>
                    <a:pt x="2636" y="129"/>
                  </a:lnTo>
                  <a:lnTo>
                    <a:pt x="2618" y="131"/>
                  </a:lnTo>
                  <a:lnTo>
                    <a:pt x="2617" y="127"/>
                  </a:lnTo>
                  <a:lnTo>
                    <a:pt x="2617" y="124"/>
                  </a:lnTo>
                  <a:lnTo>
                    <a:pt x="2615" y="120"/>
                  </a:lnTo>
                  <a:lnTo>
                    <a:pt x="2615" y="115"/>
                  </a:lnTo>
                  <a:lnTo>
                    <a:pt x="2620" y="112"/>
                  </a:lnTo>
                  <a:lnTo>
                    <a:pt x="2624" y="108"/>
                  </a:lnTo>
                  <a:lnTo>
                    <a:pt x="2627" y="106"/>
                  </a:lnTo>
                  <a:lnTo>
                    <a:pt x="2631" y="103"/>
                  </a:lnTo>
                  <a:lnTo>
                    <a:pt x="2634" y="101"/>
                  </a:lnTo>
                  <a:lnTo>
                    <a:pt x="2641" y="99"/>
                  </a:lnTo>
                  <a:close/>
                  <a:moveTo>
                    <a:pt x="2104" y="99"/>
                  </a:moveTo>
                  <a:lnTo>
                    <a:pt x="2118" y="101"/>
                  </a:lnTo>
                  <a:lnTo>
                    <a:pt x="2128" y="106"/>
                  </a:lnTo>
                  <a:lnTo>
                    <a:pt x="2138" y="112"/>
                  </a:lnTo>
                  <a:lnTo>
                    <a:pt x="2135" y="115"/>
                  </a:lnTo>
                  <a:lnTo>
                    <a:pt x="2133" y="120"/>
                  </a:lnTo>
                  <a:lnTo>
                    <a:pt x="2130" y="122"/>
                  </a:lnTo>
                  <a:lnTo>
                    <a:pt x="2125" y="124"/>
                  </a:lnTo>
                  <a:lnTo>
                    <a:pt x="2119" y="126"/>
                  </a:lnTo>
                  <a:lnTo>
                    <a:pt x="2112" y="126"/>
                  </a:lnTo>
                  <a:lnTo>
                    <a:pt x="2107" y="129"/>
                  </a:lnTo>
                  <a:lnTo>
                    <a:pt x="2102" y="129"/>
                  </a:lnTo>
                  <a:lnTo>
                    <a:pt x="2097" y="131"/>
                  </a:lnTo>
                  <a:lnTo>
                    <a:pt x="2090" y="131"/>
                  </a:lnTo>
                  <a:lnTo>
                    <a:pt x="2090" y="120"/>
                  </a:lnTo>
                  <a:lnTo>
                    <a:pt x="2091" y="113"/>
                  </a:lnTo>
                  <a:lnTo>
                    <a:pt x="2098" y="108"/>
                  </a:lnTo>
                  <a:lnTo>
                    <a:pt x="2104" y="99"/>
                  </a:lnTo>
                  <a:close/>
                  <a:moveTo>
                    <a:pt x="765" y="99"/>
                  </a:moveTo>
                  <a:lnTo>
                    <a:pt x="779" y="99"/>
                  </a:lnTo>
                  <a:lnTo>
                    <a:pt x="782" y="108"/>
                  </a:lnTo>
                  <a:lnTo>
                    <a:pt x="786" y="113"/>
                  </a:lnTo>
                  <a:lnTo>
                    <a:pt x="789" y="120"/>
                  </a:lnTo>
                  <a:lnTo>
                    <a:pt x="791" y="131"/>
                  </a:lnTo>
                  <a:lnTo>
                    <a:pt x="788" y="131"/>
                  </a:lnTo>
                  <a:lnTo>
                    <a:pt x="777" y="124"/>
                  </a:lnTo>
                  <a:lnTo>
                    <a:pt x="770" y="117"/>
                  </a:lnTo>
                  <a:lnTo>
                    <a:pt x="765" y="110"/>
                  </a:lnTo>
                  <a:lnTo>
                    <a:pt x="765" y="99"/>
                  </a:lnTo>
                  <a:close/>
                  <a:moveTo>
                    <a:pt x="2734" y="77"/>
                  </a:moveTo>
                  <a:lnTo>
                    <a:pt x="2737" y="77"/>
                  </a:lnTo>
                  <a:lnTo>
                    <a:pt x="2741" y="79"/>
                  </a:lnTo>
                  <a:lnTo>
                    <a:pt x="2742" y="79"/>
                  </a:lnTo>
                  <a:lnTo>
                    <a:pt x="2744" y="79"/>
                  </a:lnTo>
                  <a:lnTo>
                    <a:pt x="2746" y="80"/>
                  </a:lnTo>
                  <a:lnTo>
                    <a:pt x="2742" y="84"/>
                  </a:lnTo>
                  <a:lnTo>
                    <a:pt x="2739" y="87"/>
                  </a:lnTo>
                  <a:lnTo>
                    <a:pt x="2737" y="92"/>
                  </a:lnTo>
                  <a:lnTo>
                    <a:pt x="2735" y="96"/>
                  </a:lnTo>
                  <a:lnTo>
                    <a:pt x="2734" y="103"/>
                  </a:lnTo>
                  <a:lnTo>
                    <a:pt x="2737" y="103"/>
                  </a:lnTo>
                  <a:lnTo>
                    <a:pt x="2741" y="98"/>
                  </a:lnTo>
                  <a:lnTo>
                    <a:pt x="2744" y="94"/>
                  </a:lnTo>
                  <a:lnTo>
                    <a:pt x="2748" y="91"/>
                  </a:lnTo>
                  <a:lnTo>
                    <a:pt x="2753" y="89"/>
                  </a:lnTo>
                  <a:lnTo>
                    <a:pt x="2763" y="99"/>
                  </a:lnTo>
                  <a:lnTo>
                    <a:pt x="2776" y="108"/>
                  </a:lnTo>
                  <a:lnTo>
                    <a:pt x="2784" y="115"/>
                  </a:lnTo>
                  <a:lnTo>
                    <a:pt x="2784" y="138"/>
                  </a:lnTo>
                  <a:lnTo>
                    <a:pt x="2790" y="143"/>
                  </a:lnTo>
                  <a:lnTo>
                    <a:pt x="2795" y="147"/>
                  </a:lnTo>
                  <a:lnTo>
                    <a:pt x="2800" y="148"/>
                  </a:lnTo>
                  <a:lnTo>
                    <a:pt x="2804" y="155"/>
                  </a:lnTo>
                  <a:lnTo>
                    <a:pt x="2807" y="169"/>
                  </a:lnTo>
                  <a:lnTo>
                    <a:pt x="2800" y="178"/>
                  </a:lnTo>
                  <a:lnTo>
                    <a:pt x="2797" y="187"/>
                  </a:lnTo>
                  <a:lnTo>
                    <a:pt x="2790" y="192"/>
                  </a:lnTo>
                  <a:lnTo>
                    <a:pt x="2781" y="194"/>
                  </a:lnTo>
                  <a:lnTo>
                    <a:pt x="2765" y="195"/>
                  </a:lnTo>
                  <a:lnTo>
                    <a:pt x="2753" y="185"/>
                  </a:lnTo>
                  <a:lnTo>
                    <a:pt x="2735" y="176"/>
                  </a:lnTo>
                  <a:lnTo>
                    <a:pt x="2716" y="171"/>
                  </a:lnTo>
                  <a:lnTo>
                    <a:pt x="2697" y="164"/>
                  </a:lnTo>
                  <a:lnTo>
                    <a:pt x="2680" y="157"/>
                  </a:lnTo>
                  <a:lnTo>
                    <a:pt x="2669" y="147"/>
                  </a:lnTo>
                  <a:lnTo>
                    <a:pt x="2676" y="143"/>
                  </a:lnTo>
                  <a:lnTo>
                    <a:pt x="2681" y="140"/>
                  </a:lnTo>
                  <a:lnTo>
                    <a:pt x="2685" y="136"/>
                  </a:lnTo>
                  <a:lnTo>
                    <a:pt x="2687" y="131"/>
                  </a:lnTo>
                  <a:lnTo>
                    <a:pt x="2688" y="122"/>
                  </a:lnTo>
                  <a:lnTo>
                    <a:pt x="2687" y="119"/>
                  </a:lnTo>
                  <a:lnTo>
                    <a:pt x="2685" y="113"/>
                  </a:lnTo>
                  <a:lnTo>
                    <a:pt x="2685" y="106"/>
                  </a:lnTo>
                  <a:lnTo>
                    <a:pt x="2685" y="99"/>
                  </a:lnTo>
                  <a:lnTo>
                    <a:pt x="2685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8" y="96"/>
                  </a:lnTo>
                  <a:lnTo>
                    <a:pt x="2704" y="92"/>
                  </a:lnTo>
                  <a:lnTo>
                    <a:pt x="2721" y="84"/>
                  </a:lnTo>
                  <a:lnTo>
                    <a:pt x="2734" y="77"/>
                  </a:lnTo>
                  <a:close/>
                  <a:moveTo>
                    <a:pt x="2512" y="73"/>
                  </a:moveTo>
                  <a:lnTo>
                    <a:pt x="2522" y="73"/>
                  </a:lnTo>
                  <a:lnTo>
                    <a:pt x="2536" y="87"/>
                  </a:lnTo>
                  <a:lnTo>
                    <a:pt x="2554" y="99"/>
                  </a:lnTo>
                  <a:lnTo>
                    <a:pt x="2554" y="103"/>
                  </a:lnTo>
                  <a:lnTo>
                    <a:pt x="2550" y="103"/>
                  </a:lnTo>
                  <a:lnTo>
                    <a:pt x="2550" y="108"/>
                  </a:lnTo>
                  <a:lnTo>
                    <a:pt x="2533" y="99"/>
                  </a:lnTo>
                  <a:lnTo>
                    <a:pt x="2521" y="87"/>
                  </a:lnTo>
                  <a:lnTo>
                    <a:pt x="2512" y="73"/>
                  </a:lnTo>
                  <a:close/>
                  <a:moveTo>
                    <a:pt x="2161" y="68"/>
                  </a:moveTo>
                  <a:lnTo>
                    <a:pt x="2175" y="72"/>
                  </a:lnTo>
                  <a:lnTo>
                    <a:pt x="2186" y="75"/>
                  </a:lnTo>
                  <a:lnTo>
                    <a:pt x="2196" y="80"/>
                  </a:lnTo>
                  <a:lnTo>
                    <a:pt x="2196" y="89"/>
                  </a:lnTo>
                  <a:lnTo>
                    <a:pt x="2187" y="91"/>
                  </a:lnTo>
                  <a:lnTo>
                    <a:pt x="2179" y="94"/>
                  </a:lnTo>
                  <a:lnTo>
                    <a:pt x="2166" y="96"/>
                  </a:lnTo>
                  <a:lnTo>
                    <a:pt x="2161" y="98"/>
                  </a:lnTo>
                  <a:lnTo>
                    <a:pt x="2158" y="99"/>
                  </a:lnTo>
                  <a:lnTo>
                    <a:pt x="2152" y="99"/>
                  </a:lnTo>
                  <a:lnTo>
                    <a:pt x="2147" y="99"/>
                  </a:lnTo>
                  <a:lnTo>
                    <a:pt x="2147" y="89"/>
                  </a:lnTo>
                  <a:lnTo>
                    <a:pt x="2151" y="84"/>
                  </a:lnTo>
                  <a:lnTo>
                    <a:pt x="2156" y="77"/>
                  </a:lnTo>
                  <a:lnTo>
                    <a:pt x="2161" y="68"/>
                  </a:lnTo>
                  <a:close/>
                  <a:moveTo>
                    <a:pt x="1735" y="58"/>
                  </a:moveTo>
                  <a:lnTo>
                    <a:pt x="1735" y="77"/>
                  </a:lnTo>
                  <a:lnTo>
                    <a:pt x="1742" y="77"/>
                  </a:lnTo>
                  <a:lnTo>
                    <a:pt x="1746" y="75"/>
                  </a:lnTo>
                  <a:lnTo>
                    <a:pt x="1749" y="75"/>
                  </a:lnTo>
                  <a:lnTo>
                    <a:pt x="1753" y="75"/>
                  </a:lnTo>
                  <a:lnTo>
                    <a:pt x="1754" y="75"/>
                  </a:lnTo>
                  <a:lnTo>
                    <a:pt x="1758" y="77"/>
                  </a:lnTo>
                  <a:lnTo>
                    <a:pt x="1763" y="80"/>
                  </a:lnTo>
                  <a:lnTo>
                    <a:pt x="1763" y="89"/>
                  </a:lnTo>
                  <a:lnTo>
                    <a:pt x="1767" y="91"/>
                  </a:lnTo>
                  <a:lnTo>
                    <a:pt x="1772" y="91"/>
                  </a:lnTo>
                  <a:lnTo>
                    <a:pt x="1775" y="89"/>
                  </a:lnTo>
                  <a:lnTo>
                    <a:pt x="1781" y="89"/>
                  </a:lnTo>
                  <a:lnTo>
                    <a:pt x="1782" y="87"/>
                  </a:lnTo>
                  <a:lnTo>
                    <a:pt x="1786" y="89"/>
                  </a:lnTo>
                  <a:lnTo>
                    <a:pt x="1789" y="92"/>
                  </a:lnTo>
                  <a:lnTo>
                    <a:pt x="1793" y="98"/>
                  </a:lnTo>
                  <a:lnTo>
                    <a:pt x="1796" y="103"/>
                  </a:lnTo>
                  <a:lnTo>
                    <a:pt x="1791" y="115"/>
                  </a:lnTo>
                  <a:lnTo>
                    <a:pt x="1786" y="127"/>
                  </a:lnTo>
                  <a:lnTo>
                    <a:pt x="1782" y="141"/>
                  </a:lnTo>
                  <a:lnTo>
                    <a:pt x="1770" y="141"/>
                  </a:lnTo>
                  <a:lnTo>
                    <a:pt x="1761" y="145"/>
                  </a:lnTo>
                  <a:lnTo>
                    <a:pt x="1753" y="150"/>
                  </a:lnTo>
                  <a:lnTo>
                    <a:pt x="1739" y="154"/>
                  </a:lnTo>
                  <a:lnTo>
                    <a:pt x="1730" y="147"/>
                  </a:lnTo>
                  <a:lnTo>
                    <a:pt x="1718" y="143"/>
                  </a:lnTo>
                  <a:lnTo>
                    <a:pt x="1706" y="138"/>
                  </a:lnTo>
                  <a:lnTo>
                    <a:pt x="1704" y="134"/>
                  </a:lnTo>
                  <a:lnTo>
                    <a:pt x="1704" y="131"/>
                  </a:lnTo>
                  <a:lnTo>
                    <a:pt x="1702" y="127"/>
                  </a:lnTo>
                  <a:lnTo>
                    <a:pt x="1700" y="122"/>
                  </a:lnTo>
                  <a:lnTo>
                    <a:pt x="1695" y="117"/>
                  </a:lnTo>
                  <a:lnTo>
                    <a:pt x="1690" y="112"/>
                  </a:lnTo>
                  <a:lnTo>
                    <a:pt x="1686" y="108"/>
                  </a:lnTo>
                  <a:lnTo>
                    <a:pt x="1683" y="101"/>
                  </a:lnTo>
                  <a:lnTo>
                    <a:pt x="1681" y="89"/>
                  </a:lnTo>
                  <a:lnTo>
                    <a:pt x="1688" y="80"/>
                  </a:lnTo>
                  <a:lnTo>
                    <a:pt x="1693" y="73"/>
                  </a:lnTo>
                  <a:lnTo>
                    <a:pt x="1700" y="73"/>
                  </a:lnTo>
                  <a:lnTo>
                    <a:pt x="1706" y="75"/>
                  </a:lnTo>
                  <a:lnTo>
                    <a:pt x="1713" y="77"/>
                  </a:lnTo>
                  <a:lnTo>
                    <a:pt x="1720" y="77"/>
                  </a:lnTo>
                  <a:lnTo>
                    <a:pt x="1720" y="65"/>
                  </a:lnTo>
                  <a:lnTo>
                    <a:pt x="1723" y="63"/>
                  </a:lnTo>
                  <a:lnTo>
                    <a:pt x="1727" y="61"/>
                  </a:lnTo>
                  <a:lnTo>
                    <a:pt x="1728" y="61"/>
                  </a:lnTo>
                  <a:lnTo>
                    <a:pt x="1732" y="59"/>
                  </a:lnTo>
                  <a:lnTo>
                    <a:pt x="1735" y="58"/>
                  </a:lnTo>
                  <a:close/>
                  <a:moveTo>
                    <a:pt x="2186" y="45"/>
                  </a:moveTo>
                  <a:lnTo>
                    <a:pt x="2200" y="45"/>
                  </a:lnTo>
                  <a:lnTo>
                    <a:pt x="2208" y="54"/>
                  </a:lnTo>
                  <a:lnTo>
                    <a:pt x="2217" y="59"/>
                  </a:lnTo>
                  <a:lnTo>
                    <a:pt x="2224" y="66"/>
                  </a:lnTo>
                  <a:lnTo>
                    <a:pt x="2231" y="77"/>
                  </a:lnTo>
                  <a:lnTo>
                    <a:pt x="2215" y="77"/>
                  </a:lnTo>
                  <a:lnTo>
                    <a:pt x="2205" y="66"/>
                  </a:lnTo>
                  <a:lnTo>
                    <a:pt x="2194" y="58"/>
                  </a:lnTo>
                  <a:lnTo>
                    <a:pt x="2186" y="45"/>
                  </a:lnTo>
                  <a:close/>
                  <a:moveTo>
                    <a:pt x="421" y="45"/>
                  </a:moveTo>
                  <a:lnTo>
                    <a:pt x="433" y="45"/>
                  </a:lnTo>
                  <a:lnTo>
                    <a:pt x="438" y="49"/>
                  </a:lnTo>
                  <a:lnTo>
                    <a:pt x="442" y="52"/>
                  </a:lnTo>
                  <a:lnTo>
                    <a:pt x="444" y="56"/>
                  </a:lnTo>
                  <a:lnTo>
                    <a:pt x="447" y="61"/>
                  </a:lnTo>
                  <a:lnTo>
                    <a:pt x="449" y="65"/>
                  </a:lnTo>
                  <a:lnTo>
                    <a:pt x="458" y="56"/>
                  </a:lnTo>
                  <a:lnTo>
                    <a:pt x="468" y="52"/>
                  </a:lnTo>
                  <a:lnTo>
                    <a:pt x="484" y="54"/>
                  </a:lnTo>
                  <a:lnTo>
                    <a:pt x="484" y="68"/>
                  </a:lnTo>
                  <a:lnTo>
                    <a:pt x="506" y="70"/>
                  </a:lnTo>
                  <a:lnTo>
                    <a:pt x="526" y="73"/>
                  </a:lnTo>
                  <a:lnTo>
                    <a:pt x="543" y="77"/>
                  </a:lnTo>
                  <a:lnTo>
                    <a:pt x="562" y="79"/>
                  </a:lnTo>
                  <a:lnTo>
                    <a:pt x="583" y="77"/>
                  </a:lnTo>
                  <a:lnTo>
                    <a:pt x="583" y="89"/>
                  </a:lnTo>
                  <a:lnTo>
                    <a:pt x="587" y="89"/>
                  </a:lnTo>
                  <a:lnTo>
                    <a:pt x="590" y="89"/>
                  </a:lnTo>
                  <a:lnTo>
                    <a:pt x="592" y="89"/>
                  </a:lnTo>
                  <a:lnTo>
                    <a:pt x="594" y="91"/>
                  </a:lnTo>
                  <a:lnTo>
                    <a:pt x="596" y="92"/>
                  </a:lnTo>
                  <a:lnTo>
                    <a:pt x="592" y="92"/>
                  </a:lnTo>
                  <a:lnTo>
                    <a:pt x="576" y="103"/>
                  </a:lnTo>
                  <a:lnTo>
                    <a:pt x="557" y="115"/>
                  </a:lnTo>
                  <a:lnTo>
                    <a:pt x="534" y="126"/>
                  </a:lnTo>
                  <a:lnTo>
                    <a:pt x="513" y="138"/>
                  </a:lnTo>
                  <a:lnTo>
                    <a:pt x="498" y="148"/>
                  </a:lnTo>
                  <a:lnTo>
                    <a:pt x="487" y="157"/>
                  </a:lnTo>
                  <a:lnTo>
                    <a:pt x="503" y="157"/>
                  </a:lnTo>
                  <a:lnTo>
                    <a:pt x="508" y="154"/>
                  </a:lnTo>
                  <a:lnTo>
                    <a:pt x="513" y="152"/>
                  </a:lnTo>
                  <a:lnTo>
                    <a:pt x="519" y="150"/>
                  </a:lnTo>
                  <a:lnTo>
                    <a:pt x="526" y="150"/>
                  </a:lnTo>
                  <a:lnTo>
                    <a:pt x="526" y="154"/>
                  </a:lnTo>
                  <a:lnTo>
                    <a:pt x="505" y="169"/>
                  </a:lnTo>
                  <a:lnTo>
                    <a:pt x="487" y="185"/>
                  </a:lnTo>
                  <a:lnTo>
                    <a:pt x="472" y="201"/>
                  </a:lnTo>
                  <a:lnTo>
                    <a:pt x="454" y="215"/>
                  </a:lnTo>
                  <a:lnTo>
                    <a:pt x="435" y="227"/>
                  </a:lnTo>
                  <a:lnTo>
                    <a:pt x="410" y="234"/>
                  </a:lnTo>
                  <a:lnTo>
                    <a:pt x="410" y="246"/>
                  </a:lnTo>
                  <a:lnTo>
                    <a:pt x="398" y="248"/>
                  </a:lnTo>
                  <a:lnTo>
                    <a:pt x="384" y="253"/>
                  </a:lnTo>
                  <a:lnTo>
                    <a:pt x="376" y="260"/>
                  </a:lnTo>
                  <a:lnTo>
                    <a:pt x="381" y="264"/>
                  </a:lnTo>
                  <a:lnTo>
                    <a:pt x="384" y="267"/>
                  </a:lnTo>
                  <a:lnTo>
                    <a:pt x="386" y="269"/>
                  </a:lnTo>
                  <a:lnTo>
                    <a:pt x="386" y="272"/>
                  </a:lnTo>
                  <a:lnTo>
                    <a:pt x="386" y="276"/>
                  </a:lnTo>
                  <a:lnTo>
                    <a:pt x="384" y="281"/>
                  </a:lnTo>
                  <a:lnTo>
                    <a:pt x="384" y="288"/>
                  </a:lnTo>
                  <a:lnTo>
                    <a:pt x="346" y="291"/>
                  </a:lnTo>
                  <a:lnTo>
                    <a:pt x="346" y="295"/>
                  </a:lnTo>
                  <a:lnTo>
                    <a:pt x="351" y="297"/>
                  </a:lnTo>
                  <a:lnTo>
                    <a:pt x="353" y="297"/>
                  </a:lnTo>
                  <a:lnTo>
                    <a:pt x="356" y="297"/>
                  </a:lnTo>
                  <a:lnTo>
                    <a:pt x="356" y="297"/>
                  </a:lnTo>
                  <a:lnTo>
                    <a:pt x="358" y="298"/>
                  </a:lnTo>
                  <a:lnTo>
                    <a:pt x="358" y="300"/>
                  </a:lnTo>
                  <a:lnTo>
                    <a:pt x="362" y="304"/>
                  </a:lnTo>
                  <a:lnTo>
                    <a:pt x="356" y="304"/>
                  </a:lnTo>
                  <a:lnTo>
                    <a:pt x="348" y="307"/>
                  </a:lnTo>
                  <a:lnTo>
                    <a:pt x="337" y="311"/>
                  </a:lnTo>
                  <a:lnTo>
                    <a:pt x="327" y="314"/>
                  </a:lnTo>
                  <a:lnTo>
                    <a:pt x="330" y="316"/>
                  </a:lnTo>
                  <a:lnTo>
                    <a:pt x="332" y="316"/>
                  </a:lnTo>
                  <a:lnTo>
                    <a:pt x="334" y="316"/>
                  </a:lnTo>
                  <a:lnTo>
                    <a:pt x="335" y="318"/>
                  </a:lnTo>
                  <a:lnTo>
                    <a:pt x="337" y="318"/>
                  </a:lnTo>
                  <a:lnTo>
                    <a:pt x="335" y="321"/>
                  </a:lnTo>
                  <a:lnTo>
                    <a:pt x="334" y="325"/>
                  </a:lnTo>
                  <a:lnTo>
                    <a:pt x="332" y="326"/>
                  </a:lnTo>
                  <a:lnTo>
                    <a:pt x="334" y="328"/>
                  </a:lnTo>
                  <a:lnTo>
                    <a:pt x="334" y="330"/>
                  </a:lnTo>
                  <a:lnTo>
                    <a:pt x="335" y="333"/>
                  </a:lnTo>
                  <a:lnTo>
                    <a:pt x="337" y="337"/>
                  </a:lnTo>
                  <a:lnTo>
                    <a:pt x="330" y="339"/>
                  </a:lnTo>
                  <a:lnTo>
                    <a:pt x="325" y="339"/>
                  </a:lnTo>
                  <a:lnTo>
                    <a:pt x="320" y="339"/>
                  </a:lnTo>
                  <a:lnTo>
                    <a:pt x="314" y="342"/>
                  </a:lnTo>
                  <a:lnTo>
                    <a:pt x="332" y="342"/>
                  </a:lnTo>
                  <a:lnTo>
                    <a:pt x="346" y="346"/>
                  </a:lnTo>
                  <a:lnTo>
                    <a:pt x="346" y="353"/>
                  </a:lnTo>
                  <a:lnTo>
                    <a:pt x="323" y="353"/>
                  </a:lnTo>
                  <a:lnTo>
                    <a:pt x="321" y="358"/>
                  </a:lnTo>
                  <a:lnTo>
                    <a:pt x="321" y="360"/>
                  </a:lnTo>
                  <a:lnTo>
                    <a:pt x="321" y="361"/>
                  </a:lnTo>
                  <a:lnTo>
                    <a:pt x="320" y="363"/>
                  </a:lnTo>
                  <a:lnTo>
                    <a:pt x="318" y="365"/>
                  </a:lnTo>
                  <a:lnTo>
                    <a:pt x="309" y="368"/>
                  </a:lnTo>
                  <a:lnTo>
                    <a:pt x="297" y="368"/>
                  </a:lnTo>
                  <a:lnTo>
                    <a:pt x="285" y="368"/>
                  </a:lnTo>
                  <a:lnTo>
                    <a:pt x="273" y="361"/>
                  </a:lnTo>
                  <a:lnTo>
                    <a:pt x="257" y="361"/>
                  </a:lnTo>
                  <a:lnTo>
                    <a:pt x="241" y="363"/>
                  </a:lnTo>
                  <a:lnTo>
                    <a:pt x="224" y="365"/>
                  </a:lnTo>
                  <a:lnTo>
                    <a:pt x="208" y="363"/>
                  </a:lnTo>
                  <a:lnTo>
                    <a:pt x="192" y="358"/>
                  </a:lnTo>
                  <a:lnTo>
                    <a:pt x="191" y="356"/>
                  </a:lnTo>
                  <a:lnTo>
                    <a:pt x="191" y="354"/>
                  </a:lnTo>
                  <a:lnTo>
                    <a:pt x="189" y="354"/>
                  </a:lnTo>
                  <a:lnTo>
                    <a:pt x="189" y="353"/>
                  </a:lnTo>
                  <a:lnTo>
                    <a:pt x="189" y="349"/>
                  </a:lnTo>
                  <a:lnTo>
                    <a:pt x="192" y="349"/>
                  </a:lnTo>
                  <a:lnTo>
                    <a:pt x="194" y="346"/>
                  </a:lnTo>
                  <a:lnTo>
                    <a:pt x="198" y="342"/>
                  </a:lnTo>
                  <a:lnTo>
                    <a:pt x="199" y="340"/>
                  </a:lnTo>
                  <a:lnTo>
                    <a:pt x="203" y="339"/>
                  </a:lnTo>
                  <a:lnTo>
                    <a:pt x="205" y="335"/>
                  </a:lnTo>
                  <a:lnTo>
                    <a:pt x="208" y="330"/>
                  </a:lnTo>
                  <a:lnTo>
                    <a:pt x="201" y="328"/>
                  </a:lnTo>
                  <a:lnTo>
                    <a:pt x="196" y="325"/>
                  </a:lnTo>
                  <a:lnTo>
                    <a:pt x="192" y="319"/>
                  </a:lnTo>
                  <a:lnTo>
                    <a:pt x="191" y="314"/>
                  </a:lnTo>
                  <a:lnTo>
                    <a:pt x="189" y="307"/>
                  </a:lnTo>
                  <a:lnTo>
                    <a:pt x="196" y="307"/>
                  </a:lnTo>
                  <a:lnTo>
                    <a:pt x="208" y="304"/>
                  </a:lnTo>
                  <a:lnTo>
                    <a:pt x="222" y="307"/>
                  </a:lnTo>
                  <a:lnTo>
                    <a:pt x="234" y="312"/>
                  </a:lnTo>
                  <a:lnTo>
                    <a:pt x="246" y="318"/>
                  </a:lnTo>
                  <a:lnTo>
                    <a:pt x="246" y="311"/>
                  </a:lnTo>
                  <a:lnTo>
                    <a:pt x="234" y="305"/>
                  </a:lnTo>
                  <a:lnTo>
                    <a:pt x="224" y="300"/>
                  </a:lnTo>
                  <a:lnTo>
                    <a:pt x="215" y="291"/>
                  </a:lnTo>
                  <a:lnTo>
                    <a:pt x="218" y="291"/>
                  </a:lnTo>
                  <a:lnTo>
                    <a:pt x="227" y="278"/>
                  </a:lnTo>
                  <a:lnTo>
                    <a:pt x="238" y="269"/>
                  </a:lnTo>
                  <a:lnTo>
                    <a:pt x="252" y="262"/>
                  </a:lnTo>
                  <a:lnTo>
                    <a:pt x="269" y="257"/>
                  </a:lnTo>
                  <a:lnTo>
                    <a:pt x="269" y="253"/>
                  </a:lnTo>
                  <a:lnTo>
                    <a:pt x="253" y="248"/>
                  </a:lnTo>
                  <a:lnTo>
                    <a:pt x="241" y="239"/>
                  </a:lnTo>
                  <a:lnTo>
                    <a:pt x="231" y="227"/>
                  </a:lnTo>
                  <a:lnTo>
                    <a:pt x="222" y="215"/>
                  </a:lnTo>
                  <a:lnTo>
                    <a:pt x="227" y="213"/>
                  </a:lnTo>
                  <a:lnTo>
                    <a:pt x="231" y="213"/>
                  </a:lnTo>
                  <a:lnTo>
                    <a:pt x="236" y="211"/>
                  </a:lnTo>
                  <a:lnTo>
                    <a:pt x="241" y="211"/>
                  </a:lnTo>
                  <a:lnTo>
                    <a:pt x="248" y="216"/>
                  </a:lnTo>
                  <a:lnTo>
                    <a:pt x="253" y="222"/>
                  </a:lnTo>
                  <a:lnTo>
                    <a:pt x="260" y="227"/>
                  </a:lnTo>
                  <a:lnTo>
                    <a:pt x="260" y="223"/>
                  </a:lnTo>
                  <a:lnTo>
                    <a:pt x="259" y="220"/>
                  </a:lnTo>
                  <a:lnTo>
                    <a:pt x="257" y="220"/>
                  </a:lnTo>
                  <a:lnTo>
                    <a:pt x="257" y="218"/>
                  </a:lnTo>
                  <a:lnTo>
                    <a:pt x="255" y="216"/>
                  </a:lnTo>
                  <a:lnTo>
                    <a:pt x="255" y="215"/>
                  </a:lnTo>
                  <a:lnTo>
                    <a:pt x="253" y="211"/>
                  </a:lnTo>
                  <a:lnTo>
                    <a:pt x="257" y="211"/>
                  </a:lnTo>
                  <a:lnTo>
                    <a:pt x="257" y="208"/>
                  </a:lnTo>
                  <a:lnTo>
                    <a:pt x="273" y="202"/>
                  </a:lnTo>
                  <a:lnTo>
                    <a:pt x="288" y="199"/>
                  </a:lnTo>
                  <a:lnTo>
                    <a:pt x="304" y="197"/>
                  </a:lnTo>
                  <a:lnTo>
                    <a:pt x="323" y="199"/>
                  </a:lnTo>
                  <a:lnTo>
                    <a:pt x="314" y="188"/>
                  </a:lnTo>
                  <a:lnTo>
                    <a:pt x="325" y="185"/>
                  </a:lnTo>
                  <a:lnTo>
                    <a:pt x="337" y="180"/>
                  </a:lnTo>
                  <a:lnTo>
                    <a:pt x="349" y="175"/>
                  </a:lnTo>
                  <a:lnTo>
                    <a:pt x="356" y="169"/>
                  </a:lnTo>
                  <a:lnTo>
                    <a:pt x="362" y="169"/>
                  </a:lnTo>
                  <a:lnTo>
                    <a:pt x="362" y="166"/>
                  </a:lnTo>
                  <a:lnTo>
                    <a:pt x="353" y="166"/>
                  </a:lnTo>
                  <a:lnTo>
                    <a:pt x="349" y="168"/>
                  </a:lnTo>
                  <a:lnTo>
                    <a:pt x="346" y="169"/>
                  </a:lnTo>
                  <a:lnTo>
                    <a:pt x="344" y="169"/>
                  </a:lnTo>
                  <a:lnTo>
                    <a:pt x="342" y="169"/>
                  </a:lnTo>
                  <a:lnTo>
                    <a:pt x="341" y="169"/>
                  </a:lnTo>
                  <a:lnTo>
                    <a:pt x="339" y="168"/>
                  </a:lnTo>
                  <a:lnTo>
                    <a:pt x="337" y="166"/>
                  </a:lnTo>
                  <a:lnTo>
                    <a:pt x="334" y="166"/>
                  </a:lnTo>
                  <a:lnTo>
                    <a:pt x="330" y="169"/>
                  </a:lnTo>
                  <a:lnTo>
                    <a:pt x="325" y="175"/>
                  </a:lnTo>
                  <a:lnTo>
                    <a:pt x="320" y="180"/>
                  </a:lnTo>
                  <a:lnTo>
                    <a:pt x="316" y="185"/>
                  </a:lnTo>
                  <a:lnTo>
                    <a:pt x="311" y="188"/>
                  </a:lnTo>
                  <a:lnTo>
                    <a:pt x="292" y="194"/>
                  </a:lnTo>
                  <a:lnTo>
                    <a:pt x="274" y="194"/>
                  </a:lnTo>
                  <a:lnTo>
                    <a:pt x="257" y="190"/>
                  </a:lnTo>
                  <a:lnTo>
                    <a:pt x="241" y="183"/>
                  </a:lnTo>
                  <a:lnTo>
                    <a:pt x="239" y="183"/>
                  </a:lnTo>
                  <a:lnTo>
                    <a:pt x="236" y="185"/>
                  </a:lnTo>
                  <a:lnTo>
                    <a:pt x="231" y="187"/>
                  </a:lnTo>
                  <a:lnTo>
                    <a:pt x="227" y="188"/>
                  </a:lnTo>
                  <a:lnTo>
                    <a:pt x="224" y="190"/>
                  </a:lnTo>
                  <a:lnTo>
                    <a:pt x="218" y="192"/>
                  </a:lnTo>
                  <a:lnTo>
                    <a:pt x="215" y="183"/>
                  </a:lnTo>
                  <a:lnTo>
                    <a:pt x="218" y="182"/>
                  </a:lnTo>
                  <a:lnTo>
                    <a:pt x="218" y="182"/>
                  </a:lnTo>
                  <a:lnTo>
                    <a:pt x="220" y="180"/>
                  </a:lnTo>
                  <a:lnTo>
                    <a:pt x="222" y="176"/>
                  </a:lnTo>
                  <a:lnTo>
                    <a:pt x="212" y="176"/>
                  </a:lnTo>
                  <a:lnTo>
                    <a:pt x="208" y="178"/>
                  </a:lnTo>
                  <a:lnTo>
                    <a:pt x="203" y="180"/>
                  </a:lnTo>
                  <a:lnTo>
                    <a:pt x="198" y="180"/>
                  </a:lnTo>
                  <a:lnTo>
                    <a:pt x="192" y="180"/>
                  </a:lnTo>
                  <a:lnTo>
                    <a:pt x="189" y="169"/>
                  </a:lnTo>
                  <a:lnTo>
                    <a:pt x="192" y="168"/>
                  </a:lnTo>
                  <a:lnTo>
                    <a:pt x="194" y="168"/>
                  </a:lnTo>
                  <a:lnTo>
                    <a:pt x="196" y="168"/>
                  </a:lnTo>
                  <a:lnTo>
                    <a:pt x="198" y="166"/>
                  </a:lnTo>
                  <a:lnTo>
                    <a:pt x="199" y="166"/>
                  </a:lnTo>
                  <a:lnTo>
                    <a:pt x="177" y="169"/>
                  </a:lnTo>
                  <a:lnTo>
                    <a:pt x="175" y="164"/>
                  </a:lnTo>
                  <a:lnTo>
                    <a:pt x="171" y="161"/>
                  </a:lnTo>
                  <a:lnTo>
                    <a:pt x="170" y="159"/>
                  </a:lnTo>
                  <a:lnTo>
                    <a:pt x="168" y="155"/>
                  </a:lnTo>
                  <a:lnTo>
                    <a:pt x="164" y="150"/>
                  </a:lnTo>
                  <a:lnTo>
                    <a:pt x="170" y="148"/>
                  </a:lnTo>
                  <a:lnTo>
                    <a:pt x="173" y="148"/>
                  </a:lnTo>
                  <a:lnTo>
                    <a:pt x="175" y="148"/>
                  </a:lnTo>
                  <a:lnTo>
                    <a:pt x="177" y="148"/>
                  </a:lnTo>
                  <a:lnTo>
                    <a:pt x="177" y="147"/>
                  </a:lnTo>
                  <a:lnTo>
                    <a:pt x="178" y="145"/>
                  </a:lnTo>
                  <a:lnTo>
                    <a:pt x="180" y="141"/>
                  </a:lnTo>
                  <a:lnTo>
                    <a:pt x="173" y="140"/>
                  </a:lnTo>
                  <a:lnTo>
                    <a:pt x="166" y="138"/>
                  </a:lnTo>
                  <a:lnTo>
                    <a:pt x="163" y="134"/>
                  </a:lnTo>
                  <a:lnTo>
                    <a:pt x="157" y="131"/>
                  </a:lnTo>
                  <a:lnTo>
                    <a:pt x="161" y="131"/>
                  </a:lnTo>
                  <a:lnTo>
                    <a:pt x="161" y="126"/>
                  </a:lnTo>
                  <a:lnTo>
                    <a:pt x="178" y="129"/>
                  </a:lnTo>
                  <a:lnTo>
                    <a:pt x="187" y="127"/>
                  </a:lnTo>
                  <a:lnTo>
                    <a:pt x="194" y="124"/>
                  </a:lnTo>
                  <a:lnTo>
                    <a:pt x="198" y="119"/>
                  </a:lnTo>
                  <a:lnTo>
                    <a:pt x="203" y="112"/>
                  </a:lnTo>
                  <a:lnTo>
                    <a:pt x="212" y="108"/>
                  </a:lnTo>
                  <a:lnTo>
                    <a:pt x="222" y="105"/>
                  </a:lnTo>
                  <a:lnTo>
                    <a:pt x="229" y="108"/>
                  </a:lnTo>
                  <a:lnTo>
                    <a:pt x="238" y="112"/>
                  </a:lnTo>
                  <a:lnTo>
                    <a:pt x="245" y="113"/>
                  </a:lnTo>
                  <a:lnTo>
                    <a:pt x="253" y="112"/>
                  </a:lnTo>
                  <a:lnTo>
                    <a:pt x="250" y="110"/>
                  </a:lnTo>
                  <a:lnTo>
                    <a:pt x="246" y="108"/>
                  </a:lnTo>
                  <a:lnTo>
                    <a:pt x="245" y="108"/>
                  </a:lnTo>
                  <a:lnTo>
                    <a:pt x="245" y="106"/>
                  </a:lnTo>
                  <a:lnTo>
                    <a:pt x="243" y="105"/>
                  </a:lnTo>
                  <a:lnTo>
                    <a:pt x="243" y="101"/>
                  </a:lnTo>
                  <a:lnTo>
                    <a:pt x="241" y="96"/>
                  </a:lnTo>
                  <a:lnTo>
                    <a:pt x="246" y="94"/>
                  </a:lnTo>
                  <a:lnTo>
                    <a:pt x="250" y="92"/>
                  </a:lnTo>
                  <a:lnTo>
                    <a:pt x="253" y="92"/>
                  </a:lnTo>
                  <a:lnTo>
                    <a:pt x="255" y="91"/>
                  </a:lnTo>
                  <a:lnTo>
                    <a:pt x="259" y="89"/>
                  </a:lnTo>
                  <a:lnTo>
                    <a:pt x="266" y="89"/>
                  </a:lnTo>
                  <a:lnTo>
                    <a:pt x="269" y="91"/>
                  </a:lnTo>
                  <a:lnTo>
                    <a:pt x="273" y="94"/>
                  </a:lnTo>
                  <a:lnTo>
                    <a:pt x="276" y="96"/>
                  </a:lnTo>
                  <a:lnTo>
                    <a:pt x="276" y="92"/>
                  </a:lnTo>
                  <a:lnTo>
                    <a:pt x="274" y="91"/>
                  </a:lnTo>
                  <a:lnTo>
                    <a:pt x="274" y="89"/>
                  </a:lnTo>
                  <a:lnTo>
                    <a:pt x="274" y="89"/>
                  </a:lnTo>
                  <a:lnTo>
                    <a:pt x="274" y="87"/>
                  </a:lnTo>
                  <a:lnTo>
                    <a:pt x="273" y="84"/>
                  </a:lnTo>
                  <a:lnTo>
                    <a:pt x="278" y="82"/>
                  </a:lnTo>
                  <a:lnTo>
                    <a:pt x="281" y="80"/>
                  </a:lnTo>
                  <a:lnTo>
                    <a:pt x="287" y="77"/>
                  </a:lnTo>
                  <a:lnTo>
                    <a:pt x="290" y="73"/>
                  </a:lnTo>
                  <a:lnTo>
                    <a:pt x="292" y="73"/>
                  </a:lnTo>
                  <a:lnTo>
                    <a:pt x="299" y="73"/>
                  </a:lnTo>
                  <a:lnTo>
                    <a:pt x="304" y="75"/>
                  </a:lnTo>
                  <a:lnTo>
                    <a:pt x="308" y="79"/>
                  </a:lnTo>
                  <a:lnTo>
                    <a:pt x="314" y="79"/>
                  </a:lnTo>
                  <a:lnTo>
                    <a:pt x="323" y="77"/>
                  </a:lnTo>
                  <a:lnTo>
                    <a:pt x="327" y="65"/>
                  </a:lnTo>
                  <a:lnTo>
                    <a:pt x="332" y="63"/>
                  </a:lnTo>
                  <a:lnTo>
                    <a:pt x="337" y="63"/>
                  </a:lnTo>
                  <a:lnTo>
                    <a:pt x="342" y="63"/>
                  </a:lnTo>
                  <a:lnTo>
                    <a:pt x="346" y="65"/>
                  </a:lnTo>
                  <a:lnTo>
                    <a:pt x="349" y="65"/>
                  </a:lnTo>
                  <a:lnTo>
                    <a:pt x="356" y="54"/>
                  </a:lnTo>
                  <a:lnTo>
                    <a:pt x="367" y="52"/>
                  </a:lnTo>
                  <a:lnTo>
                    <a:pt x="374" y="56"/>
                  </a:lnTo>
                  <a:lnTo>
                    <a:pt x="381" y="59"/>
                  </a:lnTo>
                  <a:lnTo>
                    <a:pt x="388" y="61"/>
                  </a:lnTo>
                  <a:lnTo>
                    <a:pt x="397" y="58"/>
                  </a:lnTo>
                  <a:lnTo>
                    <a:pt x="409" y="51"/>
                  </a:lnTo>
                  <a:lnTo>
                    <a:pt x="421" y="45"/>
                  </a:lnTo>
                  <a:close/>
                  <a:moveTo>
                    <a:pt x="2104" y="42"/>
                  </a:moveTo>
                  <a:lnTo>
                    <a:pt x="2111" y="44"/>
                  </a:lnTo>
                  <a:lnTo>
                    <a:pt x="2118" y="47"/>
                  </a:lnTo>
                  <a:lnTo>
                    <a:pt x="2121" y="51"/>
                  </a:lnTo>
                  <a:lnTo>
                    <a:pt x="2126" y="54"/>
                  </a:lnTo>
                  <a:lnTo>
                    <a:pt x="2132" y="58"/>
                  </a:lnTo>
                  <a:lnTo>
                    <a:pt x="2128" y="68"/>
                  </a:lnTo>
                  <a:lnTo>
                    <a:pt x="2107" y="80"/>
                  </a:lnTo>
                  <a:lnTo>
                    <a:pt x="2091" y="94"/>
                  </a:lnTo>
                  <a:lnTo>
                    <a:pt x="2077" y="112"/>
                  </a:lnTo>
                  <a:lnTo>
                    <a:pt x="2074" y="112"/>
                  </a:lnTo>
                  <a:lnTo>
                    <a:pt x="2074" y="108"/>
                  </a:lnTo>
                  <a:lnTo>
                    <a:pt x="2069" y="105"/>
                  </a:lnTo>
                  <a:lnTo>
                    <a:pt x="2065" y="101"/>
                  </a:lnTo>
                  <a:lnTo>
                    <a:pt x="2063" y="98"/>
                  </a:lnTo>
                  <a:lnTo>
                    <a:pt x="2060" y="94"/>
                  </a:lnTo>
                  <a:lnTo>
                    <a:pt x="2058" y="89"/>
                  </a:lnTo>
                  <a:lnTo>
                    <a:pt x="2062" y="82"/>
                  </a:lnTo>
                  <a:lnTo>
                    <a:pt x="2063" y="77"/>
                  </a:lnTo>
                  <a:lnTo>
                    <a:pt x="2065" y="68"/>
                  </a:lnTo>
                  <a:lnTo>
                    <a:pt x="2039" y="68"/>
                  </a:lnTo>
                  <a:lnTo>
                    <a:pt x="2039" y="61"/>
                  </a:lnTo>
                  <a:lnTo>
                    <a:pt x="2053" y="56"/>
                  </a:lnTo>
                  <a:lnTo>
                    <a:pt x="2067" y="52"/>
                  </a:lnTo>
                  <a:lnTo>
                    <a:pt x="2084" y="49"/>
                  </a:lnTo>
                  <a:lnTo>
                    <a:pt x="2086" y="54"/>
                  </a:lnTo>
                  <a:lnTo>
                    <a:pt x="2088" y="56"/>
                  </a:lnTo>
                  <a:lnTo>
                    <a:pt x="2088" y="58"/>
                  </a:lnTo>
                  <a:lnTo>
                    <a:pt x="2090" y="58"/>
                  </a:lnTo>
                  <a:lnTo>
                    <a:pt x="2090" y="59"/>
                  </a:lnTo>
                  <a:lnTo>
                    <a:pt x="2093" y="61"/>
                  </a:lnTo>
                  <a:lnTo>
                    <a:pt x="2095" y="56"/>
                  </a:lnTo>
                  <a:lnTo>
                    <a:pt x="2097" y="52"/>
                  </a:lnTo>
                  <a:lnTo>
                    <a:pt x="2098" y="49"/>
                  </a:lnTo>
                  <a:lnTo>
                    <a:pt x="2102" y="45"/>
                  </a:lnTo>
                  <a:lnTo>
                    <a:pt x="2104" y="42"/>
                  </a:lnTo>
                  <a:close/>
                  <a:moveTo>
                    <a:pt x="2147" y="23"/>
                  </a:moveTo>
                  <a:lnTo>
                    <a:pt x="2151" y="24"/>
                  </a:lnTo>
                  <a:lnTo>
                    <a:pt x="2152" y="24"/>
                  </a:lnTo>
                  <a:lnTo>
                    <a:pt x="2154" y="26"/>
                  </a:lnTo>
                  <a:lnTo>
                    <a:pt x="2154" y="26"/>
                  </a:lnTo>
                  <a:lnTo>
                    <a:pt x="2156" y="28"/>
                  </a:lnTo>
                  <a:lnTo>
                    <a:pt x="2158" y="31"/>
                  </a:lnTo>
                  <a:lnTo>
                    <a:pt x="2161" y="37"/>
                  </a:lnTo>
                  <a:lnTo>
                    <a:pt x="2165" y="42"/>
                  </a:lnTo>
                  <a:lnTo>
                    <a:pt x="2166" y="49"/>
                  </a:lnTo>
                  <a:lnTo>
                    <a:pt x="2158" y="49"/>
                  </a:lnTo>
                  <a:lnTo>
                    <a:pt x="2158" y="45"/>
                  </a:lnTo>
                  <a:lnTo>
                    <a:pt x="2154" y="42"/>
                  </a:lnTo>
                  <a:lnTo>
                    <a:pt x="2151" y="38"/>
                  </a:lnTo>
                  <a:lnTo>
                    <a:pt x="2149" y="35"/>
                  </a:lnTo>
                  <a:lnTo>
                    <a:pt x="2147" y="30"/>
                  </a:lnTo>
                  <a:lnTo>
                    <a:pt x="2147" y="23"/>
                  </a:lnTo>
                  <a:close/>
                  <a:moveTo>
                    <a:pt x="943" y="19"/>
                  </a:moveTo>
                  <a:lnTo>
                    <a:pt x="967" y="19"/>
                  </a:lnTo>
                  <a:lnTo>
                    <a:pt x="992" y="23"/>
                  </a:lnTo>
                  <a:lnTo>
                    <a:pt x="1014" y="26"/>
                  </a:lnTo>
                  <a:lnTo>
                    <a:pt x="1034" y="31"/>
                  </a:lnTo>
                  <a:lnTo>
                    <a:pt x="1063" y="26"/>
                  </a:lnTo>
                  <a:lnTo>
                    <a:pt x="1067" y="30"/>
                  </a:lnTo>
                  <a:lnTo>
                    <a:pt x="1070" y="31"/>
                  </a:lnTo>
                  <a:lnTo>
                    <a:pt x="1074" y="37"/>
                  </a:lnTo>
                  <a:lnTo>
                    <a:pt x="1076" y="40"/>
                  </a:lnTo>
                  <a:lnTo>
                    <a:pt x="1079" y="42"/>
                  </a:lnTo>
                  <a:lnTo>
                    <a:pt x="1096" y="49"/>
                  </a:lnTo>
                  <a:lnTo>
                    <a:pt x="1116" y="54"/>
                  </a:lnTo>
                  <a:lnTo>
                    <a:pt x="1133" y="58"/>
                  </a:lnTo>
                  <a:lnTo>
                    <a:pt x="1133" y="65"/>
                  </a:lnTo>
                  <a:lnTo>
                    <a:pt x="1105" y="65"/>
                  </a:lnTo>
                  <a:lnTo>
                    <a:pt x="1093" y="59"/>
                  </a:lnTo>
                  <a:lnTo>
                    <a:pt x="1079" y="59"/>
                  </a:lnTo>
                  <a:lnTo>
                    <a:pt x="1063" y="61"/>
                  </a:lnTo>
                  <a:lnTo>
                    <a:pt x="1048" y="65"/>
                  </a:lnTo>
                  <a:lnTo>
                    <a:pt x="1048" y="73"/>
                  </a:lnTo>
                  <a:lnTo>
                    <a:pt x="1067" y="73"/>
                  </a:lnTo>
                  <a:lnTo>
                    <a:pt x="1081" y="70"/>
                  </a:lnTo>
                  <a:lnTo>
                    <a:pt x="1098" y="68"/>
                  </a:lnTo>
                  <a:lnTo>
                    <a:pt x="1119" y="68"/>
                  </a:lnTo>
                  <a:lnTo>
                    <a:pt x="1140" y="68"/>
                  </a:lnTo>
                  <a:lnTo>
                    <a:pt x="1156" y="68"/>
                  </a:lnTo>
                  <a:lnTo>
                    <a:pt x="1170" y="82"/>
                  </a:lnTo>
                  <a:lnTo>
                    <a:pt x="1187" y="92"/>
                  </a:lnTo>
                  <a:lnTo>
                    <a:pt x="1182" y="103"/>
                  </a:lnTo>
                  <a:lnTo>
                    <a:pt x="1172" y="110"/>
                  </a:lnTo>
                  <a:lnTo>
                    <a:pt x="1163" y="115"/>
                  </a:lnTo>
                  <a:lnTo>
                    <a:pt x="1151" y="119"/>
                  </a:lnTo>
                  <a:lnTo>
                    <a:pt x="1133" y="119"/>
                  </a:lnTo>
                  <a:lnTo>
                    <a:pt x="1117" y="124"/>
                  </a:lnTo>
                  <a:lnTo>
                    <a:pt x="1100" y="124"/>
                  </a:lnTo>
                  <a:lnTo>
                    <a:pt x="1081" y="122"/>
                  </a:lnTo>
                  <a:lnTo>
                    <a:pt x="1063" y="120"/>
                  </a:lnTo>
                  <a:lnTo>
                    <a:pt x="1046" y="120"/>
                  </a:lnTo>
                  <a:lnTo>
                    <a:pt x="1032" y="124"/>
                  </a:lnTo>
                  <a:lnTo>
                    <a:pt x="1021" y="134"/>
                  </a:lnTo>
                  <a:lnTo>
                    <a:pt x="1063" y="134"/>
                  </a:lnTo>
                  <a:lnTo>
                    <a:pt x="1076" y="131"/>
                  </a:lnTo>
                  <a:lnTo>
                    <a:pt x="1091" y="129"/>
                  </a:lnTo>
                  <a:lnTo>
                    <a:pt x="1109" y="131"/>
                  </a:lnTo>
                  <a:lnTo>
                    <a:pt x="1121" y="134"/>
                  </a:lnTo>
                  <a:lnTo>
                    <a:pt x="1124" y="147"/>
                  </a:lnTo>
                  <a:lnTo>
                    <a:pt x="1130" y="145"/>
                  </a:lnTo>
                  <a:lnTo>
                    <a:pt x="1138" y="140"/>
                  </a:lnTo>
                  <a:lnTo>
                    <a:pt x="1149" y="136"/>
                  </a:lnTo>
                  <a:lnTo>
                    <a:pt x="1159" y="134"/>
                  </a:lnTo>
                  <a:lnTo>
                    <a:pt x="1161" y="140"/>
                  </a:lnTo>
                  <a:lnTo>
                    <a:pt x="1163" y="143"/>
                  </a:lnTo>
                  <a:lnTo>
                    <a:pt x="1165" y="145"/>
                  </a:lnTo>
                  <a:lnTo>
                    <a:pt x="1168" y="147"/>
                  </a:lnTo>
                  <a:lnTo>
                    <a:pt x="1172" y="150"/>
                  </a:lnTo>
                  <a:lnTo>
                    <a:pt x="1156" y="180"/>
                  </a:lnTo>
                  <a:lnTo>
                    <a:pt x="1163" y="180"/>
                  </a:lnTo>
                  <a:lnTo>
                    <a:pt x="1175" y="173"/>
                  </a:lnTo>
                  <a:lnTo>
                    <a:pt x="1191" y="164"/>
                  </a:lnTo>
                  <a:lnTo>
                    <a:pt x="1210" y="157"/>
                  </a:lnTo>
                  <a:lnTo>
                    <a:pt x="1231" y="150"/>
                  </a:lnTo>
                  <a:lnTo>
                    <a:pt x="1254" y="145"/>
                  </a:lnTo>
                  <a:lnTo>
                    <a:pt x="1274" y="145"/>
                  </a:lnTo>
                  <a:lnTo>
                    <a:pt x="1294" y="147"/>
                  </a:lnTo>
                  <a:lnTo>
                    <a:pt x="1308" y="155"/>
                  </a:lnTo>
                  <a:lnTo>
                    <a:pt x="1316" y="169"/>
                  </a:lnTo>
                  <a:lnTo>
                    <a:pt x="1322" y="169"/>
                  </a:lnTo>
                  <a:lnTo>
                    <a:pt x="1322" y="171"/>
                  </a:lnTo>
                  <a:lnTo>
                    <a:pt x="1322" y="171"/>
                  </a:lnTo>
                  <a:lnTo>
                    <a:pt x="1320" y="173"/>
                  </a:lnTo>
                  <a:lnTo>
                    <a:pt x="1318" y="173"/>
                  </a:lnTo>
                  <a:lnTo>
                    <a:pt x="1318" y="173"/>
                  </a:lnTo>
                  <a:lnTo>
                    <a:pt x="1316" y="173"/>
                  </a:lnTo>
                  <a:lnTo>
                    <a:pt x="1313" y="176"/>
                  </a:lnTo>
                  <a:lnTo>
                    <a:pt x="1308" y="178"/>
                  </a:lnTo>
                  <a:lnTo>
                    <a:pt x="1302" y="180"/>
                  </a:lnTo>
                  <a:lnTo>
                    <a:pt x="1295" y="182"/>
                  </a:lnTo>
                  <a:lnTo>
                    <a:pt x="1290" y="183"/>
                  </a:lnTo>
                  <a:lnTo>
                    <a:pt x="1278" y="202"/>
                  </a:lnTo>
                  <a:lnTo>
                    <a:pt x="1255" y="216"/>
                  </a:lnTo>
                  <a:lnTo>
                    <a:pt x="1229" y="225"/>
                  </a:lnTo>
                  <a:lnTo>
                    <a:pt x="1198" y="230"/>
                  </a:lnTo>
                  <a:lnTo>
                    <a:pt x="1198" y="236"/>
                  </a:lnTo>
                  <a:lnTo>
                    <a:pt x="1198" y="239"/>
                  </a:lnTo>
                  <a:lnTo>
                    <a:pt x="1198" y="241"/>
                  </a:lnTo>
                  <a:lnTo>
                    <a:pt x="1196" y="243"/>
                  </a:lnTo>
                  <a:lnTo>
                    <a:pt x="1198" y="244"/>
                  </a:lnTo>
                  <a:lnTo>
                    <a:pt x="1198" y="246"/>
                  </a:lnTo>
                  <a:lnTo>
                    <a:pt x="1201" y="250"/>
                  </a:lnTo>
                  <a:lnTo>
                    <a:pt x="1206" y="253"/>
                  </a:lnTo>
                  <a:lnTo>
                    <a:pt x="1210" y="255"/>
                  </a:lnTo>
                  <a:lnTo>
                    <a:pt x="1213" y="258"/>
                  </a:lnTo>
                  <a:lnTo>
                    <a:pt x="1217" y="260"/>
                  </a:lnTo>
                  <a:lnTo>
                    <a:pt x="1220" y="265"/>
                  </a:lnTo>
                  <a:lnTo>
                    <a:pt x="1217" y="272"/>
                  </a:lnTo>
                  <a:lnTo>
                    <a:pt x="1213" y="288"/>
                  </a:lnTo>
                  <a:lnTo>
                    <a:pt x="1210" y="307"/>
                  </a:lnTo>
                  <a:lnTo>
                    <a:pt x="1206" y="326"/>
                  </a:lnTo>
                  <a:lnTo>
                    <a:pt x="1206" y="342"/>
                  </a:lnTo>
                  <a:lnTo>
                    <a:pt x="1210" y="340"/>
                  </a:lnTo>
                  <a:lnTo>
                    <a:pt x="1213" y="340"/>
                  </a:lnTo>
                  <a:lnTo>
                    <a:pt x="1215" y="340"/>
                  </a:lnTo>
                  <a:lnTo>
                    <a:pt x="1219" y="340"/>
                  </a:lnTo>
                  <a:lnTo>
                    <a:pt x="1220" y="340"/>
                  </a:lnTo>
                  <a:lnTo>
                    <a:pt x="1226" y="342"/>
                  </a:lnTo>
                  <a:lnTo>
                    <a:pt x="1224" y="347"/>
                  </a:lnTo>
                  <a:lnTo>
                    <a:pt x="1224" y="349"/>
                  </a:lnTo>
                  <a:lnTo>
                    <a:pt x="1224" y="353"/>
                  </a:lnTo>
                  <a:lnTo>
                    <a:pt x="1224" y="354"/>
                  </a:lnTo>
                  <a:lnTo>
                    <a:pt x="1224" y="358"/>
                  </a:lnTo>
                  <a:lnTo>
                    <a:pt x="1226" y="365"/>
                  </a:lnTo>
                  <a:lnTo>
                    <a:pt x="1220" y="365"/>
                  </a:lnTo>
                  <a:lnTo>
                    <a:pt x="1220" y="368"/>
                  </a:lnTo>
                  <a:lnTo>
                    <a:pt x="1217" y="367"/>
                  </a:lnTo>
                  <a:lnTo>
                    <a:pt x="1213" y="363"/>
                  </a:lnTo>
                  <a:lnTo>
                    <a:pt x="1212" y="361"/>
                  </a:lnTo>
                  <a:lnTo>
                    <a:pt x="1208" y="360"/>
                  </a:lnTo>
                  <a:lnTo>
                    <a:pt x="1205" y="358"/>
                  </a:lnTo>
                  <a:lnTo>
                    <a:pt x="1198" y="358"/>
                  </a:lnTo>
                  <a:lnTo>
                    <a:pt x="1194" y="360"/>
                  </a:lnTo>
                  <a:lnTo>
                    <a:pt x="1191" y="361"/>
                  </a:lnTo>
                  <a:lnTo>
                    <a:pt x="1187" y="363"/>
                  </a:lnTo>
                  <a:lnTo>
                    <a:pt x="1185" y="365"/>
                  </a:lnTo>
                  <a:lnTo>
                    <a:pt x="1182" y="367"/>
                  </a:lnTo>
                  <a:lnTo>
                    <a:pt x="1180" y="370"/>
                  </a:lnTo>
                  <a:lnTo>
                    <a:pt x="1178" y="377"/>
                  </a:lnTo>
                  <a:lnTo>
                    <a:pt x="1201" y="384"/>
                  </a:lnTo>
                  <a:lnTo>
                    <a:pt x="1206" y="415"/>
                  </a:lnTo>
                  <a:lnTo>
                    <a:pt x="1201" y="415"/>
                  </a:lnTo>
                  <a:lnTo>
                    <a:pt x="1198" y="415"/>
                  </a:lnTo>
                  <a:lnTo>
                    <a:pt x="1194" y="417"/>
                  </a:lnTo>
                  <a:lnTo>
                    <a:pt x="1191" y="419"/>
                  </a:lnTo>
                  <a:lnTo>
                    <a:pt x="1191" y="426"/>
                  </a:lnTo>
                  <a:lnTo>
                    <a:pt x="1199" y="431"/>
                  </a:lnTo>
                  <a:lnTo>
                    <a:pt x="1205" y="438"/>
                  </a:lnTo>
                  <a:lnTo>
                    <a:pt x="1208" y="447"/>
                  </a:lnTo>
                  <a:lnTo>
                    <a:pt x="1210" y="461"/>
                  </a:lnTo>
                  <a:lnTo>
                    <a:pt x="1201" y="461"/>
                  </a:lnTo>
                  <a:lnTo>
                    <a:pt x="1199" y="461"/>
                  </a:lnTo>
                  <a:lnTo>
                    <a:pt x="1194" y="459"/>
                  </a:lnTo>
                  <a:lnTo>
                    <a:pt x="1191" y="461"/>
                  </a:lnTo>
                  <a:lnTo>
                    <a:pt x="1185" y="461"/>
                  </a:lnTo>
                  <a:lnTo>
                    <a:pt x="1182" y="464"/>
                  </a:lnTo>
                  <a:lnTo>
                    <a:pt x="1178" y="468"/>
                  </a:lnTo>
                  <a:lnTo>
                    <a:pt x="1184" y="471"/>
                  </a:lnTo>
                  <a:lnTo>
                    <a:pt x="1187" y="473"/>
                  </a:lnTo>
                  <a:lnTo>
                    <a:pt x="1189" y="475"/>
                  </a:lnTo>
                  <a:lnTo>
                    <a:pt x="1191" y="476"/>
                  </a:lnTo>
                  <a:lnTo>
                    <a:pt x="1192" y="482"/>
                  </a:lnTo>
                  <a:lnTo>
                    <a:pt x="1194" y="487"/>
                  </a:lnTo>
                  <a:lnTo>
                    <a:pt x="1192" y="489"/>
                  </a:lnTo>
                  <a:lnTo>
                    <a:pt x="1192" y="490"/>
                  </a:lnTo>
                  <a:lnTo>
                    <a:pt x="1192" y="490"/>
                  </a:lnTo>
                  <a:lnTo>
                    <a:pt x="1191" y="492"/>
                  </a:lnTo>
                  <a:lnTo>
                    <a:pt x="1191" y="496"/>
                  </a:lnTo>
                  <a:lnTo>
                    <a:pt x="1177" y="496"/>
                  </a:lnTo>
                  <a:lnTo>
                    <a:pt x="1163" y="499"/>
                  </a:lnTo>
                  <a:lnTo>
                    <a:pt x="1152" y="503"/>
                  </a:lnTo>
                  <a:lnTo>
                    <a:pt x="1156" y="503"/>
                  </a:lnTo>
                  <a:lnTo>
                    <a:pt x="1161" y="506"/>
                  </a:lnTo>
                  <a:lnTo>
                    <a:pt x="1165" y="508"/>
                  </a:lnTo>
                  <a:lnTo>
                    <a:pt x="1168" y="508"/>
                  </a:lnTo>
                  <a:lnTo>
                    <a:pt x="1172" y="510"/>
                  </a:lnTo>
                  <a:lnTo>
                    <a:pt x="1175" y="513"/>
                  </a:lnTo>
                  <a:lnTo>
                    <a:pt x="1178" y="518"/>
                  </a:lnTo>
                  <a:lnTo>
                    <a:pt x="1172" y="527"/>
                  </a:lnTo>
                  <a:lnTo>
                    <a:pt x="1168" y="538"/>
                  </a:lnTo>
                  <a:lnTo>
                    <a:pt x="1163" y="550"/>
                  </a:lnTo>
                  <a:lnTo>
                    <a:pt x="1161" y="545"/>
                  </a:lnTo>
                  <a:lnTo>
                    <a:pt x="1158" y="541"/>
                  </a:lnTo>
                  <a:lnTo>
                    <a:pt x="1156" y="539"/>
                  </a:lnTo>
                  <a:lnTo>
                    <a:pt x="1152" y="539"/>
                  </a:lnTo>
                  <a:lnTo>
                    <a:pt x="1147" y="538"/>
                  </a:lnTo>
                  <a:lnTo>
                    <a:pt x="1140" y="538"/>
                  </a:lnTo>
                  <a:lnTo>
                    <a:pt x="1140" y="541"/>
                  </a:lnTo>
                  <a:lnTo>
                    <a:pt x="1144" y="541"/>
                  </a:lnTo>
                  <a:lnTo>
                    <a:pt x="1156" y="553"/>
                  </a:lnTo>
                  <a:lnTo>
                    <a:pt x="1166" y="567"/>
                  </a:lnTo>
                  <a:lnTo>
                    <a:pt x="1172" y="585"/>
                  </a:lnTo>
                  <a:lnTo>
                    <a:pt x="1175" y="606"/>
                  </a:lnTo>
                  <a:lnTo>
                    <a:pt x="1172" y="606"/>
                  </a:lnTo>
                  <a:lnTo>
                    <a:pt x="1172" y="611"/>
                  </a:lnTo>
                  <a:lnTo>
                    <a:pt x="1144" y="614"/>
                  </a:lnTo>
                  <a:lnTo>
                    <a:pt x="1144" y="595"/>
                  </a:lnTo>
                  <a:lnTo>
                    <a:pt x="1140" y="592"/>
                  </a:lnTo>
                  <a:lnTo>
                    <a:pt x="1137" y="590"/>
                  </a:lnTo>
                  <a:lnTo>
                    <a:pt x="1135" y="588"/>
                  </a:lnTo>
                  <a:lnTo>
                    <a:pt x="1130" y="585"/>
                  </a:lnTo>
                  <a:lnTo>
                    <a:pt x="1124" y="583"/>
                  </a:lnTo>
                  <a:lnTo>
                    <a:pt x="1116" y="588"/>
                  </a:lnTo>
                  <a:lnTo>
                    <a:pt x="1105" y="592"/>
                  </a:lnTo>
                  <a:lnTo>
                    <a:pt x="1093" y="593"/>
                  </a:lnTo>
                  <a:lnTo>
                    <a:pt x="1082" y="597"/>
                  </a:lnTo>
                  <a:lnTo>
                    <a:pt x="1076" y="602"/>
                  </a:lnTo>
                  <a:lnTo>
                    <a:pt x="1082" y="602"/>
                  </a:lnTo>
                  <a:lnTo>
                    <a:pt x="1091" y="602"/>
                  </a:lnTo>
                  <a:lnTo>
                    <a:pt x="1105" y="600"/>
                  </a:lnTo>
                  <a:lnTo>
                    <a:pt x="1121" y="599"/>
                  </a:lnTo>
                  <a:lnTo>
                    <a:pt x="1121" y="606"/>
                  </a:lnTo>
                  <a:lnTo>
                    <a:pt x="1086" y="618"/>
                  </a:lnTo>
                  <a:lnTo>
                    <a:pt x="1086" y="621"/>
                  </a:lnTo>
                  <a:lnTo>
                    <a:pt x="1095" y="621"/>
                  </a:lnTo>
                  <a:lnTo>
                    <a:pt x="1100" y="620"/>
                  </a:lnTo>
                  <a:lnTo>
                    <a:pt x="1107" y="618"/>
                  </a:lnTo>
                  <a:lnTo>
                    <a:pt x="1114" y="616"/>
                  </a:lnTo>
                  <a:lnTo>
                    <a:pt x="1121" y="614"/>
                  </a:lnTo>
                  <a:lnTo>
                    <a:pt x="1123" y="623"/>
                  </a:lnTo>
                  <a:lnTo>
                    <a:pt x="1130" y="627"/>
                  </a:lnTo>
                  <a:lnTo>
                    <a:pt x="1137" y="628"/>
                  </a:lnTo>
                  <a:lnTo>
                    <a:pt x="1149" y="627"/>
                  </a:lnTo>
                  <a:lnTo>
                    <a:pt x="1163" y="627"/>
                  </a:lnTo>
                  <a:lnTo>
                    <a:pt x="1163" y="630"/>
                  </a:lnTo>
                  <a:lnTo>
                    <a:pt x="1159" y="630"/>
                  </a:lnTo>
                  <a:lnTo>
                    <a:pt x="1140" y="648"/>
                  </a:lnTo>
                  <a:lnTo>
                    <a:pt x="1119" y="665"/>
                  </a:lnTo>
                  <a:lnTo>
                    <a:pt x="1098" y="679"/>
                  </a:lnTo>
                  <a:lnTo>
                    <a:pt x="1074" y="691"/>
                  </a:lnTo>
                  <a:lnTo>
                    <a:pt x="1048" y="696"/>
                  </a:lnTo>
                  <a:lnTo>
                    <a:pt x="1018" y="695"/>
                  </a:lnTo>
                  <a:lnTo>
                    <a:pt x="1018" y="700"/>
                  </a:lnTo>
                  <a:lnTo>
                    <a:pt x="1018" y="705"/>
                  </a:lnTo>
                  <a:lnTo>
                    <a:pt x="1016" y="709"/>
                  </a:lnTo>
                  <a:lnTo>
                    <a:pt x="1014" y="710"/>
                  </a:lnTo>
                  <a:lnTo>
                    <a:pt x="1013" y="710"/>
                  </a:lnTo>
                  <a:lnTo>
                    <a:pt x="1011" y="712"/>
                  </a:lnTo>
                  <a:lnTo>
                    <a:pt x="1007" y="714"/>
                  </a:lnTo>
                  <a:lnTo>
                    <a:pt x="1004" y="716"/>
                  </a:lnTo>
                  <a:lnTo>
                    <a:pt x="1002" y="717"/>
                  </a:lnTo>
                  <a:lnTo>
                    <a:pt x="999" y="721"/>
                  </a:lnTo>
                  <a:lnTo>
                    <a:pt x="995" y="731"/>
                  </a:lnTo>
                  <a:lnTo>
                    <a:pt x="993" y="744"/>
                  </a:lnTo>
                  <a:lnTo>
                    <a:pt x="990" y="752"/>
                  </a:lnTo>
                  <a:lnTo>
                    <a:pt x="981" y="761"/>
                  </a:lnTo>
                  <a:lnTo>
                    <a:pt x="966" y="771"/>
                  </a:lnTo>
                  <a:lnTo>
                    <a:pt x="946" y="780"/>
                  </a:lnTo>
                  <a:lnTo>
                    <a:pt x="929" y="787"/>
                  </a:lnTo>
                  <a:lnTo>
                    <a:pt x="913" y="791"/>
                  </a:lnTo>
                  <a:lnTo>
                    <a:pt x="913" y="787"/>
                  </a:lnTo>
                  <a:lnTo>
                    <a:pt x="913" y="784"/>
                  </a:lnTo>
                  <a:lnTo>
                    <a:pt x="911" y="784"/>
                  </a:lnTo>
                  <a:lnTo>
                    <a:pt x="911" y="782"/>
                  </a:lnTo>
                  <a:lnTo>
                    <a:pt x="910" y="780"/>
                  </a:lnTo>
                  <a:lnTo>
                    <a:pt x="908" y="794"/>
                  </a:lnTo>
                  <a:lnTo>
                    <a:pt x="903" y="806"/>
                  </a:lnTo>
                  <a:lnTo>
                    <a:pt x="899" y="817"/>
                  </a:lnTo>
                  <a:lnTo>
                    <a:pt x="894" y="827"/>
                  </a:lnTo>
                  <a:lnTo>
                    <a:pt x="890" y="841"/>
                  </a:lnTo>
                  <a:lnTo>
                    <a:pt x="894" y="843"/>
                  </a:lnTo>
                  <a:lnTo>
                    <a:pt x="894" y="845"/>
                  </a:lnTo>
                  <a:lnTo>
                    <a:pt x="896" y="845"/>
                  </a:lnTo>
                  <a:lnTo>
                    <a:pt x="896" y="845"/>
                  </a:lnTo>
                  <a:lnTo>
                    <a:pt x="896" y="847"/>
                  </a:lnTo>
                  <a:lnTo>
                    <a:pt x="894" y="848"/>
                  </a:lnTo>
                  <a:lnTo>
                    <a:pt x="890" y="852"/>
                  </a:lnTo>
                  <a:lnTo>
                    <a:pt x="887" y="854"/>
                  </a:lnTo>
                  <a:lnTo>
                    <a:pt x="884" y="857"/>
                  </a:lnTo>
                  <a:lnTo>
                    <a:pt x="880" y="859"/>
                  </a:lnTo>
                  <a:lnTo>
                    <a:pt x="878" y="862"/>
                  </a:lnTo>
                  <a:lnTo>
                    <a:pt x="875" y="867"/>
                  </a:lnTo>
                  <a:lnTo>
                    <a:pt x="868" y="887"/>
                  </a:lnTo>
                  <a:lnTo>
                    <a:pt x="863" y="908"/>
                  </a:lnTo>
                  <a:lnTo>
                    <a:pt x="861" y="932"/>
                  </a:lnTo>
                  <a:lnTo>
                    <a:pt x="857" y="955"/>
                  </a:lnTo>
                  <a:lnTo>
                    <a:pt x="852" y="976"/>
                  </a:lnTo>
                  <a:lnTo>
                    <a:pt x="849" y="974"/>
                  </a:lnTo>
                  <a:lnTo>
                    <a:pt x="849" y="974"/>
                  </a:lnTo>
                  <a:lnTo>
                    <a:pt x="847" y="974"/>
                  </a:lnTo>
                  <a:lnTo>
                    <a:pt x="847" y="972"/>
                  </a:lnTo>
                  <a:lnTo>
                    <a:pt x="845" y="972"/>
                  </a:lnTo>
                  <a:lnTo>
                    <a:pt x="840" y="969"/>
                  </a:lnTo>
                  <a:lnTo>
                    <a:pt x="831" y="962"/>
                  </a:lnTo>
                  <a:lnTo>
                    <a:pt x="817" y="953"/>
                  </a:lnTo>
                  <a:lnTo>
                    <a:pt x="801" y="944"/>
                  </a:lnTo>
                  <a:lnTo>
                    <a:pt x="786" y="934"/>
                  </a:lnTo>
                  <a:lnTo>
                    <a:pt x="774" y="925"/>
                  </a:lnTo>
                  <a:lnTo>
                    <a:pt x="763" y="920"/>
                  </a:lnTo>
                  <a:lnTo>
                    <a:pt x="760" y="918"/>
                  </a:lnTo>
                  <a:lnTo>
                    <a:pt x="756" y="880"/>
                  </a:lnTo>
                  <a:lnTo>
                    <a:pt x="754" y="876"/>
                  </a:lnTo>
                  <a:lnTo>
                    <a:pt x="749" y="873"/>
                  </a:lnTo>
                  <a:lnTo>
                    <a:pt x="746" y="871"/>
                  </a:lnTo>
                  <a:lnTo>
                    <a:pt x="740" y="867"/>
                  </a:lnTo>
                  <a:lnTo>
                    <a:pt x="737" y="864"/>
                  </a:lnTo>
                  <a:lnTo>
                    <a:pt x="740" y="862"/>
                  </a:lnTo>
                  <a:lnTo>
                    <a:pt x="740" y="860"/>
                  </a:lnTo>
                  <a:lnTo>
                    <a:pt x="742" y="859"/>
                  </a:lnTo>
                  <a:lnTo>
                    <a:pt x="742" y="859"/>
                  </a:lnTo>
                  <a:lnTo>
                    <a:pt x="744" y="855"/>
                  </a:lnTo>
                  <a:lnTo>
                    <a:pt x="746" y="852"/>
                  </a:lnTo>
                  <a:lnTo>
                    <a:pt x="737" y="852"/>
                  </a:lnTo>
                  <a:lnTo>
                    <a:pt x="732" y="852"/>
                  </a:lnTo>
                  <a:lnTo>
                    <a:pt x="728" y="852"/>
                  </a:lnTo>
                  <a:lnTo>
                    <a:pt x="726" y="850"/>
                  </a:lnTo>
                  <a:lnTo>
                    <a:pt x="725" y="847"/>
                  </a:lnTo>
                  <a:lnTo>
                    <a:pt x="721" y="841"/>
                  </a:lnTo>
                  <a:lnTo>
                    <a:pt x="719" y="838"/>
                  </a:lnTo>
                  <a:lnTo>
                    <a:pt x="719" y="834"/>
                  </a:lnTo>
                  <a:lnTo>
                    <a:pt x="719" y="833"/>
                  </a:lnTo>
                  <a:lnTo>
                    <a:pt x="719" y="829"/>
                  </a:lnTo>
                  <a:lnTo>
                    <a:pt x="721" y="826"/>
                  </a:lnTo>
                  <a:lnTo>
                    <a:pt x="721" y="822"/>
                  </a:lnTo>
                  <a:lnTo>
                    <a:pt x="711" y="822"/>
                  </a:lnTo>
                  <a:lnTo>
                    <a:pt x="711" y="817"/>
                  </a:lnTo>
                  <a:lnTo>
                    <a:pt x="712" y="812"/>
                  </a:lnTo>
                  <a:lnTo>
                    <a:pt x="714" y="810"/>
                  </a:lnTo>
                  <a:lnTo>
                    <a:pt x="714" y="806"/>
                  </a:lnTo>
                  <a:lnTo>
                    <a:pt x="716" y="803"/>
                  </a:lnTo>
                  <a:lnTo>
                    <a:pt x="718" y="798"/>
                  </a:lnTo>
                  <a:lnTo>
                    <a:pt x="712" y="798"/>
                  </a:lnTo>
                  <a:lnTo>
                    <a:pt x="707" y="798"/>
                  </a:lnTo>
                  <a:lnTo>
                    <a:pt x="704" y="796"/>
                  </a:lnTo>
                  <a:lnTo>
                    <a:pt x="698" y="794"/>
                  </a:lnTo>
                  <a:lnTo>
                    <a:pt x="697" y="768"/>
                  </a:lnTo>
                  <a:lnTo>
                    <a:pt x="695" y="744"/>
                  </a:lnTo>
                  <a:lnTo>
                    <a:pt x="695" y="721"/>
                  </a:lnTo>
                  <a:lnTo>
                    <a:pt x="702" y="698"/>
                  </a:lnTo>
                  <a:lnTo>
                    <a:pt x="709" y="688"/>
                  </a:lnTo>
                  <a:lnTo>
                    <a:pt x="718" y="681"/>
                  </a:lnTo>
                  <a:lnTo>
                    <a:pt x="725" y="675"/>
                  </a:lnTo>
                  <a:lnTo>
                    <a:pt x="730" y="667"/>
                  </a:lnTo>
                  <a:lnTo>
                    <a:pt x="735" y="656"/>
                  </a:lnTo>
                  <a:lnTo>
                    <a:pt x="737" y="637"/>
                  </a:lnTo>
                  <a:lnTo>
                    <a:pt x="733" y="637"/>
                  </a:lnTo>
                  <a:lnTo>
                    <a:pt x="730" y="641"/>
                  </a:lnTo>
                  <a:lnTo>
                    <a:pt x="726" y="642"/>
                  </a:lnTo>
                  <a:lnTo>
                    <a:pt x="725" y="642"/>
                  </a:lnTo>
                  <a:lnTo>
                    <a:pt x="721" y="642"/>
                  </a:lnTo>
                  <a:lnTo>
                    <a:pt x="718" y="641"/>
                  </a:lnTo>
                  <a:lnTo>
                    <a:pt x="704" y="637"/>
                  </a:lnTo>
                  <a:lnTo>
                    <a:pt x="693" y="630"/>
                  </a:lnTo>
                  <a:lnTo>
                    <a:pt x="686" y="620"/>
                  </a:lnTo>
                  <a:lnTo>
                    <a:pt x="683" y="602"/>
                  </a:lnTo>
                  <a:lnTo>
                    <a:pt x="688" y="602"/>
                  </a:lnTo>
                  <a:lnTo>
                    <a:pt x="688" y="599"/>
                  </a:lnTo>
                  <a:lnTo>
                    <a:pt x="697" y="604"/>
                  </a:lnTo>
                  <a:lnTo>
                    <a:pt x="707" y="611"/>
                  </a:lnTo>
                  <a:lnTo>
                    <a:pt x="716" y="614"/>
                  </a:lnTo>
                  <a:lnTo>
                    <a:pt x="726" y="614"/>
                  </a:lnTo>
                  <a:lnTo>
                    <a:pt x="726" y="613"/>
                  </a:lnTo>
                  <a:lnTo>
                    <a:pt x="728" y="611"/>
                  </a:lnTo>
                  <a:lnTo>
                    <a:pt x="728" y="611"/>
                  </a:lnTo>
                  <a:lnTo>
                    <a:pt x="728" y="609"/>
                  </a:lnTo>
                  <a:lnTo>
                    <a:pt x="730" y="606"/>
                  </a:lnTo>
                  <a:lnTo>
                    <a:pt x="711" y="592"/>
                  </a:lnTo>
                  <a:lnTo>
                    <a:pt x="695" y="572"/>
                  </a:lnTo>
                  <a:lnTo>
                    <a:pt x="690" y="574"/>
                  </a:lnTo>
                  <a:lnTo>
                    <a:pt x="686" y="576"/>
                  </a:lnTo>
                  <a:lnTo>
                    <a:pt x="681" y="578"/>
                  </a:lnTo>
                  <a:lnTo>
                    <a:pt x="676" y="579"/>
                  </a:lnTo>
                  <a:lnTo>
                    <a:pt x="672" y="576"/>
                  </a:lnTo>
                  <a:lnTo>
                    <a:pt x="671" y="574"/>
                  </a:lnTo>
                  <a:lnTo>
                    <a:pt x="669" y="571"/>
                  </a:lnTo>
                  <a:lnTo>
                    <a:pt x="667" y="569"/>
                  </a:lnTo>
                  <a:lnTo>
                    <a:pt x="664" y="564"/>
                  </a:lnTo>
                  <a:lnTo>
                    <a:pt x="674" y="553"/>
                  </a:lnTo>
                  <a:lnTo>
                    <a:pt x="676" y="538"/>
                  </a:lnTo>
                  <a:lnTo>
                    <a:pt x="674" y="518"/>
                  </a:lnTo>
                  <a:lnTo>
                    <a:pt x="669" y="497"/>
                  </a:lnTo>
                  <a:lnTo>
                    <a:pt x="660" y="475"/>
                  </a:lnTo>
                  <a:lnTo>
                    <a:pt x="650" y="454"/>
                  </a:lnTo>
                  <a:lnTo>
                    <a:pt x="637" y="435"/>
                  </a:lnTo>
                  <a:lnTo>
                    <a:pt x="627" y="417"/>
                  </a:lnTo>
                  <a:lnTo>
                    <a:pt x="618" y="403"/>
                  </a:lnTo>
                  <a:lnTo>
                    <a:pt x="597" y="389"/>
                  </a:lnTo>
                  <a:lnTo>
                    <a:pt x="573" y="384"/>
                  </a:lnTo>
                  <a:lnTo>
                    <a:pt x="548" y="384"/>
                  </a:lnTo>
                  <a:lnTo>
                    <a:pt x="520" y="384"/>
                  </a:lnTo>
                  <a:lnTo>
                    <a:pt x="493" y="386"/>
                  </a:lnTo>
                  <a:lnTo>
                    <a:pt x="465" y="384"/>
                  </a:lnTo>
                  <a:lnTo>
                    <a:pt x="465" y="379"/>
                  </a:lnTo>
                  <a:lnTo>
                    <a:pt x="465" y="375"/>
                  </a:lnTo>
                  <a:lnTo>
                    <a:pt x="466" y="374"/>
                  </a:lnTo>
                  <a:lnTo>
                    <a:pt x="466" y="372"/>
                  </a:lnTo>
                  <a:lnTo>
                    <a:pt x="466" y="370"/>
                  </a:lnTo>
                  <a:lnTo>
                    <a:pt x="465" y="368"/>
                  </a:lnTo>
                  <a:lnTo>
                    <a:pt x="454" y="363"/>
                  </a:lnTo>
                  <a:lnTo>
                    <a:pt x="444" y="360"/>
                  </a:lnTo>
                  <a:lnTo>
                    <a:pt x="433" y="353"/>
                  </a:lnTo>
                  <a:lnTo>
                    <a:pt x="442" y="353"/>
                  </a:lnTo>
                  <a:lnTo>
                    <a:pt x="452" y="349"/>
                  </a:lnTo>
                  <a:lnTo>
                    <a:pt x="466" y="346"/>
                  </a:lnTo>
                  <a:lnTo>
                    <a:pt x="482" y="344"/>
                  </a:lnTo>
                  <a:lnTo>
                    <a:pt x="494" y="340"/>
                  </a:lnTo>
                  <a:lnTo>
                    <a:pt x="503" y="333"/>
                  </a:lnTo>
                  <a:lnTo>
                    <a:pt x="461" y="333"/>
                  </a:lnTo>
                  <a:lnTo>
                    <a:pt x="451" y="330"/>
                  </a:lnTo>
                  <a:lnTo>
                    <a:pt x="442" y="330"/>
                  </a:lnTo>
                  <a:lnTo>
                    <a:pt x="431" y="328"/>
                  </a:lnTo>
                  <a:lnTo>
                    <a:pt x="423" y="326"/>
                  </a:lnTo>
                  <a:lnTo>
                    <a:pt x="414" y="323"/>
                  </a:lnTo>
                  <a:lnTo>
                    <a:pt x="409" y="314"/>
                  </a:lnTo>
                  <a:lnTo>
                    <a:pt x="407" y="300"/>
                  </a:lnTo>
                  <a:lnTo>
                    <a:pt x="428" y="297"/>
                  </a:lnTo>
                  <a:lnTo>
                    <a:pt x="447" y="290"/>
                  </a:lnTo>
                  <a:lnTo>
                    <a:pt x="463" y="283"/>
                  </a:lnTo>
                  <a:lnTo>
                    <a:pt x="480" y="276"/>
                  </a:lnTo>
                  <a:lnTo>
                    <a:pt x="515" y="276"/>
                  </a:lnTo>
                  <a:lnTo>
                    <a:pt x="529" y="230"/>
                  </a:lnTo>
                  <a:lnTo>
                    <a:pt x="496" y="230"/>
                  </a:lnTo>
                  <a:lnTo>
                    <a:pt x="487" y="218"/>
                  </a:lnTo>
                  <a:lnTo>
                    <a:pt x="498" y="211"/>
                  </a:lnTo>
                  <a:lnTo>
                    <a:pt x="506" y="204"/>
                  </a:lnTo>
                  <a:lnTo>
                    <a:pt x="517" y="199"/>
                  </a:lnTo>
                  <a:lnTo>
                    <a:pt x="529" y="195"/>
                  </a:lnTo>
                  <a:lnTo>
                    <a:pt x="529" y="183"/>
                  </a:lnTo>
                  <a:lnTo>
                    <a:pt x="543" y="176"/>
                  </a:lnTo>
                  <a:lnTo>
                    <a:pt x="550" y="168"/>
                  </a:lnTo>
                  <a:lnTo>
                    <a:pt x="557" y="157"/>
                  </a:lnTo>
                  <a:lnTo>
                    <a:pt x="568" y="150"/>
                  </a:lnTo>
                  <a:lnTo>
                    <a:pt x="580" y="145"/>
                  </a:lnTo>
                  <a:lnTo>
                    <a:pt x="590" y="145"/>
                  </a:lnTo>
                  <a:lnTo>
                    <a:pt x="599" y="148"/>
                  </a:lnTo>
                  <a:lnTo>
                    <a:pt x="611" y="147"/>
                  </a:lnTo>
                  <a:lnTo>
                    <a:pt x="602" y="143"/>
                  </a:lnTo>
                  <a:lnTo>
                    <a:pt x="597" y="141"/>
                  </a:lnTo>
                  <a:lnTo>
                    <a:pt x="592" y="140"/>
                  </a:lnTo>
                  <a:lnTo>
                    <a:pt x="587" y="134"/>
                  </a:lnTo>
                  <a:lnTo>
                    <a:pt x="604" y="131"/>
                  </a:lnTo>
                  <a:lnTo>
                    <a:pt x="620" y="126"/>
                  </a:lnTo>
                  <a:lnTo>
                    <a:pt x="634" y="122"/>
                  </a:lnTo>
                  <a:lnTo>
                    <a:pt x="650" y="119"/>
                  </a:lnTo>
                  <a:lnTo>
                    <a:pt x="651" y="126"/>
                  </a:lnTo>
                  <a:lnTo>
                    <a:pt x="653" y="129"/>
                  </a:lnTo>
                  <a:lnTo>
                    <a:pt x="655" y="134"/>
                  </a:lnTo>
                  <a:lnTo>
                    <a:pt x="657" y="138"/>
                  </a:lnTo>
                  <a:lnTo>
                    <a:pt x="662" y="140"/>
                  </a:lnTo>
                  <a:lnTo>
                    <a:pt x="669" y="141"/>
                  </a:lnTo>
                  <a:lnTo>
                    <a:pt x="669" y="136"/>
                  </a:lnTo>
                  <a:lnTo>
                    <a:pt x="672" y="131"/>
                  </a:lnTo>
                  <a:lnTo>
                    <a:pt x="674" y="124"/>
                  </a:lnTo>
                  <a:lnTo>
                    <a:pt x="676" y="119"/>
                  </a:lnTo>
                  <a:lnTo>
                    <a:pt x="679" y="124"/>
                  </a:lnTo>
                  <a:lnTo>
                    <a:pt x="685" y="129"/>
                  </a:lnTo>
                  <a:lnTo>
                    <a:pt x="688" y="133"/>
                  </a:lnTo>
                  <a:lnTo>
                    <a:pt x="695" y="136"/>
                  </a:lnTo>
                  <a:lnTo>
                    <a:pt x="702" y="138"/>
                  </a:lnTo>
                  <a:lnTo>
                    <a:pt x="698" y="115"/>
                  </a:lnTo>
                  <a:lnTo>
                    <a:pt x="711" y="112"/>
                  </a:lnTo>
                  <a:lnTo>
                    <a:pt x="721" y="108"/>
                  </a:lnTo>
                  <a:lnTo>
                    <a:pt x="737" y="112"/>
                  </a:lnTo>
                  <a:lnTo>
                    <a:pt x="754" y="119"/>
                  </a:lnTo>
                  <a:lnTo>
                    <a:pt x="772" y="129"/>
                  </a:lnTo>
                  <a:lnTo>
                    <a:pt x="791" y="138"/>
                  </a:lnTo>
                  <a:lnTo>
                    <a:pt x="807" y="145"/>
                  </a:lnTo>
                  <a:lnTo>
                    <a:pt x="822" y="150"/>
                  </a:lnTo>
                  <a:lnTo>
                    <a:pt x="822" y="147"/>
                  </a:lnTo>
                  <a:lnTo>
                    <a:pt x="812" y="138"/>
                  </a:lnTo>
                  <a:lnTo>
                    <a:pt x="805" y="131"/>
                  </a:lnTo>
                  <a:lnTo>
                    <a:pt x="801" y="122"/>
                  </a:lnTo>
                  <a:lnTo>
                    <a:pt x="807" y="112"/>
                  </a:lnTo>
                  <a:lnTo>
                    <a:pt x="803" y="108"/>
                  </a:lnTo>
                  <a:lnTo>
                    <a:pt x="798" y="103"/>
                  </a:lnTo>
                  <a:lnTo>
                    <a:pt x="793" y="99"/>
                  </a:lnTo>
                  <a:lnTo>
                    <a:pt x="788" y="96"/>
                  </a:lnTo>
                  <a:lnTo>
                    <a:pt x="784" y="92"/>
                  </a:lnTo>
                  <a:lnTo>
                    <a:pt x="788" y="84"/>
                  </a:lnTo>
                  <a:lnTo>
                    <a:pt x="798" y="87"/>
                  </a:lnTo>
                  <a:lnTo>
                    <a:pt x="812" y="89"/>
                  </a:lnTo>
                  <a:lnTo>
                    <a:pt x="824" y="87"/>
                  </a:lnTo>
                  <a:lnTo>
                    <a:pt x="833" y="80"/>
                  </a:lnTo>
                  <a:lnTo>
                    <a:pt x="791" y="80"/>
                  </a:lnTo>
                  <a:lnTo>
                    <a:pt x="791" y="77"/>
                  </a:lnTo>
                  <a:lnTo>
                    <a:pt x="788" y="77"/>
                  </a:lnTo>
                  <a:lnTo>
                    <a:pt x="788" y="73"/>
                  </a:lnTo>
                  <a:lnTo>
                    <a:pt x="793" y="70"/>
                  </a:lnTo>
                  <a:lnTo>
                    <a:pt x="798" y="66"/>
                  </a:lnTo>
                  <a:lnTo>
                    <a:pt x="803" y="63"/>
                  </a:lnTo>
                  <a:lnTo>
                    <a:pt x="808" y="59"/>
                  </a:lnTo>
                  <a:lnTo>
                    <a:pt x="814" y="58"/>
                  </a:lnTo>
                  <a:lnTo>
                    <a:pt x="836" y="61"/>
                  </a:lnTo>
                  <a:lnTo>
                    <a:pt x="842" y="45"/>
                  </a:lnTo>
                  <a:lnTo>
                    <a:pt x="868" y="49"/>
                  </a:lnTo>
                  <a:lnTo>
                    <a:pt x="870" y="49"/>
                  </a:lnTo>
                  <a:lnTo>
                    <a:pt x="871" y="45"/>
                  </a:lnTo>
                  <a:lnTo>
                    <a:pt x="873" y="44"/>
                  </a:lnTo>
                  <a:lnTo>
                    <a:pt x="875" y="40"/>
                  </a:lnTo>
                  <a:lnTo>
                    <a:pt x="880" y="38"/>
                  </a:lnTo>
                  <a:lnTo>
                    <a:pt x="884" y="44"/>
                  </a:lnTo>
                  <a:lnTo>
                    <a:pt x="889" y="49"/>
                  </a:lnTo>
                  <a:lnTo>
                    <a:pt x="894" y="54"/>
                  </a:lnTo>
                  <a:lnTo>
                    <a:pt x="894" y="45"/>
                  </a:lnTo>
                  <a:lnTo>
                    <a:pt x="896" y="44"/>
                  </a:lnTo>
                  <a:lnTo>
                    <a:pt x="896" y="42"/>
                  </a:lnTo>
                  <a:lnTo>
                    <a:pt x="896" y="40"/>
                  </a:lnTo>
                  <a:lnTo>
                    <a:pt x="896" y="38"/>
                  </a:lnTo>
                  <a:lnTo>
                    <a:pt x="897" y="35"/>
                  </a:lnTo>
                  <a:lnTo>
                    <a:pt x="899" y="33"/>
                  </a:lnTo>
                  <a:lnTo>
                    <a:pt x="903" y="31"/>
                  </a:lnTo>
                  <a:lnTo>
                    <a:pt x="920" y="23"/>
                  </a:lnTo>
                  <a:lnTo>
                    <a:pt x="943" y="19"/>
                  </a:lnTo>
                  <a:close/>
                  <a:moveTo>
                    <a:pt x="2205" y="16"/>
                  </a:moveTo>
                  <a:lnTo>
                    <a:pt x="2215" y="19"/>
                  </a:lnTo>
                  <a:lnTo>
                    <a:pt x="2215" y="26"/>
                  </a:lnTo>
                  <a:lnTo>
                    <a:pt x="2200" y="26"/>
                  </a:lnTo>
                  <a:lnTo>
                    <a:pt x="2205" y="16"/>
                  </a:lnTo>
                  <a:close/>
                  <a:moveTo>
                    <a:pt x="2676" y="0"/>
                  </a:moveTo>
                  <a:lnTo>
                    <a:pt x="2681" y="3"/>
                  </a:lnTo>
                  <a:lnTo>
                    <a:pt x="2685" y="7"/>
                  </a:lnTo>
                  <a:lnTo>
                    <a:pt x="2687" y="10"/>
                  </a:lnTo>
                  <a:lnTo>
                    <a:pt x="2688" y="16"/>
                  </a:lnTo>
                  <a:lnTo>
                    <a:pt x="2690" y="19"/>
                  </a:lnTo>
                  <a:lnTo>
                    <a:pt x="2692" y="24"/>
                  </a:lnTo>
                  <a:lnTo>
                    <a:pt x="2695" y="26"/>
                  </a:lnTo>
                  <a:lnTo>
                    <a:pt x="2706" y="31"/>
                  </a:lnTo>
                  <a:lnTo>
                    <a:pt x="2716" y="33"/>
                  </a:lnTo>
                  <a:lnTo>
                    <a:pt x="2723" y="33"/>
                  </a:lnTo>
                  <a:lnTo>
                    <a:pt x="2728" y="37"/>
                  </a:lnTo>
                  <a:lnTo>
                    <a:pt x="2732" y="44"/>
                  </a:lnTo>
                  <a:lnTo>
                    <a:pt x="2734" y="58"/>
                  </a:lnTo>
                  <a:lnTo>
                    <a:pt x="2732" y="59"/>
                  </a:lnTo>
                  <a:lnTo>
                    <a:pt x="2732" y="59"/>
                  </a:lnTo>
                  <a:lnTo>
                    <a:pt x="2732" y="61"/>
                  </a:lnTo>
                  <a:lnTo>
                    <a:pt x="2732" y="63"/>
                  </a:lnTo>
                  <a:lnTo>
                    <a:pt x="2730" y="65"/>
                  </a:lnTo>
                  <a:lnTo>
                    <a:pt x="2708" y="65"/>
                  </a:lnTo>
                  <a:lnTo>
                    <a:pt x="2685" y="65"/>
                  </a:lnTo>
                  <a:lnTo>
                    <a:pt x="2666" y="73"/>
                  </a:lnTo>
                  <a:lnTo>
                    <a:pt x="2662" y="75"/>
                  </a:lnTo>
                  <a:lnTo>
                    <a:pt x="2660" y="79"/>
                  </a:lnTo>
                  <a:lnTo>
                    <a:pt x="2659" y="80"/>
                  </a:lnTo>
                  <a:lnTo>
                    <a:pt x="2657" y="82"/>
                  </a:lnTo>
                  <a:lnTo>
                    <a:pt x="2655" y="84"/>
                  </a:lnTo>
                  <a:lnTo>
                    <a:pt x="2652" y="86"/>
                  </a:lnTo>
                  <a:lnTo>
                    <a:pt x="2646" y="89"/>
                  </a:lnTo>
                  <a:lnTo>
                    <a:pt x="2643" y="84"/>
                  </a:lnTo>
                  <a:lnTo>
                    <a:pt x="2641" y="80"/>
                  </a:lnTo>
                  <a:lnTo>
                    <a:pt x="2638" y="77"/>
                  </a:lnTo>
                  <a:lnTo>
                    <a:pt x="2650" y="47"/>
                  </a:lnTo>
                  <a:lnTo>
                    <a:pt x="2662" y="23"/>
                  </a:lnTo>
                  <a:lnTo>
                    <a:pt x="2676" y="0"/>
                  </a:lnTo>
                  <a:close/>
                  <a:moveTo>
                    <a:pt x="2554" y="0"/>
                  </a:moveTo>
                  <a:lnTo>
                    <a:pt x="2563" y="9"/>
                  </a:lnTo>
                  <a:lnTo>
                    <a:pt x="2568" y="19"/>
                  </a:lnTo>
                  <a:lnTo>
                    <a:pt x="2573" y="31"/>
                  </a:lnTo>
                  <a:lnTo>
                    <a:pt x="2564" y="31"/>
                  </a:lnTo>
                  <a:lnTo>
                    <a:pt x="2564" y="26"/>
                  </a:lnTo>
                  <a:lnTo>
                    <a:pt x="2561" y="23"/>
                  </a:lnTo>
                  <a:lnTo>
                    <a:pt x="2557" y="19"/>
                  </a:lnTo>
                  <a:lnTo>
                    <a:pt x="2556" y="14"/>
                  </a:lnTo>
                  <a:lnTo>
                    <a:pt x="2554" y="9"/>
                  </a:lnTo>
                  <a:lnTo>
                    <a:pt x="2554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Worldmap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9" name="Freeform 8"/>
          <p:cNvSpPr/>
          <p:nvPr/>
        </p:nvSpPr>
        <p:spPr>
          <a:xfrm>
            <a:off x="575806" y="3540040"/>
            <a:ext cx="3079063" cy="231859"/>
          </a:xfrm>
          <a:custGeom>
            <a:avLst/>
            <a:gdLst>
              <a:gd name="connsiteX0" fmla="*/ 2735248 w 2735248"/>
              <a:gd name="connsiteY0" fmla="*/ 310101 h 310101"/>
              <a:gd name="connsiteX1" fmla="*/ 2472855 w 2735248"/>
              <a:gd name="connsiteY1" fmla="*/ 7951 h 310101"/>
              <a:gd name="connsiteX2" fmla="*/ 0 w 2735248"/>
              <a:gd name="connsiteY2" fmla="*/ 0 h 310101"/>
              <a:gd name="connsiteX0" fmla="*/ 3049802 w 3049802"/>
              <a:gd name="connsiteY0" fmla="*/ 0 h 334272"/>
              <a:gd name="connsiteX1" fmla="*/ 2472855 w 3049802"/>
              <a:gd name="connsiteY1" fmla="*/ 334272 h 334272"/>
              <a:gd name="connsiteX2" fmla="*/ 0 w 3049802"/>
              <a:gd name="connsiteY2" fmla="*/ 326321 h 334272"/>
              <a:gd name="connsiteX0" fmla="*/ 3079063 w 3079063"/>
              <a:gd name="connsiteY0" fmla="*/ 0 h 231859"/>
              <a:gd name="connsiteX1" fmla="*/ 2472855 w 3079063"/>
              <a:gd name="connsiteY1" fmla="*/ 231859 h 231859"/>
              <a:gd name="connsiteX2" fmla="*/ 0 w 3079063"/>
              <a:gd name="connsiteY2" fmla="*/ 223908 h 23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9063" h="231859">
                <a:moveTo>
                  <a:pt x="3079063" y="0"/>
                </a:moveTo>
                <a:lnTo>
                  <a:pt x="2472855" y="231859"/>
                </a:lnTo>
                <a:lnTo>
                  <a:pt x="0" y="223908"/>
                </a:lnTo>
              </a:path>
            </a:pathLst>
          </a:custGeom>
          <a:ln w="25400">
            <a:solidFill>
              <a:schemeClr val="tx1">
                <a:lumMod val="75000"/>
                <a:lumOff val="25000"/>
              </a:schemeClr>
            </a:solidFill>
            <a:prstDash val="sysDot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Group 9"/>
          <p:cNvGrpSpPr/>
          <p:nvPr/>
        </p:nvGrpSpPr>
        <p:grpSpPr>
          <a:xfrm>
            <a:off x="475944" y="3427895"/>
            <a:ext cx="2483978" cy="1011016"/>
            <a:chOff x="3017859" y="4195628"/>
            <a:chExt cx="1870812" cy="1011016"/>
          </a:xfrm>
        </p:grpSpPr>
        <p:sp>
          <p:nvSpPr>
            <p:cNvPr id="11" name="TextBox 10"/>
            <p:cNvSpPr txBox="1"/>
            <p:nvPr/>
          </p:nvSpPr>
          <p:spPr>
            <a:xfrm>
              <a:off x="3021856" y="4560313"/>
              <a:ext cx="1866815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17859" y="4195628"/>
              <a:ext cx="187081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4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sp>
        <p:nvSpPr>
          <p:cNvPr id="13" name="Freeform 12"/>
          <p:cNvSpPr/>
          <p:nvPr/>
        </p:nvSpPr>
        <p:spPr>
          <a:xfrm>
            <a:off x="684624" y="1680763"/>
            <a:ext cx="3254628" cy="514927"/>
          </a:xfrm>
          <a:custGeom>
            <a:avLst/>
            <a:gdLst>
              <a:gd name="connsiteX0" fmla="*/ 2735248 w 2735248"/>
              <a:gd name="connsiteY0" fmla="*/ 310101 h 310101"/>
              <a:gd name="connsiteX1" fmla="*/ 2472855 w 2735248"/>
              <a:gd name="connsiteY1" fmla="*/ 7951 h 310101"/>
              <a:gd name="connsiteX2" fmla="*/ 0 w 2735248"/>
              <a:gd name="connsiteY2" fmla="*/ 0 h 310101"/>
              <a:gd name="connsiteX0" fmla="*/ 3254628 w 3254628"/>
              <a:gd name="connsiteY0" fmla="*/ 514927 h 514927"/>
              <a:gd name="connsiteX1" fmla="*/ 2472855 w 3254628"/>
              <a:gd name="connsiteY1" fmla="*/ 7951 h 514927"/>
              <a:gd name="connsiteX2" fmla="*/ 0 w 3254628"/>
              <a:gd name="connsiteY2" fmla="*/ 0 h 51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4628" h="514927">
                <a:moveTo>
                  <a:pt x="3254628" y="514927"/>
                </a:moveTo>
                <a:lnTo>
                  <a:pt x="2472855" y="7951"/>
                </a:lnTo>
                <a:lnTo>
                  <a:pt x="0" y="0"/>
                </a:lnTo>
              </a:path>
            </a:pathLst>
          </a:custGeom>
          <a:ln w="25400">
            <a:solidFill>
              <a:schemeClr val="tx1">
                <a:lumMod val="75000"/>
                <a:lumOff val="25000"/>
              </a:schemeClr>
            </a:solidFill>
            <a:prstDash val="sysDot"/>
            <a:headEnd type="oval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Group 13"/>
          <p:cNvGrpSpPr/>
          <p:nvPr/>
        </p:nvGrpSpPr>
        <p:grpSpPr>
          <a:xfrm>
            <a:off x="584762" y="1344710"/>
            <a:ext cx="2483978" cy="1011016"/>
            <a:chOff x="3017859" y="4195628"/>
            <a:chExt cx="1870812" cy="1011016"/>
          </a:xfrm>
        </p:grpSpPr>
        <p:sp>
          <p:nvSpPr>
            <p:cNvPr id="15" name="TextBox 14"/>
            <p:cNvSpPr txBox="1"/>
            <p:nvPr/>
          </p:nvSpPr>
          <p:spPr>
            <a:xfrm>
              <a:off x="3021856" y="4560313"/>
              <a:ext cx="1866815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017859" y="4195628"/>
              <a:ext cx="187081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accent3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sp>
        <p:nvSpPr>
          <p:cNvPr id="17" name="Freeform 16"/>
          <p:cNvSpPr/>
          <p:nvPr/>
        </p:nvSpPr>
        <p:spPr>
          <a:xfrm flipH="1">
            <a:off x="5466501" y="1605201"/>
            <a:ext cx="3115639" cy="1165980"/>
          </a:xfrm>
          <a:custGeom>
            <a:avLst/>
            <a:gdLst>
              <a:gd name="connsiteX0" fmla="*/ 2735248 w 2735248"/>
              <a:gd name="connsiteY0" fmla="*/ 310101 h 310101"/>
              <a:gd name="connsiteX1" fmla="*/ 2472855 w 2735248"/>
              <a:gd name="connsiteY1" fmla="*/ 7951 h 310101"/>
              <a:gd name="connsiteX2" fmla="*/ 0 w 2735248"/>
              <a:gd name="connsiteY2" fmla="*/ 0 h 310101"/>
              <a:gd name="connsiteX0" fmla="*/ 3218052 w 3218052"/>
              <a:gd name="connsiteY0" fmla="*/ 807535 h 807535"/>
              <a:gd name="connsiteX1" fmla="*/ 2472855 w 3218052"/>
              <a:gd name="connsiteY1" fmla="*/ 7951 h 807535"/>
              <a:gd name="connsiteX2" fmla="*/ 0 w 3218052"/>
              <a:gd name="connsiteY2" fmla="*/ 0 h 807535"/>
              <a:gd name="connsiteX0" fmla="*/ 3115639 w 3115639"/>
              <a:gd name="connsiteY0" fmla="*/ 1165980 h 1165980"/>
              <a:gd name="connsiteX1" fmla="*/ 2472855 w 3115639"/>
              <a:gd name="connsiteY1" fmla="*/ 7951 h 1165980"/>
              <a:gd name="connsiteX2" fmla="*/ 0 w 3115639"/>
              <a:gd name="connsiteY2" fmla="*/ 0 h 1165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15639" h="1165980">
                <a:moveTo>
                  <a:pt x="3115639" y="1165980"/>
                </a:moveTo>
                <a:lnTo>
                  <a:pt x="2472855" y="7951"/>
                </a:lnTo>
                <a:lnTo>
                  <a:pt x="0" y="0"/>
                </a:lnTo>
              </a:path>
            </a:pathLst>
          </a:custGeom>
          <a:ln w="25400">
            <a:solidFill>
              <a:schemeClr val="tx1">
                <a:lumMod val="75000"/>
                <a:lumOff val="25000"/>
              </a:schemeClr>
            </a:solidFill>
            <a:prstDash val="sysDot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Group 17"/>
          <p:cNvGrpSpPr/>
          <p:nvPr/>
        </p:nvGrpSpPr>
        <p:grpSpPr>
          <a:xfrm>
            <a:off x="6161373" y="1275606"/>
            <a:ext cx="2483978" cy="1011016"/>
            <a:chOff x="3017859" y="4195628"/>
            <a:chExt cx="1870812" cy="1011016"/>
          </a:xfrm>
        </p:grpSpPr>
        <p:sp>
          <p:nvSpPr>
            <p:cNvPr id="19" name="TextBox 18"/>
            <p:cNvSpPr txBox="1"/>
            <p:nvPr/>
          </p:nvSpPr>
          <p:spPr>
            <a:xfrm>
              <a:off x="3021856" y="4560313"/>
              <a:ext cx="1866815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17859" y="4195628"/>
              <a:ext cx="187081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2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sp>
        <p:nvSpPr>
          <p:cNvPr id="21" name="Freeform 20"/>
          <p:cNvSpPr/>
          <p:nvPr/>
        </p:nvSpPr>
        <p:spPr>
          <a:xfrm flipH="1">
            <a:off x="4785285" y="3421973"/>
            <a:ext cx="3861789" cy="302786"/>
          </a:xfrm>
          <a:custGeom>
            <a:avLst/>
            <a:gdLst>
              <a:gd name="connsiteX0" fmla="*/ 2735248 w 2735248"/>
              <a:gd name="connsiteY0" fmla="*/ 310101 h 310101"/>
              <a:gd name="connsiteX1" fmla="*/ 2472855 w 2735248"/>
              <a:gd name="connsiteY1" fmla="*/ 7951 h 310101"/>
              <a:gd name="connsiteX2" fmla="*/ 0 w 2735248"/>
              <a:gd name="connsiteY2" fmla="*/ 0 h 310101"/>
              <a:gd name="connsiteX0" fmla="*/ 4147082 w 4147082"/>
              <a:gd name="connsiteY0" fmla="*/ 302786 h 302786"/>
              <a:gd name="connsiteX1" fmla="*/ 2472855 w 4147082"/>
              <a:gd name="connsiteY1" fmla="*/ 7951 h 302786"/>
              <a:gd name="connsiteX2" fmla="*/ 0 w 4147082"/>
              <a:gd name="connsiteY2" fmla="*/ 0 h 302786"/>
              <a:gd name="connsiteX0" fmla="*/ 3861789 w 3861789"/>
              <a:gd name="connsiteY0" fmla="*/ 302786 h 302786"/>
              <a:gd name="connsiteX1" fmla="*/ 2472855 w 3861789"/>
              <a:gd name="connsiteY1" fmla="*/ 7951 h 302786"/>
              <a:gd name="connsiteX2" fmla="*/ 0 w 3861789"/>
              <a:gd name="connsiteY2" fmla="*/ 0 h 302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1789" h="302786">
                <a:moveTo>
                  <a:pt x="3861789" y="302786"/>
                </a:moveTo>
                <a:lnTo>
                  <a:pt x="2472855" y="7951"/>
                </a:lnTo>
                <a:lnTo>
                  <a:pt x="0" y="0"/>
                </a:lnTo>
              </a:path>
            </a:pathLst>
          </a:custGeom>
          <a:ln w="25400">
            <a:solidFill>
              <a:schemeClr val="tx1">
                <a:lumMod val="75000"/>
                <a:lumOff val="25000"/>
              </a:schemeClr>
            </a:solidFill>
            <a:prstDash val="sysDot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Group 21"/>
          <p:cNvGrpSpPr/>
          <p:nvPr/>
        </p:nvGrpSpPr>
        <p:grpSpPr>
          <a:xfrm>
            <a:off x="6226307" y="3092379"/>
            <a:ext cx="2483978" cy="1011016"/>
            <a:chOff x="3017859" y="4195628"/>
            <a:chExt cx="1870812" cy="1011016"/>
          </a:xfrm>
        </p:grpSpPr>
        <p:sp>
          <p:nvSpPr>
            <p:cNvPr id="23" name="TextBox 22"/>
            <p:cNvSpPr txBox="1"/>
            <p:nvPr/>
          </p:nvSpPr>
          <p:spPr>
            <a:xfrm>
              <a:off x="3021856" y="4560313"/>
              <a:ext cx="1866815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   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017859" y="4195628"/>
              <a:ext cx="187081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5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5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4429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D2C1EFF-6393-4AE6-A345-71C0D96204A3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10" name="Rectangle 9"/>
          <p:cNvSpPr/>
          <p:nvPr/>
        </p:nvSpPr>
        <p:spPr>
          <a:xfrm>
            <a:off x="3095836" y="0"/>
            <a:ext cx="2952328" cy="51435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3184190" y="647310"/>
            <a:ext cx="2783509" cy="107721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Portfolio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5975" y="2272806"/>
            <a:ext cx="2539938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   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3" name="Text Placeholder 17"/>
          <p:cNvSpPr txBox="1">
            <a:spLocks/>
          </p:cNvSpPr>
          <p:nvPr/>
        </p:nvSpPr>
        <p:spPr>
          <a:xfrm>
            <a:off x="3819860" y="4299942"/>
            <a:ext cx="1512168" cy="288032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  <a:cs typeface="Arial" pitchFamily="34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946346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768701" y="1705582"/>
            <a:ext cx="1580694" cy="2573783"/>
            <a:chOff x="3347864" y="1043588"/>
            <a:chExt cx="2127894" cy="3464768"/>
          </a:xfrm>
        </p:grpSpPr>
        <p:grpSp>
          <p:nvGrpSpPr>
            <p:cNvPr id="5" name="Group 4"/>
            <p:cNvGrpSpPr/>
            <p:nvPr/>
          </p:nvGrpSpPr>
          <p:grpSpPr>
            <a:xfrm>
              <a:off x="3347864" y="1043588"/>
              <a:ext cx="1807516" cy="1944216"/>
              <a:chOff x="3347864" y="1043588"/>
              <a:chExt cx="1807516" cy="1944216"/>
            </a:xfrm>
          </p:grpSpPr>
          <p:sp>
            <p:nvSpPr>
              <p:cNvPr id="9" name="Up Arrow 8"/>
              <p:cNvSpPr/>
              <p:nvPr/>
            </p:nvSpPr>
            <p:spPr>
              <a:xfrm>
                <a:off x="3347864" y="1043588"/>
                <a:ext cx="864096" cy="1152128"/>
              </a:xfrm>
              <a:prstGeom prst="upArrow">
                <a:avLst>
                  <a:gd name="adj1" fmla="val 50000"/>
                  <a:gd name="adj2" fmla="val 68625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Block Arc 9"/>
              <p:cNvSpPr/>
              <p:nvPr/>
            </p:nvSpPr>
            <p:spPr>
              <a:xfrm rot="10800000">
                <a:off x="3571204" y="1403628"/>
                <a:ext cx="1584176" cy="1584176"/>
              </a:xfrm>
              <a:prstGeom prst="blockArc">
                <a:avLst>
                  <a:gd name="adj1" fmla="val 16074307"/>
                  <a:gd name="adj2" fmla="val 209627"/>
                  <a:gd name="adj3" fmla="val 27266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 rot="10800000">
              <a:off x="3668242" y="2564140"/>
              <a:ext cx="1807516" cy="1944216"/>
              <a:chOff x="3347864" y="1043588"/>
              <a:chExt cx="1807516" cy="1944216"/>
            </a:xfrm>
          </p:grpSpPr>
          <p:sp>
            <p:nvSpPr>
              <p:cNvPr id="7" name="Up Arrow 6"/>
              <p:cNvSpPr/>
              <p:nvPr/>
            </p:nvSpPr>
            <p:spPr>
              <a:xfrm>
                <a:off x="3347864" y="1043588"/>
                <a:ext cx="864096" cy="1152128"/>
              </a:xfrm>
              <a:prstGeom prst="upArrow">
                <a:avLst>
                  <a:gd name="adj1" fmla="val 50000"/>
                  <a:gd name="adj2" fmla="val 68625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Block Arc 7"/>
              <p:cNvSpPr/>
              <p:nvPr/>
            </p:nvSpPr>
            <p:spPr>
              <a:xfrm rot="10800000">
                <a:off x="3571204" y="1403628"/>
                <a:ext cx="1584176" cy="1584176"/>
              </a:xfrm>
              <a:prstGeom prst="blockArc">
                <a:avLst>
                  <a:gd name="adj1" fmla="val 16074307"/>
                  <a:gd name="adj2" fmla="val 209627"/>
                  <a:gd name="adj3" fmla="val 27266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1" name="TextBox 10"/>
          <p:cNvSpPr txBox="1"/>
          <p:nvPr/>
        </p:nvSpPr>
        <p:spPr>
          <a:xfrm>
            <a:off x="3304872" y="1346905"/>
            <a:ext cx="15695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Here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43677" y="4371950"/>
            <a:ext cx="15695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Your Text Here</a:t>
            </a:r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  <a:cs typeface="Arial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5868144" y="3057222"/>
            <a:ext cx="2821708" cy="1591727"/>
            <a:chOff x="5436096" y="2571750"/>
            <a:chExt cx="2821708" cy="1591727"/>
          </a:xfrm>
        </p:grpSpPr>
        <p:sp>
          <p:nvSpPr>
            <p:cNvPr id="14" name="TextBox 13"/>
            <p:cNvSpPr txBox="1"/>
            <p:nvPr/>
          </p:nvSpPr>
          <p:spPr>
            <a:xfrm>
              <a:off x="5436096" y="2571750"/>
              <a:ext cx="282170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Easy to change colors, </a:t>
              </a:r>
            </a:p>
            <a:p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photos and Text. 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36097" y="3147814"/>
              <a:ext cx="2821707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You can simply impress your audience and add a unique zing and appeal to your Presentations. </a:t>
              </a:r>
            </a:p>
          </p:txBody>
        </p:sp>
      </p:grpSp>
      <p:sp>
        <p:nvSpPr>
          <p:cNvPr id="16" name="Oval 15"/>
          <p:cNvSpPr/>
          <p:nvPr/>
        </p:nvSpPr>
        <p:spPr>
          <a:xfrm>
            <a:off x="6012160" y="2441399"/>
            <a:ext cx="576064" cy="57606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Group 16"/>
          <p:cNvGrpSpPr/>
          <p:nvPr/>
        </p:nvGrpSpPr>
        <p:grpSpPr>
          <a:xfrm>
            <a:off x="483165" y="1346905"/>
            <a:ext cx="2827910" cy="1583246"/>
            <a:chOff x="5436097" y="3147814"/>
            <a:chExt cx="2827910" cy="1583246"/>
          </a:xfrm>
        </p:grpSpPr>
        <p:sp>
          <p:nvSpPr>
            <p:cNvPr id="18" name="TextBox 17"/>
            <p:cNvSpPr txBox="1"/>
            <p:nvPr/>
          </p:nvSpPr>
          <p:spPr>
            <a:xfrm>
              <a:off x="5442300" y="4207840"/>
              <a:ext cx="282170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Easy to change colors, </a:t>
              </a:r>
            </a:p>
            <a:p>
              <a:pPr algn="r"/>
              <a:r>
                <a:rPr lang="en-US" altLang="ko-KR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itchFamily="34" charset="0"/>
                </a:rPr>
                <a:t>photos and Text. 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36097" y="3147814"/>
              <a:ext cx="2821707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You can simply impress your audience and add a unique zing and appeal to your Presentations. </a:t>
              </a:r>
            </a:p>
          </p:txBody>
        </p:sp>
      </p:grpSp>
      <p:sp>
        <p:nvSpPr>
          <p:cNvPr id="20" name="Oval 19"/>
          <p:cNvSpPr/>
          <p:nvPr/>
        </p:nvSpPr>
        <p:spPr>
          <a:xfrm>
            <a:off x="2555776" y="3006433"/>
            <a:ext cx="576064" cy="576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85D8DE"/>
              </a:solidFill>
            </a:endParaRPr>
          </a:p>
        </p:txBody>
      </p:sp>
      <p:sp>
        <p:nvSpPr>
          <p:cNvPr id="21" name="Rounded Rectangle 27"/>
          <p:cNvSpPr/>
          <p:nvPr/>
        </p:nvSpPr>
        <p:spPr>
          <a:xfrm>
            <a:off x="6186818" y="2642344"/>
            <a:ext cx="226748" cy="174173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Rounded Rectangle 7"/>
          <p:cNvSpPr/>
          <p:nvPr/>
        </p:nvSpPr>
        <p:spPr>
          <a:xfrm>
            <a:off x="2736851" y="3202163"/>
            <a:ext cx="213913" cy="184604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767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7658" y="2241219"/>
            <a:ext cx="3650806" cy="24929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This PowerPoint Template has clean and neutral design that can be adapted to any content and meets various market segments. With this many slides you are able to make a complete PowerPoint Presentation that best suit your needs. 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With this many slides you are able to make a complete PowerPoint Presentation that best suit your needs. </a:t>
            </a:r>
          </a:p>
          <a:p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 hope and I believe that this Template will your Time, Money and Reputation.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3762" y="1497999"/>
            <a:ext cx="2676258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96517" y="1590332"/>
            <a:ext cx="93610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/>
                </a:solidFill>
                <a:cs typeface="Arial" pitchFamily="34" charset="0"/>
              </a:rPr>
              <a:t>45</a:t>
            </a:r>
            <a:r>
              <a:rPr lang="en-US" altLang="ko-KR" sz="2000" b="1" dirty="0">
                <a:solidFill>
                  <a:schemeClr val="accent1"/>
                </a:solidFill>
                <a:cs typeface="Arial" pitchFamily="34" charset="0"/>
              </a:rPr>
              <a:t>%</a:t>
            </a:r>
            <a:endParaRPr lang="ko-KR" altLang="en-US" sz="20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97658" y="1177903"/>
            <a:ext cx="192473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Here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FE152270-7328-4E27-A28D-49C1CF87249E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719859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Chart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aphicFrame>
        <p:nvGraphicFramePr>
          <p:cNvPr id="4" name="SmartArt Placeholder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541724"/>
              </p:ext>
            </p:extLst>
          </p:nvPr>
        </p:nvGraphicFramePr>
        <p:xfrm>
          <a:off x="697056" y="1363386"/>
          <a:ext cx="3831054" cy="3285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직사각형 9"/>
          <p:cNvSpPr/>
          <p:nvPr/>
        </p:nvSpPr>
        <p:spPr>
          <a:xfrm>
            <a:off x="5140178" y="1517667"/>
            <a:ext cx="504055" cy="504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b="1" dirty="0">
                <a:cs typeface="Arial" pitchFamily="34" charset="0"/>
              </a:rPr>
              <a:t>A</a:t>
            </a:r>
            <a:endParaRPr lang="ko-KR" altLang="en-US" b="1" dirty="0">
              <a:cs typeface="Arial" pitchFamily="34" charset="0"/>
            </a:endParaRPr>
          </a:p>
        </p:txBody>
      </p:sp>
      <p:sp>
        <p:nvSpPr>
          <p:cNvPr id="6" name="직사각형 15"/>
          <p:cNvSpPr/>
          <p:nvPr/>
        </p:nvSpPr>
        <p:spPr>
          <a:xfrm>
            <a:off x="5140178" y="2151969"/>
            <a:ext cx="504055" cy="504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b="1" dirty="0">
                <a:cs typeface="Arial" pitchFamily="34" charset="0"/>
              </a:rPr>
              <a:t>B</a:t>
            </a:r>
            <a:endParaRPr lang="ko-KR" altLang="en-US" b="1" dirty="0">
              <a:cs typeface="Arial" pitchFamily="34" charset="0"/>
            </a:endParaRPr>
          </a:p>
        </p:txBody>
      </p:sp>
      <p:sp>
        <p:nvSpPr>
          <p:cNvPr id="7" name="직사각형 17"/>
          <p:cNvSpPr/>
          <p:nvPr/>
        </p:nvSpPr>
        <p:spPr>
          <a:xfrm>
            <a:off x="5140178" y="2775677"/>
            <a:ext cx="504055" cy="504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b="1" dirty="0">
                <a:cs typeface="Arial" pitchFamily="34" charset="0"/>
              </a:rPr>
              <a:t>C</a:t>
            </a:r>
            <a:endParaRPr lang="ko-KR" altLang="en-US" b="1" dirty="0">
              <a:cs typeface="Arial" pitchFamily="34" charset="0"/>
            </a:endParaRPr>
          </a:p>
        </p:txBody>
      </p:sp>
      <p:sp>
        <p:nvSpPr>
          <p:cNvPr id="8" name="직사각형 19"/>
          <p:cNvSpPr/>
          <p:nvPr/>
        </p:nvSpPr>
        <p:spPr>
          <a:xfrm>
            <a:off x="5140178" y="3399385"/>
            <a:ext cx="504055" cy="504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b="1" dirty="0">
                <a:cs typeface="Arial" pitchFamily="34" charset="0"/>
              </a:rPr>
              <a:t>D</a:t>
            </a:r>
            <a:endParaRPr lang="ko-KR" altLang="en-US" b="1" dirty="0">
              <a:cs typeface="Arial" pitchFamily="34" charset="0"/>
            </a:endParaRPr>
          </a:p>
        </p:txBody>
      </p:sp>
      <p:sp>
        <p:nvSpPr>
          <p:cNvPr id="9" name="직사각형 21"/>
          <p:cNvSpPr/>
          <p:nvPr/>
        </p:nvSpPr>
        <p:spPr>
          <a:xfrm>
            <a:off x="5140178" y="4023093"/>
            <a:ext cx="504055" cy="504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b="1" dirty="0">
                <a:cs typeface="Arial" pitchFamily="34" charset="0"/>
              </a:rPr>
              <a:t>E</a:t>
            </a:r>
            <a:endParaRPr lang="ko-KR" altLang="en-US" b="1" dirty="0">
              <a:cs typeface="Arial" pitchFamily="34" charset="0"/>
            </a:endParaRPr>
          </a:p>
        </p:txBody>
      </p:sp>
      <p:cxnSp>
        <p:nvCxnSpPr>
          <p:cNvPr id="10" name="직선 연결선 2"/>
          <p:cNvCxnSpPr/>
          <p:nvPr/>
        </p:nvCxnSpPr>
        <p:spPr>
          <a:xfrm>
            <a:off x="3015942" y="1769667"/>
            <a:ext cx="2016224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  <a:prstDash val="sysDot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24"/>
          <p:cNvCxnSpPr/>
          <p:nvPr/>
        </p:nvCxnSpPr>
        <p:spPr>
          <a:xfrm>
            <a:off x="3375982" y="2403969"/>
            <a:ext cx="1656184" cy="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  <a:prstDash val="sysDot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25"/>
          <p:cNvCxnSpPr/>
          <p:nvPr/>
        </p:nvCxnSpPr>
        <p:spPr>
          <a:xfrm>
            <a:off x="3736022" y="3027677"/>
            <a:ext cx="1296144" cy="0"/>
          </a:xfrm>
          <a:prstGeom prst="line">
            <a:avLst/>
          </a:prstGeom>
          <a:ln w="19050">
            <a:solidFill>
              <a:schemeClr val="accent3"/>
            </a:solidFill>
            <a:prstDash val="sysDot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26"/>
          <p:cNvCxnSpPr/>
          <p:nvPr/>
        </p:nvCxnSpPr>
        <p:spPr>
          <a:xfrm>
            <a:off x="4132166" y="3651385"/>
            <a:ext cx="900000" cy="0"/>
          </a:xfrm>
          <a:prstGeom prst="line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prstDash val="sysDot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27"/>
          <p:cNvCxnSpPr/>
          <p:nvPr/>
        </p:nvCxnSpPr>
        <p:spPr>
          <a:xfrm>
            <a:off x="4528110" y="4275093"/>
            <a:ext cx="504056" cy="0"/>
          </a:xfrm>
          <a:prstGeom prst="line">
            <a:avLst/>
          </a:prstGeom>
          <a:ln w="19050">
            <a:solidFill>
              <a:schemeClr val="accent5">
                <a:lumMod val="40000"/>
                <a:lumOff val="60000"/>
              </a:schemeClr>
            </a:solidFill>
            <a:prstDash val="sysDot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5749233" y="1431557"/>
            <a:ext cx="2830257" cy="676219"/>
            <a:chOff x="1472558" y="998559"/>
            <a:chExt cx="2765965" cy="676219"/>
          </a:xfrm>
        </p:grpSpPr>
        <p:sp>
          <p:nvSpPr>
            <p:cNvPr id="16" name="TextBox 15"/>
            <p:cNvSpPr txBox="1"/>
            <p:nvPr/>
          </p:nvSpPr>
          <p:spPr>
            <a:xfrm>
              <a:off x="1472558" y="1213113"/>
              <a:ext cx="2765965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749233" y="2057914"/>
            <a:ext cx="2830257" cy="676219"/>
            <a:chOff x="1472558" y="998559"/>
            <a:chExt cx="2765965" cy="676219"/>
          </a:xfrm>
        </p:grpSpPr>
        <p:sp>
          <p:nvSpPr>
            <p:cNvPr id="19" name="TextBox 18"/>
            <p:cNvSpPr txBox="1"/>
            <p:nvPr/>
          </p:nvSpPr>
          <p:spPr>
            <a:xfrm>
              <a:off x="1472558" y="1213113"/>
              <a:ext cx="2765965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749233" y="2684271"/>
            <a:ext cx="2830257" cy="676219"/>
            <a:chOff x="1472558" y="998559"/>
            <a:chExt cx="2765965" cy="676219"/>
          </a:xfrm>
        </p:grpSpPr>
        <p:sp>
          <p:nvSpPr>
            <p:cNvPr id="22" name="TextBox 21"/>
            <p:cNvSpPr txBox="1"/>
            <p:nvPr/>
          </p:nvSpPr>
          <p:spPr>
            <a:xfrm>
              <a:off x="1472558" y="1213113"/>
              <a:ext cx="2765965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749233" y="3310628"/>
            <a:ext cx="2830257" cy="676219"/>
            <a:chOff x="1472558" y="998559"/>
            <a:chExt cx="2765965" cy="676219"/>
          </a:xfrm>
        </p:grpSpPr>
        <p:sp>
          <p:nvSpPr>
            <p:cNvPr id="25" name="TextBox 24"/>
            <p:cNvSpPr txBox="1"/>
            <p:nvPr/>
          </p:nvSpPr>
          <p:spPr>
            <a:xfrm>
              <a:off x="1472558" y="1213113"/>
              <a:ext cx="2765965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749233" y="3936983"/>
            <a:ext cx="2830257" cy="676219"/>
            <a:chOff x="1472558" y="998559"/>
            <a:chExt cx="2765965" cy="676219"/>
          </a:xfrm>
        </p:grpSpPr>
        <p:sp>
          <p:nvSpPr>
            <p:cNvPr id="28" name="TextBox 27"/>
            <p:cNvSpPr txBox="1"/>
            <p:nvPr/>
          </p:nvSpPr>
          <p:spPr>
            <a:xfrm>
              <a:off x="1472558" y="1213113"/>
              <a:ext cx="2765965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5669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3"/>
          <p:cNvSpPr txBox="1">
            <a:spLocks/>
          </p:cNvSpPr>
          <p:nvPr/>
        </p:nvSpPr>
        <p:spPr>
          <a:xfrm>
            <a:off x="5940152" y="434242"/>
            <a:ext cx="2996218" cy="926353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Portfolio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0152" y="1484079"/>
            <a:ext cx="2996218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unique. This PowerPoint Template has clean and neutral design that can be adapted to any content and meets various market segments. 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CB42BE-019C-4EF7-B9A0-2C71BE468E72}"/>
              </a:ext>
            </a:extLst>
          </p:cNvPr>
          <p:cNvSpPr>
            <a:spLocks noGrp="1"/>
          </p:cNvSpPr>
          <p:nvPr>
            <p:ph type="pic" idx="11"/>
          </p:nvPr>
        </p:nvSpPr>
        <p:spPr/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A791FDBE-0E03-474B-A690-FBD63EA6CDA4}"/>
              </a:ext>
            </a:extLst>
          </p:cNvPr>
          <p:cNvSpPr>
            <a:spLocks noGrp="1"/>
          </p:cNvSpPr>
          <p:nvPr>
            <p:ph type="pic" idx="10"/>
          </p:nvPr>
        </p:nvSpPr>
        <p:spPr/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2AA024D7-7AEB-40BC-B178-C5D90F3A7938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2709567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cxnSp>
        <p:nvCxnSpPr>
          <p:cNvPr id="4" name="Straight Arrow Connector 3"/>
          <p:cNvCxnSpPr>
            <a:stCxn id="37" idx="0"/>
            <a:endCxn id="8" idx="3"/>
          </p:cNvCxnSpPr>
          <p:nvPr/>
        </p:nvCxnSpPr>
        <p:spPr>
          <a:xfrm flipV="1">
            <a:off x="4619009" y="2928594"/>
            <a:ext cx="1577239" cy="470078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37" idx="0"/>
            <a:endCxn id="9" idx="3"/>
          </p:cNvCxnSpPr>
          <p:nvPr/>
        </p:nvCxnSpPr>
        <p:spPr>
          <a:xfrm flipV="1">
            <a:off x="4619009" y="3164370"/>
            <a:ext cx="2570412" cy="234302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7" idx="0"/>
            <a:endCxn id="11" idx="2"/>
          </p:cNvCxnSpPr>
          <p:nvPr/>
        </p:nvCxnSpPr>
        <p:spPr>
          <a:xfrm>
            <a:off x="4611694" y="3398672"/>
            <a:ext cx="2812322" cy="494066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37" idx="0"/>
            <a:endCxn id="10" idx="2"/>
          </p:cNvCxnSpPr>
          <p:nvPr/>
        </p:nvCxnSpPr>
        <p:spPr>
          <a:xfrm>
            <a:off x="4619009" y="3398672"/>
            <a:ext cx="1887016" cy="953347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068735" y="2185393"/>
            <a:ext cx="870714" cy="87071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val 8"/>
          <p:cNvSpPr/>
          <p:nvPr/>
        </p:nvSpPr>
        <p:spPr>
          <a:xfrm>
            <a:off x="7058863" y="2403424"/>
            <a:ext cx="891504" cy="89150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Oval 9"/>
          <p:cNvSpPr/>
          <p:nvPr/>
        </p:nvSpPr>
        <p:spPr>
          <a:xfrm>
            <a:off x="6506025" y="3972048"/>
            <a:ext cx="759942" cy="75994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Oval 10"/>
          <p:cNvSpPr/>
          <p:nvPr/>
        </p:nvSpPr>
        <p:spPr>
          <a:xfrm>
            <a:off x="7424016" y="3202672"/>
            <a:ext cx="1380131" cy="138013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ounded Rectangle 27"/>
          <p:cNvSpPr/>
          <p:nvPr/>
        </p:nvSpPr>
        <p:spPr>
          <a:xfrm>
            <a:off x="6345916" y="2499249"/>
            <a:ext cx="316354" cy="24300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Rounded Rectangle 7"/>
          <p:cNvSpPr/>
          <p:nvPr/>
        </p:nvSpPr>
        <p:spPr>
          <a:xfrm>
            <a:off x="7987631" y="3367108"/>
            <a:ext cx="298446" cy="257555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Rectangle 23"/>
          <p:cNvSpPr/>
          <p:nvPr/>
        </p:nvSpPr>
        <p:spPr>
          <a:xfrm>
            <a:off x="6660420" y="4211201"/>
            <a:ext cx="451151" cy="265378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9"/>
          <p:cNvSpPr/>
          <p:nvPr/>
        </p:nvSpPr>
        <p:spPr>
          <a:xfrm>
            <a:off x="7361225" y="2705409"/>
            <a:ext cx="307163" cy="28753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Group 15"/>
          <p:cNvGrpSpPr/>
          <p:nvPr/>
        </p:nvGrpSpPr>
        <p:grpSpPr>
          <a:xfrm>
            <a:off x="7472438" y="3673854"/>
            <a:ext cx="1319916" cy="863315"/>
            <a:chOff x="3233964" y="1954419"/>
            <a:chExt cx="1410044" cy="863315"/>
          </a:xfrm>
        </p:grpSpPr>
        <p:sp>
          <p:nvSpPr>
            <p:cNvPr id="17" name="TextBox 16"/>
            <p:cNvSpPr txBox="1"/>
            <p:nvPr/>
          </p:nvSpPr>
          <p:spPr>
            <a:xfrm>
              <a:off x="3233964" y="1954419"/>
              <a:ext cx="140051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43489" y="2171403"/>
              <a:ext cx="1400519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cxnSp>
        <p:nvCxnSpPr>
          <p:cNvPr id="19" name="Straight Arrow Connector 18"/>
          <p:cNvCxnSpPr>
            <a:endCxn id="23" idx="3"/>
          </p:cNvCxnSpPr>
          <p:nvPr/>
        </p:nvCxnSpPr>
        <p:spPr>
          <a:xfrm flipH="1" flipV="1">
            <a:off x="3031336" y="2928594"/>
            <a:ext cx="1577239" cy="470078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24" idx="3"/>
          </p:cNvCxnSpPr>
          <p:nvPr/>
        </p:nvCxnSpPr>
        <p:spPr>
          <a:xfrm flipH="1" flipV="1">
            <a:off x="2038163" y="3164370"/>
            <a:ext cx="2570412" cy="234302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26" idx="2"/>
          </p:cNvCxnSpPr>
          <p:nvPr/>
        </p:nvCxnSpPr>
        <p:spPr>
          <a:xfrm flipH="1">
            <a:off x="1803568" y="3398672"/>
            <a:ext cx="2812322" cy="494066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25" idx="2"/>
          </p:cNvCxnSpPr>
          <p:nvPr/>
        </p:nvCxnSpPr>
        <p:spPr>
          <a:xfrm flipH="1">
            <a:off x="2721559" y="3398672"/>
            <a:ext cx="1887016" cy="953347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 flipH="1">
            <a:off x="2288135" y="2185393"/>
            <a:ext cx="870714" cy="87071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Oval 23"/>
          <p:cNvSpPr/>
          <p:nvPr/>
        </p:nvSpPr>
        <p:spPr>
          <a:xfrm flipH="1">
            <a:off x="1277217" y="2403424"/>
            <a:ext cx="891504" cy="8915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Oval 24"/>
          <p:cNvSpPr/>
          <p:nvPr/>
        </p:nvSpPr>
        <p:spPr>
          <a:xfrm flipH="1">
            <a:off x="1961617" y="3972048"/>
            <a:ext cx="759942" cy="75994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Oval 25"/>
          <p:cNvSpPr/>
          <p:nvPr/>
        </p:nvSpPr>
        <p:spPr>
          <a:xfrm flipH="1">
            <a:off x="423437" y="3202672"/>
            <a:ext cx="1380131" cy="1380131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Group 26"/>
          <p:cNvGrpSpPr/>
          <p:nvPr/>
        </p:nvGrpSpPr>
        <p:grpSpPr>
          <a:xfrm>
            <a:off x="458002" y="3653481"/>
            <a:ext cx="1319916" cy="863315"/>
            <a:chOff x="414112" y="3041945"/>
            <a:chExt cx="1319916" cy="863315"/>
          </a:xfrm>
        </p:grpSpPr>
        <p:sp>
          <p:nvSpPr>
            <p:cNvPr id="28" name="TextBox 27"/>
            <p:cNvSpPr txBox="1"/>
            <p:nvPr/>
          </p:nvSpPr>
          <p:spPr>
            <a:xfrm>
              <a:off x="414112" y="3041945"/>
              <a:ext cx="131100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23028" y="3258929"/>
              <a:ext cx="1311000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0" name="Rounded Rectangle 27"/>
          <p:cNvSpPr/>
          <p:nvPr/>
        </p:nvSpPr>
        <p:spPr>
          <a:xfrm>
            <a:off x="1564792" y="2706406"/>
            <a:ext cx="316354" cy="24300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Rounded Rectangle 7"/>
          <p:cNvSpPr/>
          <p:nvPr/>
        </p:nvSpPr>
        <p:spPr>
          <a:xfrm>
            <a:off x="2192365" y="4207820"/>
            <a:ext cx="298446" cy="257555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Rectangle 23"/>
          <p:cNvSpPr/>
          <p:nvPr/>
        </p:nvSpPr>
        <p:spPr>
          <a:xfrm>
            <a:off x="896842" y="3359285"/>
            <a:ext cx="451151" cy="265378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Rectangle 9"/>
          <p:cNvSpPr/>
          <p:nvPr/>
        </p:nvSpPr>
        <p:spPr>
          <a:xfrm>
            <a:off x="2569910" y="2476984"/>
            <a:ext cx="307163" cy="28753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Oval 33"/>
          <p:cNvSpPr/>
          <p:nvPr/>
        </p:nvSpPr>
        <p:spPr>
          <a:xfrm>
            <a:off x="3626951" y="2567788"/>
            <a:ext cx="1897587" cy="189758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Oval 21"/>
          <p:cNvSpPr>
            <a:spLocks noChangeAspect="1"/>
          </p:cNvSpPr>
          <p:nvPr/>
        </p:nvSpPr>
        <p:spPr>
          <a:xfrm>
            <a:off x="4316847" y="2850444"/>
            <a:ext cx="517795" cy="52212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6" name="Group 35"/>
          <p:cNvGrpSpPr/>
          <p:nvPr/>
        </p:nvGrpSpPr>
        <p:grpSpPr>
          <a:xfrm>
            <a:off x="3930143" y="3398672"/>
            <a:ext cx="1364351" cy="901140"/>
            <a:chOff x="-475010" y="1084917"/>
            <a:chExt cx="3085230" cy="901140"/>
          </a:xfrm>
        </p:grpSpPr>
        <p:sp>
          <p:nvSpPr>
            <p:cNvPr id="37" name="TextBox 36"/>
            <p:cNvSpPr txBox="1"/>
            <p:nvPr/>
          </p:nvSpPr>
          <p:spPr>
            <a:xfrm>
              <a:off x="-475010" y="1084917"/>
              <a:ext cx="3082405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-460976" y="1339726"/>
              <a:ext cx="3071196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Easy to change colors, photos and Text.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70528" y="1247488"/>
            <a:ext cx="7776416" cy="708252"/>
            <a:chOff x="7164288" y="856926"/>
            <a:chExt cx="1439711" cy="708252"/>
          </a:xfrm>
        </p:grpSpPr>
        <p:sp>
          <p:nvSpPr>
            <p:cNvPr id="40" name="TextBox 39"/>
            <p:cNvSpPr txBox="1"/>
            <p:nvPr/>
          </p:nvSpPr>
          <p:spPr>
            <a:xfrm>
              <a:off x="7164288" y="856926"/>
              <a:ext cx="1439711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PowerPoint Presentation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164288" y="1103513"/>
              <a:ext cx="143971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You can simply impress your audience and add a unique zing. Easy to change colors, photos and Text.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7749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Chart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11560" y="1203598"/>
            <a:ext cx="3600399" cy="871880"/>
            <a:chOff x="80902" y="1114177"/>
            <a:chExt cx="3303444" cy="871880"/>
          </a:xfrm>
        </p:grpSpPr>
        <p:sp>
          <p:nvSpPr>
            <p:cNvPr id="5" name="TextBox 4"/>
            <p:cNvSpPr txBox="1"/>
            <p:nvPr/>
          </p:nvSpPr>
          <p:spPr>
            <a:xfrm>
              <a:off x="80902" y="1114177"/>
              <a:ext cx="3303442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915" y="1339726"/>
              <a:ext cx="3291431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</a:t>
              </a:r>
            </a:p>
          </p:txBody>
        </p:sp>
      </p:grp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765020408"/>
              </p:ext>
            </p:extLst>
          </p:nvPr>
        </p:nvGraphicFramePr>
        <p:xfrm>
          <a:off x="695182" y="2303906"/>
          <a:ext cx="2423371" cy="24280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47281" y="3635514"/>
            <a:ext cx="70714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70%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6306" y="3188269"/>
            <a:ext cx="70714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20%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31290" y="2622030"/>
            <a:ext cx="70714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10%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3219002" y="2852862"/>
            <a:ext cx="1208981" cy="1181651"/>
            <a:chOff x="7192728" y="2780854"/>
            <a:chExt cx="1208981" cy="1181651"/>
          </a:xfrm>
        </p:grpSpPr>
        <p:sp>
          <p:nvSpPr>
            <p:cNvPr id="12" name="Rectangle 11"/>
            <p:cNvSpPr/>
            <p:nvPr/>
          </p:nvSpPr>
          <p:spPr>
            <a:xfrm>
              <a:off x="7192728" y="2811218"/>
              <a:ext cx="216272" cy="2162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192728" y="3263544"/>
              <a:ext cx="216272" cy="21627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92728" y="3715870"/>
              <a:ext cx="216272" cy="216272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09000" y="2780854"/>
              <a:ext cx="99270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lnSpc>
                  <a:spcPct val="100000"/>
                </a:lnSpc>
              </a:pPr>
              <a:r>
                <a:rPr lang="en-JM" altLang="ko-KR" sz="1200" b="1" spc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 TITLE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409000" y="3233180"/>
              <a:ext cx="99270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lnSpc>
                  <a:spcPct val="100000"/>
                </a:lnSpc>
              </a:pPr>
              <a:r>
                <a:rPr lang="en-JM" altLang="ko-KR" sz="1200" b="1" spc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B TITLE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409000" y="3685506"/>
              <a:ext cx="99270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lnSpc>
                  <a:spcPct val="100000"/>
                </a:lnSpc>
              </a:pPr>
              <a:r>
                <a:rPr lang="en-JM" altLang="ko-KR" sz="1200" b="1" spc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 TITLE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866222" y="1271381"/>
            <a:ext cx="166341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Your Text  Here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405436"/>
              </p:ext>
            </p:extLst>
          </p:nvPr>
        </p:nvGraphicFramePr>
        <p:xfrm>
          <a:off x="4866222" y="1548380"/>
          <a:ext cx="3450194" cy="2307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30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4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Add Text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4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1 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4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2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4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3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4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4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</a:t>
                      </a: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0" name="Group 19"/>
          <p:cNvGrpSpPr/>
          <p:nvPr/>
        </p:nvGrpSpPr>
        <p:grpSpPr>
          <a:xfrm>
            <a:off x="4866221" y="3993325"/>
            <a:ext cx="3435581" cy="738665"/>
            <a:chOff x="6210996" y="1433695"/>
            <a:chExt cx="1712589" cy="525503"/>
          </a:xfrm>
        </p:grpSpPr>
        <p:sp>
          <p:nvSpPr>
            <p:cNvPr id="21" name="TextBox 20"/>
            <p:cNvSpPr txBox="1"/>
            <p:nvPr/>
          </p:nvSpPr>
          <p:spPr>
            <a:xfrm>
              <a:off x="6210999" y="1433695"/>
              <a:ext cx="1712586" cy="1970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210996" y="1630759"/>
              <a:ext cx="1712586" cy="32843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9549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Bent Arrow 3"/>
          <p:cNvSpPr/>
          <p:nvPr/>
        </p:nvSpPr>
        <p:spPr>
          <a:xfrm>
            <a:off x="899592" y="1275606"/>
            <a:ext cx="1512168" cy="1628489"/>
          </a:xfrm>
          <a:prstGeom prst="bentArrow">
            <a:avLst>
              <a:gd name="adj1" fmla="val 51751"/>
              <a:gd name="adj2" fmla="val 39841"/>
              <a:gd name="adj3" fmla="val 37699"/>
              <a:gd name="adj4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Bent Arrow 4"/>
          <p:cNvSpPr/>
          <p:nvPr/>
        </p:nvSpPr>
        <p:spPr>
          <a:xfrm rot="5400000">
            <a:off x="2541928" y="1433469"/>
            <a:ext cx="1512168" cy="1628489"/>
          </a:xfrm>
          <a:prstGeom prst="bentArrow">
            <a:avLst>
              <a:gd name="adj1" fmla="val 51751"/>
              <a:gd name="adj2" fmla="val 39841"/>
              <a:gd name="adj3" fmla="val 37699"/>
              <a:gd name="adj4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Bent Arrow 5"/>
          <p:cNvSpPr/>
          <p:nvPr/>
        </p:nvSpPr>
        <p:spPr>
          <a:xfrm rot="10800000">
            <a:off x="2384784" y="3147814"/>
            <a:ext cx="1512168" cy="1628489"/>
          </a:xfrm>
          <a:prstGeom prst="bentArrow">
            <a:avLst>
              <a:gd name="adj1" fmla="val 51751"/>
              <a:gd name="adj2" fmla="val 39841"/>
              <a:gd name="adj3" fmla="val 37699"/>
              <a:gd name="adj4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Bent Arrow 6"/>
          <p:cNvSpPr/>
          <p:nvPr/>
        </p:nvSpPr>
        <p:spPr>
          <a:xfrm rot="16200000">
            <a:off x="741305" y="2974898"/>
            <a:ext cx="1512168" cy="1628489"/>
          </a:xfrm>
          <a:prstGeom prst="bentArrow">
            <a:avLst>
              <a:gd name="adj1" fmla="val 51751"/>
              <a:gd name="adj2" fmla="val 39841"/>
              <a:gd name="adj3" fmla="val 37699"/>
              <a:gd name="adj4" fmla="val 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Rounded Rectangle 27"/>
          <p:cNvSpPr/>
          <p:nvPr/>
        </p:nvSpPr>
        <p:spPr>
          <a:xfrm>
            <a:off x="1655676" y="1707654"/>
            <a:ext cx="360282" cy="276746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Rectangle 9"/>
          <p:cNvSpPr/>
          <p:nvPr/>
        </p:nvSpPr>
        <p:spPr>
          <a:xfrm>
            <a:off x="1135009" y="3363838"/>
            <a:ext cx="304281" cy="2848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ounded Rectangle 7"/>
          <p:cNvSpPr/>
          <p:nvPr/>
        </p:nvSpPr>
        <p:spPr>
          <a:xfrm>
            <a:off x="3347864" y="2247713"/>
            <a:ext cx="335114" cy="289199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Round Same Side Corner Rectangle 36"/>
          <p:cNvSpPr/>
          <p:nvPr/>
        </p:nvSpPr>
        <p:spPr>
          <a:xfrm>
            <a:off x="2699792" y="4002212"/>
            <a:ext cx="331327" cy="261953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Block Arc 14"/>
          <p:cNvSpPr/>
          <p:nvPr/>
        </p:nvSpPr>
        <p:spPr>
          <a:xfrm rot="16200000">
            <a:off x="2092645" y="2715574"/>
            <a:ext cx="584277" cy="584662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 rot="16200000">
            <a:off x="2912368" y="3734102"/>
            <a:ext cx="1453832" cy="2812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Your Text Here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7802" y="4141899"/>
            <a:ext cx="1453832" cy="2812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Your Text Here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 rot="16200000">
            <a:off x="457320" y="2051181"/>
            <a:ext cx="1453832" cy="2812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Your Text Here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83767" y="1583755"/>
            <a:ext cx="1453832" cy="2812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Your Text Here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4565981" y="1275606"/>
            <a:ext cx="4038465" cy="728903"/>
            <a:chOff x="572117" y="2297666"/>
            <a:chExt cx="2436534" cy="728903"/>
          </a:xfrm>
        </p:grpSpPr>
        <p:sp>
          <p:nvSpPr>
            <p:cNvPr id="18" name="TextBox 17"/>
            <p:cNvSpPr txBox="1"/>
            <p:nvPr/>
          </p:nvSpPr>
          <p:spPr>
            <a:xfrm>
              <a:off x="572117" y="2297666"/>
              <a:ext cx="2436533" cy="2812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2118" y="2564904"/>
              <a:ext cx="2436533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 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565981" y="2165251"/>
            <a:ext cx="4038466" cy="723520"/>
            <a:chOff x="-867415" y="3168851"/>
            <a:chExt cx="3739457" cy="723520"/>
          </a:xfrm>
        </p:grpSpPr>
        <p:sp>
          <p:nvSpPr>
            <p:cNvPr id="21" name="TextBox 20"/>
            <p:cNvSpPr txBox="1"/>
            <p:nvPr/>
          </p:nvSpPr>
          <p:spPr>
            <a:xfrm>
              <a:off x="-867415" y="3168851"/>
              <a:ext cx="3739457" cy="2812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2">
                      <a:lumMod val="7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2">
                    <a:lumMod val="7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-867415" y="3430706"/>
              <a:ext cx="3739457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565981" y="3049513"/>
            <a:ext cx="4038463" cy="724416"/>
            <a:chOff x="-264176" y="4096598"/>
            <a:chExt cx="3739454" cy="724416"/>
          </a:xfrm>
        </p:grpSpPr>
        <p:sp>
          <p:nvSpPr>
            <p:cNvPr id="24" name="TextBox 23"/>
            <p:cNvSpPr txBox="1"/>
            <p:nvPr/>
          </p:nvSpPr>
          <p:spPr>
            <a:xfrm>
              <a:off x="-264176" y="4096598"/>
              <a:ext cx="3739454" cy="2812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3"/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-264176" y="4359349"/>
              <a:ext cx="373945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565981" y="3934670"/>
            <a:ext cx="4070417" cy="725312"/>
            <a:chOff x="-264176" y="5080906"/>
            <a:chExt cx="3769043" cy="725312"/>
          </a:xfrm>
        </p:grpSpPr>
        <p:sp>
          <p:nvSpPr>
            <p:cNvPr id="27" name="TextBox 26"/>
            <p:cNvSpPr txBox="1"/>
            <p:nvPr/>
          </p:nvSpPr>
          <p:spPr>
            <a:xfrm>
              <a:off x="-264176" y="5080906"/>
              <a:ext cx="3769043" cy="2812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4">
                      <a:lumMod val="7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accent4">
                    <a:lumMod val="7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-264176" y="5344553"/>
              <a:ext cx="3769043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1012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5D8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3"/>
          <p:cNvSpPr txBox="1">
            <a:spLocks/>
          </p:cNvSpPr>
          <p:nvPr/>
        </p:nvSpPr>
        <p:spPr>
          <a:xfrm>
            <a:off x="539552" y="572274"/>
            <a:ext cx="3014362" cy="1551077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Simple </a:t>
            </a:r>
            <a:r>
              <a:rPr lang="en-US" altLang="ko-KR" sz="28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Portfolio Presentation Designed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552" y="2220084"/>
            <a:ext cx="249139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Content Placeholder 4"/>
          <p:cNvSpPr txBox="1">
            <a:spLocks/>
          </p:cNvSpPr>
          <p:nvPr/>
        </p:nvSpPr>
        <p:spPr>
          <a:xfrm>
            <a:off x="539552" y="3147814"/>
            <a:ext cx="2479395" cy="1584176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This PowerPoint Template has clean and neutral design that can be adapted to any content and meets various market segments. With this many slides you are able to make a complete PowerPoint Presentation that best suit your needs. 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244423-1247-47CF-83EC-0CD11112C704}"/>
              </a:ext>
            </a:extLst>
          </p:cNvPr>
          <p:cNvSpPr>
            <a:spLocks noGrp="1"/>
          </p:cNvSpPr>
          <p:nvPr>
            <p:ph type="pic" idx="13"/>
          </p:nvPr>
        </p:nvSpPr>
        <p:spPr/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B15AE883-AD35-46BC-8698-A41D0FF7C21A}"/>
              </a:ext>
            </a:extLst>
          </p:cNvPr>
          <p:cNvSpPr>
            <a:spLocks noGrp="1"/>
          </p:cNvSpPr>
          <p:nvPr>
            <p:ph type="pic" idx="16"/>
          </p:nvPr>
        </p:nvSpPr>
        <p:spPr/>
      </p:sp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D710264D-C89B-4299-9264-558F500EF42B}"/>
              </a:ext>
            </a:extLst>
          </p:cNvPr>
          <p:cNvSpPr>
            <a:spLocks noGrp="1"/>
          </p:cNvSpPr>
          <p:nvPr>
            <p:ph type="pic" idx="17"/>
          </p:nvPr>
        </p:nvSpPr>
        <p:spPr/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E14C4194-7400-4F85-91D4-715EE186B1AB}"/>
              </a:ext>
            </a:extLst>
          </p:cNvPr>
          <p:cNvSpPr>
            <a:spLocks noGrp="1"/>
          </p:cNvSpPr>
          <p:nvPr>
            <p:ph type="pic" idx="15"/>
          </p:nvPr>
        </p:nvSpPr>
        <p:spPr/>
      </p:sp>
      <p:sp>
        <p:nvSpPr>
          <p:cNvPr id="14" name="그림 개체 틀 13">
            <a:extLst>
              <a:ext uri="{FF2B5EF4-FFF2-40B4-BE49-F238E27FC236}">
                <a16:creationId xmlns:a16="http://schemas.microsoft.com/office/drawing/2014/main" id="{B5E7E9A9-3471-45F4-A539-2B4529595A50}"/>
              </a:ext>
            </a:extLst>
          </p:cNvPr>
          <p:cNvSpPr>
            <a:spLocks noGrp="1"/>
          </p:cNvSpPr>
          <p:nvPr>
            <p:ph type="pic" idx="18"/>
          </p:nvPr>
        </p:nvSpPr>
        <p:spPr/>
      </p:sp>
    </p:spTree>
    <p:extLst>
      <p:ext uri="{BB962C8B-B14F-4D97-AF65-F5344CB8AC3E}">
        <p14:creationId xmlns:p14="http://schemas.microsoft.com/office/powerpoint/2010/main" val="1763418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Table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979496"/>
              </p:ext>
            </p:extLst>
          </p:nvPr>
        </p:nvGraphicFramePr>
        <p:xfrm>
          <a:off x="693321" y="1319986"/>
          <a:ext cx="1847825" cy="34145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65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2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$52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6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6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6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1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029521"/>
              </p:ext>
            </p:extLst>
          </p:nvPr>
        </p:nvGraphicFramePr>
        <p:xfrm>
          <a:off x="2661540" y="1318217"/>
          <a:ext cx="1847825" cy="34145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65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2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$60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6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6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6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1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538106"/>
              </p:ext>
            </p:extLst>
          </p:nvPr>
        </p:nvGraphicFramePr>
        <p:xfrm>
          <a:off x="4629759" y="1316448"/>
          <a:ext cx="1847825" cy="34145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65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2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$45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6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6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6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1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667854"/>
              </p:ext>
            </p:extLst>
          </p:nvPr>
        </p:nvGraphicFramePr>
        <p:xfrm>
          <a:off x="6597977" y="1314679"/>
          <a:ext cx="1847825" cy="34145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4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65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Your Text  Here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2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$70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6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D8D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6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D8D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65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D8D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D8D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5D8D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Your Text</a:t>
                      </a:r>
                      <a:r>
                        <a:rPr lang="en-US" altLang="ko-KR" sz="1200" b="1" baseline="0" dirty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  Here</a:t>
                      </a:r>
                      <a:endParaRPr lang="en-US" altLang="ko-KR" sz="12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621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5536" y="195486"/>
            <a:ext cx="8424936" cy="576064"/>
          </a:xfrm>
        </p:spPr>
        <p:txBody>
          <a:bodyPr anchor="ctr"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395536" y="771550"/>
            <a:ext cx="8424936" cy="288032"/>
          </a:xfrm>
        </p:spPr>
        <p:txBody>
          <a:bodyPr anchor="ctr"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4" name="Group 3"/>
          <p:cNvGrpSpPr/>
          <p:nvPr/>
        </p:nvGrpSpPr>
        <p:grpSpPr>
          <a:xfrm rot="2700000">
            <a:off x="948343" y="1730764"/>
            <a:ext cx="2544632" cy="2883946"/>
            <a:chOff x="4242525" y="2067694"/>
            <a:chExt cx="2223612" cy="2520120"/>
          </a:xfrm>
          <a:solidFill>
            <a:srgbClr val="85D8DE"/>
          </a:solidFill>
        </p:grpSpPr>
        <p:sp>
          <p:nvSpPr>
            <p:cNvPr id="5" name="Rounded Rectangle 4"/>
            <p:cNvSpPr/>
            <p:nvPr/>
          </p:nvSpPr>
          <p:spPr>
            <a:xfrm>
              <a:off x="4242525" y="3147814"/>
              <a:ext cx="1440000" cy="1440000"/>
            </a:xfrm>
            <a:prstGeom prst="roundRect">
              <a:avLst>
                <a:gd name="adj" fmla="val 1346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680455" y="2067694"/>
              <a:ext cx="1008000" cy="1008000"/>
            </a:xfrm>
            <a:prstGeom prst="roundRect">
              <a:avLst>
                <a:gd name="adj" fmla="val 13467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746137" y="3147814"/>
              <a:ext cx="720000" cy="720000"/>
            </a:xfrm>
            <a:prstGeom prst="roundRect">
              <a:avLst>
                <a:gd name="adj" fmla="val 13467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764217" y="2517614"/>
              <a:ext cx="540000" cy="540000"/>
            </a:xfrm>
            <a:prstGeom prst="roundRect">
              <a:avLst>
                <a:gd name="adj" fmla="val 1346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920178" y="2877204"/>
            <a:ext cx="1189749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cs typeface="Arial" pitchFamily="34" charset="0"/>
              </a:rPr>
              <a:t>60</a:t>
            </a: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20894" y="2131090"/>
            <a:ext cx="845103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30</a:t>
            </a:r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76999" y="3695962"/>
            <a:ext cx="732893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Arial" pitchFamily="34" charset="0"/>
              </a:rPr>
              <a:t>20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67643" y="3101153"/>
            <a:ext cx="57740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10</a:t>
            </a:r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3923928" y="2067694"/>
            <a:ext cx="1727068" cy="678649"/>
            <a:chOff x="3233964" y="1954419"/>
            <a:chExt cx="1410044" cy="678649"/>
          </a:xfrm>
        </p:grpSpPr>
        <p:sp>
          <p:nvSpPr>
            <p:cNvPr id="14" name="TextBox 13"/>
            <p:cNvSpPr txBox="1"/>
            <p:nvPr/>
          </p:nvSpPr>
          <p:spPr>
            <a:xfrm>
              <a:off x="3233964" y="1954419"/>
              <a:ext cx="140051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43489" y="2171403"/>
              <a:ext cx="1400519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 Presentation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923928" y="2750134"/>
            <a:ext cx="1727068" cy="678649"/>
            <a:chOff x="3233964" y="1954419"/>
            <a:chExt cx="1410044" cy="678649"/>
          </a:xfrm>
        </p:grpSpPr>
        <p:sp>
          <p:nvSpPr>
            <p:cNvPr id="17" name="TextBox 16"/>
            <p:cNvSpPr txBox="1"/>
            <p:nvPr/>
          </p:nvSpPr>
          <p:spPr>
            <a:xfrm>
              <a:off x="3233964" y="1954419"/>
              <a:ext cx="140051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43489" y="2171403"/>
              <a:ext cx="1400519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 Presentation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923928" y="3432574"/>
            <a:ext cx="1727068" cy="678649"/>
            <a:chOff x="3233964" y="1954419"/>
            <a:chExt cx="1410044" cy="678649"/>
          </a:xfrm>
        </p:grpSpPr>
        <p:sp>
          <p:nvSpPr>
            <p:cNvPr id="20" name="TextBox 19"/>
            <p:cNvSpPr txBox="1"/>
            <p:nvPr/>
          </p:nvSpPr>
          <p:spPr>
            <a:xfrm>
              <a:off x="3233964" y="1954419"/>
              <a:ext cx="140051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43489" y="2171403"/>
              <a:ext cx="1400519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 Presentation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923928" y="4115014"/>
            <a:ext cx="1727068" cy="678649"/>
            <a:chOff x="3233964" y="1954419"/>
            <a:chExt cx="1410044" cy="678649"/>
          </a:xfrm>
        </p:grpSpPr>
        <p:sp>
          <p:nvSpPr>
            <p:cNvPr id="23" name="TextBox 22"/>
            <p:cNvSpPr txBox="1"/>
            <p:nvPr/>
          </p:nvSpPr>
          <p:spPr>
            <a:xfrm>
              <a:off x="3233964" y="1954419"/>
              <a:ext cx="140051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Add Text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243489" y="2171403"/>
              <a:ext cx="1400519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Simple PowerPoint Presentation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5364088" y="411510"/>
            <a:ext cx="340351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PowerPoint Presentation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09526" y="897557"/>
            <a:ext cx="3058077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 Easy to change colors, photos and Text. Get a modern PowerPoint  Presentation that is beautifully designed. I hope and I believe that this Template will your Time, Money and Reputation. Easy to change colors, photos and Text.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014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1685507" y="1811984"/>
            <a:ext cx="2286080" cy="3015344"/>
            <a:chOff x="1685507" y="1811984"/>
            <a:chExt cx="2286080" cy="3015344"/>
          </a:xfrm>
        </p:grpSpPr>
        <p:sp>
          <p:nvSpPr>
            <p:cNvPr id="4" name="Rectangle 3"/>
            <p:cNvSpPr/>
            <p:nvPr/>
          </p:nvSpPr>
          <p:spPr>
            <a:xfrm>
              <a:off x="3863587" y="2091024"/>
              <a:ext cx="108000" cy="273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351587" y="2091024"/>
              <a:ext cx="1620000" cy="10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685507" y="1811984"/>
              <a:ext cx="666080" cy="6660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158891" y="1811984"/>
            <a:ext cx="2287256" cy="3015344"/>
            <a:chOff x="5158891" y="1811984"/>
            <a:chExt cx="2287256" cy="3015344"/>
          </a:xfrm>
        </p:grpSpPr>
        <p:sp>
          <p:nvSpPr>
            <p:cNvPr id="7" name="Rectangle 6"/>
            <p:cNvSpPr/>
            <p:nvPr/>
          </p:nvSpPr>
          <p:spPr>
            <a:xfrm>
              <a:off x="5158891" y="2091024"/>
              <a:ext cx="108000" cy="273630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158891" y="2091024"/>
              <a:ext cx="1620000" cy="10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6780067" y="1811984"/>
              <a:ext cx="666080" cy="6660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822853" y="3226405"/>
            <a:ext cx="2276381" cy="1600922"/>
            <a:chOff x="4822853" y="3226405"/>
            <a:chExt cx="2276381" cy="1600922"/>
          </a:xfrm>
          <a:gradFill>
            <a:gsLst>
              <a:gs pos="0">
                <a:srgbClr val="85D8DE">
                  <a:lumMod val="70000"/>
                </a:srgbClr>
              </a:gs>
              <a:gs pos="100000">
                <a:srgbClr val="85D8DE">
                  <a:lumMod val="70000"/>
                </a:srgbClr>
              </a:gs>
            </a:gsLst>
            <a:lin ang="5400000" scaled="0"/>
          </a:gradFill>
        </p:grpSpPr>
        <p:sp>
          <p:nvSpPr>
            <p:cNvPr id="6" name="Rectangle 5"/>
            <p:cNvSpPr/>
            <p:nvPr/>
          </p:nvSpPr>
          <p:spPr>
            <a:xfrm>
              <a:off x="4822853" y="3505444"/>
              <a:ext cx="108000" cy="132188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22853" y="3505445"/>
              <a:ext cx="1620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433154" y="3226405"/>
              <a:ext cx="666080" cy="66608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178948" y="3244253"/>
            <a:ext cx="2128676" cy="1583074"/>
            <a:chOff x="2178948" y="3244253"/>
            <a:chExt cx="2128676" cy="1583074"/>
          </a:xfrm>
          <a:gradFill>
            <a:gsLst>
              <a:gs pos="0">
                <a:srgbClr val="85D8DE">
                  <a:lumMod val="70000"/>
                </a:srgbClr>
              </a:gs>
              <a:gs pos="100000">
                <a:srgbClr val="85D8DE">
                  <a:lumMod val="70000"/>
                </a:srgbClr>
              </a:gs>
            </a:gsLst>
            <a:lin ang="5400000" scaled="0"/>
          </a:gradFill>
        </p:grpSpPr>
        <p:sp>
          <p:nvSpPr>
            <p:cNvPr id="5" name="Rectangle 4"/>
            <p:cNvSpPr/>
            <p:nvPr/>
          </p:nvSpPr>
          <p:spPr>
            <a:xfrm>
              <a:off x="4199624" y="3505444"/>
              <a:ext cx="108000" cy="132188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687624" y="3505445"/>
              <a:ext cx="1620000" cy="108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2178948" y="3244253"/>
              <a:ext cx="666080" cy="66608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08647" y="2536032"/>
            <a:ext cx="2566009" cy="694774"/>
            <a:chOff x="2551706" y="4327204"/>
            <a:chExt cx="2152228" cy="694774"/>
          </a:xfrm>
        </p:grpSpPr>
        <p:sp>
          <p:nvSpPr>
            <p:cNvPr id="17" name="TextBox 16"/>
            <p:cNvSpPr txBox="1"/>
            <p:nvPr/>
          </p:nvSpPr>
          <p:spPr>
            <a:xfrm>
              <a:off x="2551706" y="4560313"/>
              <a:ext cx="215222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551706" y="4327204"/>
              <a:ext cx="215222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12360" y="3939687"/>
            <a:ext cx="2566009" cy="694774"/>
            <a:chOff x="2551706" y="4327204"/>
            <a:chExt cx="2152228" cy="694774"/>
          </a:xfrm>
        </p:grpSpPr>
        <p:sp>
          <p:nvSpPr>
            <p:cNvPr id="20" name="TextBox 19"/>
            <p:cNvSpPr txBox="1"/>
            <p:nvPr/>
          </p:nvSpPr>
          <p:spPr>
            <a:xfrm>
              <a:off x="2551706" y="4560313"/>
              <a:ext cx="215222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51706" y="4327204"/>
              <a:ext cx="215222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254463" y="3939687"/>
            <a:ext cx="2566009" cy="694774"/>
            <a:chOff x="2551706" y="4327204"/>
            <a:chExt cx="2152228" cy="694774"/>
          </a:xfrm>
        </p:grpSpPr>
        <p:sp>
          <p:nvSpPr>
            <p:cNvPr id="23" name="TextBox 22"/>
            <p:cNvSpPr txBox="1"/>
            <p:nvPr/>
          </p:nvSpPr>
          <p:spPr>
            <a:xfrm>
              <a:off x="2551706" y="4560313"/>
              <a:ext cx="215222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51706" y="4327204"/>
              <a:ext cx="215222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444208" y="2536032"/>
            <a:ext cx="2566009" cy="694774"/>
            <a:chOff x="2551706" y="4327204"/>
            <a:chExt cx="2152228" cy="694774"/>
          </a:xfrm>
        </p:grpSpPr>
        <p:sp>
          <p:nvSpPr>
            <p:cNvPr id="26" name="TextBox 25"/>
            <p:cNvSpPr txBox="1"/>
            <p:nvPr/>
          </p:nvSpPr>
          <p:spPr>
            <a:xfrm>
              <a:off x="2551706" y="4560313"/>
              <a:ext cx="215222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551706" y="4327204"/>
              <a:ext cx="215222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0" y="4827327"/>
            <a:ext cx="9144000" cy="31617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Rectangle 9"/>
          <p:cNvSpPr/>
          <p:nvPr/>
        </p:nvSpPr>
        <p:spPr>
          <a:xfrm>
            <a:off x="2384560" y="3453241"/>
            <a:ext cx="266311" cy="249290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23"/>
          <p:cNvSpPr/>
          <p:nvPr/>
        </p:nvSpPr>
        <p:spPr>
          <a:xfrm>
            <a:off x="6955127" y="2052096"/>
            <a:ext cx="315959" cy="185855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Rectangle 30"/>
          <p:cNvSpPr/>
          <p:nvPr/>
        </p:nvSpPr>
        <p:spPr>
          <a:xfrm>
            <a:off x="1899247" y="2016048"/>
            <a:ext cx="238600" cy="237903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Oval 7"/>
          <p:cNvSpPr/>
          <p:nvPr/>
        </p:nvSpPr>
        <p:spPr>
          <a:xfrm>
            <a:off x="6638582" y="3417960"/>
            <a:ext cx="282969" cy="282969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43" name="Group 42"/>
          <p:cNvGrpSpPr/>
          <p:nvPr/>
        </p:nvGrpSpPr>
        <p:grpSpPr>
          <a:xfrm>
            <a:off x="4233358" y="1310278"/>
            <a:ext cx="666080" cy="3517050"/>
            <a:chOff x="4233358" y="1310278"/>
            <a:chExt cx="666080" cy="3517050"/>
          </a:xfrm>
          <a:gradFill>
            <a:gsLst>
              <a:gs pos="0">
                <a:srgbClr val="85D8DE">
                  <a:lumMod val="70000"/>
                </a:srgbClr>
              </a:gs>
              <a:gs pos="100000">
                <a:srgbClr val="85D8DE">
                  <a:lumMod val="70000"/>
                </a:srgbClr>
              </a:gs>
            </a:gsLst>
            <a:lin ang="5400000" scaled="0"/>
          </a:gradFill>
        </p:grpSpPr>
        <p:sp>
          <p:nvSpPr>
            <p:cNvPr id="33" name="Rectangle 32"/>
            <p:cNvSpPr/>
            <p:nvPr/>
          </p:nvSpPr>
          <p:spPr>
            <a:xfrm>
              <a:off x="4512398" y="1586968"/>
              <a:ext cx="108000" cy="32403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4233358" y="1310278"/>
              <a:ext cx="666080" cy="66608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Rectangle 9"/>
          <p:cNvSpPr/>
          <p:nvPr/>
        </p:nvSpPr>
        <p:spPr>
          <a:xfrm>
            <a:off x="4416116" y="1478674"/>
            <a:ext cx="329824" cy="32928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6" name="Group 35"/>
          <p:cNvGrpSpPr/>
          <p:nvPr/>
        </p:nvGrpSpPr>
        <p:grpSpPr>
          <a:xfrm>
            <a:off x="5030922" y="1203598"/>
            <a:ext cx="1767682" cy="879440"/>
            <a:chOff x="2551706" y="4327204"/>
            <a:chExt cx="2152228" cy="879440"/>
          </a:xfrm>
        </p:grpSpPr>
        <p:sp>
          <p:nvSpPr>
            <p:cNvPr id="37" name="TextBox 36"/>
            <p:cNvSpPr txBox="1"/>
            <p:nvPr/>
          </p:nvSpPr>
          <p:spPr>
            <a:xfrm>
              <a:off x="2551706" y="4560313"/>
              <a:ext cx="2152228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551706" y="4327204"/>
              <a:ext cx="215222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0125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Infographic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Oval 5"/>
          <p:cNvSpPr/>
          <p:nvPr/>
        </p:nvSpPr>
        <p:spPr>
          <a:xfrm>
            <a:off x="6069539" y="3938296"/>
            <a:ext cx="576064" cy="5760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6789618" y="3795886"/>
            <a:ext cx="1919111" cy="860885"/>
            <a:chOff x="1472558" y="998559"/>
            <a:chExt cx="2765965" cy="860885"/>
          </a:xfrm>
        </p:grpSpPr>
        <p:sp>
          <p:nvSpPr>
            <p:cNvPr id="8" name="TextBox 7"/>
            <p:cNvSpPr txBox="1"/>
            <p:nvPr/>
          </p:nvSpPr>
          <p:spPr>
            <a:xfrm>
              <a:off x="1472558" y="1213113"/>
              <a:ext cx="2765965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0" name="Oval 21"/>
          <p:cNvSpPr>
            <a:spLocks noChangeAspect="1"/>
          </p:cNvSpPr>
          <p:nvPr/>
        </p:nvSpPr>
        <p:spPr>
          <a:xfrm>
            <a:off x="6190342" y="4057703"/>
            <a:ext cx="334457" cy="337251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Oval 10"/>
          <p:cNvSpPr/>
          <p:nvPr/>
        </p:nvSpPr>
        <p:spPr>
          <a:xfrm>
            <a:off x="2519201" y="3938296"/>
            <a:ext cx="576064" cy="5760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51771" y="3795886"/>
            <a:ext cx="1919111" cy="860885"/>
            <a:chOff x="1472558" y="998559"/>
            <a:chExt cx="2765965" cy="860885"/>
          </a:xfrm>
        </p:grpSpPr>
        <p:sp>
          <p:nvSpPr>
            <p:cNvPr id="13" name="TextBox 12"/>
            <p:cNvSpPr txBox="1"/>
            <p:nvPr/>
          </p:nvSpPr>
          <p:spPr>
            <a:xfrm>
              <a:off x="1472558" y="1213113"/>
              <a:ext cx="2765965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5" name="Rectangle 9"/>
          <p:cNvSpPr/>
          <p:nvPr/>
        </p:nvSpPr>
        <p:spPr>
          <a:xfrm>
            <a:off x="2656958" y="4085658"/>
            <a:ext cx="300550" cy="281341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Oval 16"/>
          <p:cNvSpPr/>
          <p:nvPr/>
        </p:nvSpPr>
        <p:spPr>
          <a:xfrm>
            <a:off x="2519201" y="2715518"/>
            <a:ext cx="576064" cy="576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18" name="Group 17"/>
          <p:cNvGrpSpPr/>
          <p:nvPr/>
        </p:nvGrpSpPr>
        <p:grpSpPr>
          <a:xfrm>
            <a:off x="451771" y="2573108"/>
            <a:ext cx="1919111" cy="860885"/>
            <a:chOff x="1472558" y="998559"/>
            <a:chExt cx="2765965" cy="860885"/>
          </a:xfrm>
        </p:grpSpPr>
        <p:sp>
          <p:nvSpPr>
            <p:cNvPr id="19" name="TextBox 18"/>
            <p:cNvSpPr txBox="1"/>
            <p:nvPr/>
          </p:nvSpPr>
          <p:spPr>
            <a:xfrm>
              <a:off x="1472558" y="1213113"/>
              <a:ext cx="2765965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2" name="Oval 21"/>
          <p:cNvSpPr/>
          <p:nvPr/>
        </p:nvSpPr>
        <p:spPr>
          <a:xfrm>
            <a:off x="2519201" y="1492740"/>
            <a:ext cx="576064" cy="57606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451771" y="1350330"/>
            <a:ext cx="1919111" cy="860885"/>
            <a:chOff x="1472558" y="998559"/>
            <a:chExt cx="2765965" cy="860885"/>
          </a:xfrm>
        </p:grpSpPr>
        <p:sp>
          <p:nvSpPr>
            <p:cNvPr id="24" name="TextBox 23"/>
            <p:cNvSpPr txBox="1"/>
            <p:nvPr/>
          </p:nvSpPr>
          <p:spPr>
            <a:xfrm>
              <a:off x="1472558" y="1213113"/>
              <a:ext cx="2765965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7" name="Oval 26"/>
          <p:cNvSpPr/>
          <p:nvPr/>
        </p:nvSpPr>
        <p:spPr>
          <a:xfrm>
            <a:off x="6069539" y="2706356"/>
            <a:ext cx="576064" cy="576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28" name="Group 27"/>
          <p:cNvGrpSpPr/>
          <p:nvPr/>
        </p:nvGrpSpPr>
        <p:grpSpPr>
          <a:xfrm>
            <a:off x="6789618" y="2563946"/>
            <a:ext cx="1919111" cy="860885"/>
            <a:chOff x="1472558" y="998559"/>
            <a:chExt cx="2765965" cy="860885"/>
          </a:xfrm>
        </p:grpSpPr>
        <p:sp>
          <p:nvSpPr>
            <p:cNvPr id="29" name="TextBox 28"/>
            <p:cNvSpPr txBox="1"/>
            <p:nvPr/>
          </p:nvSpPr>
          <p:spPr>
            <a:xfrm>
              <a:off x="1472558" y="1213113"/>
              <a:ext cx="2765965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2" name="Oval 31"/>
          <p:cNvSpPr/>
          <p:nvPr/>
        </p:nvSpPr>
        <p:spPr>
          <a:xfrm>
            <a:off x="6069539" y="1474416"/>
            <a:ext cx="576064" cy="57606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33" name="Group 32"/>
          <p:cNvGrpSpPr/>
          <p:nvPr/>
        </p:nvGrpSpPr>
        <p:grpSpPr>
          <a:xfrm>
            <a:off x="6789618" y="1332006"/>
            <a:ext cx="1919111" cy="860885"/>
            <a:chOff x="1472558" y="998559"/>
            <a:chExt cx="2765965" cy="860885"/>
          </a:xfrm>
        </p:grpSpPr>
        <p:sp>
          <p:nvSpPr>
            <p:cNvPr id="34" name="TextBox 33"/>
            <p:cNvSpPr txBox="1"/>
            <p:nvPr/>
          </p:nvSpPr>
          <p:spPr>
            <a:xfrm>
              <a:off x="1472558" y="1213113"/>
              <a:ext cx="2765965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472558" y="998559"/>
              <a:ext cx="2765965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Your Text  Here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7" name="Rectangle 36"/>
          <p:cNvSpPr/>
          <p:nvPr/>
        </p:nvSpPr>
        <p:spPr>
          <a:xfrm>
            <a:off x="2682574" y="1676566"/>
            <a:ext cx="249318" cy="208411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Rounded Rectangle 27"/>
          <p:cNvSpPr/>
          <p:nvPr/>
        </p:nvSpPr>
        <p:spPr>
          <a:xfrm>
            <a:off x="2669418" y="2897829"/>
            <a:ext cx="270085" cy="207462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9" name="Rectangle 30"/>
          <p:cNvSpPr>
            <a:spLocks noChangeAspect="1"/>
          </p:cNvSpPr>
          <p:nvPr/>
        </p:nvSpPr>
        <p:spPr>
          <a:xfrm>
            <a:off x="6217594" y="1622881"/>
            <a:ext cx="279951" cy="279133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0" name="Oval 7"/>
          <p:cNvSpPr>
            <a:spLocks noChangeAspect="1"/>
          </p:cNvSpPr>
          <p:nvPr/>
        </p:nvSpPr>
        <p:spPr>
          <a:xfrm>
            <a:off x="6190342" y="2834640"/>
            <a:ext cx="320500" cy="320499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170BA5EE-1AD5-4142-978F-3554C789E6B1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2857787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Chart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2985188694"/>
              </p:ext>
            </p:extLst>
          </p:nvPr>
        </p:nvGraphicFramePr>
        <p:xfrm>
          <a:off x="395536" y="2558318"/>
          <a:ext cx="8352928" cy="735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4194" y="2724839"/>
            <a:ext cx="78192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25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93176" y="2724839"/>
            <a:ext cx="78192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30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40666" y="2724839"/>
            <a:ext cx="78192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15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21500" y="2724839"/>
            <a:ext cx="78192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35</a:t>
            </a:r>
            <a:r>
              <a:rPr lang="en-US" altLang="ko-KR" sz="1600" b="1" dirty="0">
                <a:solidFill>
                  <a:schemeClr val="bg1"/>
                </a:solidFill>
                <a:cs typeface="Arial" pitchFamily="34" charset="0"/>
              </a:rPr>
              <a:t>%</a:t>
            </a:r>
            <a:endParaRPr lang="ko-KR" altLang="en-US" sz="1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67003" y="1874221"/>
            <a:ext cx="6269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You can simply impress your audience and add a unique zing and appeal to your Presentations. .  Easy to change colors, photos and Text.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7400" y="3941643"/>
            <a:ext cx="6269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You can simply impress your audience and add a unique zing and appeal to your Presentations. .  Easy to change colors, photos and Text. </a:t>
            </a:r>
          </a:p>
        </p:txBody>
      </p:sp>
      <p:sp>
        <p:nvSpPr>
          <p:cNvPr id="17" name="Rectangle 9"/>
          <p:cNvSpPr/>
          <p:nvPr/>
        </p:nvSpPr>
        <p:spPr>
          <a:xfrm>
            <a:off x="1271338" y="3346779"/>
            <a:ext cx="332123" cy="31089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Oval 21"/>
          <p:cNvSpPr>
            <a:spLocks noChangeAspect="1"/>
          </p:cNvSpPr>
          <p:nvPr/>
        </p:nvSpPr>
        <p:spPr>
          <a:xfrm>
            <a:off x="7063606" y="3352126"/>
            <a:ext cx="297715" cy="300202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" name="Rectangle 16"/>
          <p:cNvSpPr/>
          <p:nvPr/>
        </p:nvSpPr>
        <p:spPr>
          <a:xfrm rot="1795255">
            <a:off x="5224785" y="3308635"/>
            <a:ext cx="215964" cy="387184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ounded Rectangle 7"/>
          <p:cNvSpPr/>
          <p:nvPr/>
        </p:nvSpPr>
        <p:spPr>
          <a:xfrm>
            <a:off x="3395929" y="3347548"/>
            <a:ext cx="358474" cy="30935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782679" y="1491630"/>
            <a:ext cx="557864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zing.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483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Worldmap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Freeform 9"/>
          <p:cNvSpPr>
            <a:spLocks noEditPoints="1"/>
          </p:cNvSpPr>
          <p:nvPr/>
        </p:nvSpPr>
        <p:spPr bwMode="auto">
          <a:xfrm>
            <a:off x="467544" y="1797865"/>
            <a:ext cx="4585654" cy="2808312"/>
          </a:xfrm>
          <a:custGeom>
            <a:avLst/>
            <a:gdLst>
              <a:gd name="T0" fmla="*/ 3609 w 5720"/>
              <a:gd name="T1" fmla="*/ 2874 h 3503"/>
              <a:gd name="T2" fmla="*/ 5106 w 5720"/>
              <a:gd name="T3" fmla="*/ 1874 h 3503"/>
              <a:gd name="T4" fmla="*/ 5015 w 5720"/>
              <a:gd name="T5" fmla="*/ 1600 h 3503"/>
              <a:gd name="T6" fmla="*/ 5022 w 5720"/>
              <a:gd name="T7" fmla="*/ 1512 h 3503"/>
              <a:gd name="T8" fmla="*/ 4997 w 5720"/>
              <a:gd name="T9" fmla="*/ 1441 h 3503"/>
              <a:gd name="T10" fmla="*/ 3851 w 5720"/>
              <a:gd name="T11" fmla="*/ 701 h 3503"/>
              <a:gd name="T12" fmla="*/ 3740 w 5720"/>
              <a:gd name="T13" fmla="*/ 838 h 3503"/>
              <a:gd name="T14" fmla="*/ 3769 w 5720"/>
              <a:gd name="T15" fmla="*/ 1236 h 3503"/>
              <a:gd name="T16" fmla="*/ 3844 w 5720"/>
              <a:gd name="T17" fmla="*/ 954 h 3503"/>
              <a:gd name="T18" fmla="*/ 298 w 5720"/>
              <a:gd name="T19" fmla="*/ 240 h 3503"/>
              <a:gd name="T20" fmla="*/ 466 w 5720"/>
              <a:gd name="T21" fmla="*/ 185 h 3503"/>
              <a:gd name="T22" fmla="*/ 2104 w 5720"/>
              <a:gd name="T23" fmla="*/ 283 h 3503"/>
              <a:gd name="T24" fmla="*/ 3060 w 5720"/>
              <a:gd name="T25" fmla="*/ 354 h 3503"/>
              <a:gd name="T26" fmla="*/ 3537 w 5720"/>
              <a:gd name="T27" fmla="*/ 438 h 3503"/>
              <a:gd name="T28" fmla="*/ 3411 w 5720"/>
              <a:gd name="T29" fmla="*/ 594 h 3503"/>
              <a:gd name="T30" fmla="*/ 3731 w 5720"/>
              <a:gd name="T31" fmla="*/ 598 h 3503"/>
              <a:gd name="T32" fmla="*/ 4077 w 5720"/>
              <a:gd name="T33" fmla="*/ 643 h 3503"/>
              <a:gd name="T34" fmla="*/ 4128 w 5720"/>
              <a:gd name="T35" fmla="*/ 929 h 3503"/>
              <a:gd name="T36" fmla="*/ 4293 w 5720"/>
              <a:gd name="T37" fmla="*/ 1105 h 3503"/>
              <a:gd name="T38" fmla="*/ 4375 w 5720"/>
              <a:gd name="T39" fmla="*/ 1229 h 3503"/>
              <a:gd name="T40" fmla="*/ 4866 w 5720"/>
              <a:gd name="T41" fmla="*/ 800 h 3503"/>
              <a:gd name="T42" fmla="*/ 5313 w 5720"/>
              <a:gd name="T43" fmla="*/ 440 h 3503"/>
              <a:gd name="T44" fmla="*/ 5424 w 5720"/>
              <a:gd name="T45" fmla="*/ 127 h 3503"/>
              <a:gd name="T46" fmla="*/ 5678 w 5720"/>
              <a:gd name="T47" fmla="*/ 376 h 3503"/>
              <a:gd name="T48" fmla="*/ 5551 w 5720"/>
              <a:gd name="T49" fmla="*/ 600 h 3503"/>
              <a:gd name="T50" fmla="*/ 5446 w 5720"/>
              <a:gd name="T51" fmla="*/ 838 h 3503"/>
              <a:gd name="T52" fmla="*/ 5482 w 5720"/>
              <a:gd name="T53" fmla="*/ 970 h 3503"/>
              <a:gd name="T54" fmla="*/ 5197 w 5720"/>
              <a:gd name="T55" fmla="*/ 1183 h 3503"/>
              <a:gd name="T56" fmla="*/ 5140 w 5720"/>
              <a:gd name="T57" fmla="*/ 1434 h 3503"/>
              <a:gd name="T58" fmla="*/ 5155 w 5720"/>
              <a:gd name="T59" fmla="*/ 1538 h 3503"/>
              <a:gd name="T60" fmla="*/ 5073 w 5720"/>
              <a:gd name="T61" fmla="*/ 1600 h 3503"/>
              <a:gd name="T62" fmla="*/ 5064 w 5720"/>
              <a:gd name="T63" fmla="*/ 1701 h 3503"/>
              <a:gd name="T64" fmla="*/ 5133 w 5720"/>
              <a:gd name="T65" fmla="*/ 1976 h 3503"/>
              <a:gd name="T66" fmla="*/ 5048 w 5720"/>
              <a:gd name="T67" fmla="*/ 2083 h 3503"/>
              <a:gd name="T68" fmla="*/ 4797 w 5720"/>
              <a:gd name="T69" fmla="*/ 2347 h 3503"/>
              <a:gd name="T70" fmla="*/ 4669 w 5720"/>
              <a:gd name="T71" fmla="*/ 2505 h 3503"/>
              <a:gd name="T72" fmla="*/ 4768 w 5720"/>
              <a:gd name="T73" fmla="*/ 2923 h 3503"/>
              <a:gd name="T74" fmla="*/ 4909 w 5720"/>
              <a:gd name="T75" fmla="*/ 3414 h 3503"/>
              <a:gd name="T76" fmla="*/ 4702 w 5720"/>
              <a:gd name="T77" fmla="*/ 3350 h 3503"/>
              <a:gd name="T78" fmla="*/ 4549 w 5720"/>
              <a:gd name="T79" fmla="*/ 3112 h 3503"/>
              <a:gd name="T80" fmla="*/ 4197 w 5720"/>
              <a:gd name="T81" fmla="*/ 2905 h 3503"/>
              <a:gd name="T82" fmla="*/ 3875 w 5720"/>
              <a:gd name="T83" fmla="*/ 2863 h 3503"/>
              <a:gd name="T84" fmla="*/ 3706 w 5720"/>
              <a:gd name="T85" fmla="*/ 2885 h 3503"/>
              <a:gd name="T86" fmla="*/ 3713 w 5720"/>
              <a:gd name="T87" fmla="*/ 2952 h 3503"/>
              <a:gd name="T88" fmla="*/ 3733 w 5720"/>
              <a:gd name="T89" fmla="*/ 3043 h 3503"/>
              <a:gd name="T90" fmla="*/ 3582 w 5720"/>
              <a:gd name="T91" fmla="*/ 3038 h 3503"/>
              <a:gd name="T92" fmla="*/ 3326 w 5720"/>
              <a:gd name="T93" fmla="*/ 2989 h 3503"/>
              <a:gd name="T94" fmla="*/ 2886 w 5720"/>
              <a:gd name="T95" fmla="*/ 3140 h 3503"/>
              <a:gd name="T96" fmla="*/ 2855 w 5720"/>
              <a:gd name="T97" fmla="*/ 3160 h 3503"/>
              <a:gd name="T98" fmla="*/ 2758 w 5720"/>
              <a:gd name="T99" fmla="*/ 3334 h 3503"/>
              <a:gd name="T100" fmla="*/ 2657 w 5720"/>
              <a:gd name="T101" fmla="*/ 3458 h 3503"/>
              <a:gd name="T102" fmla="*/ 2264 w 5720"/>
              <a:gd name="T103" fmla="*/ 2936 h 3503"/>
              <a:gd name="T104" fmla="*/ 1884 w 5720"/>
              <a:gd name="T105" fmla="*/ 2901 h 3503"/>
              <a:gd name="T106" fmla="*/ 1378 w 5720"/>
              <a:gd name="T107" fmla="*/ 2652 h 3503"/>
              <a:gd name="T108" fmla="*/ 577 w 5720"/>
              <a:gd name="T109" fmla="*/ 2358 h 3503"/>
              <a:gd name="T110" fmla="*/ 344 w 5720"/>
              <a:gd name="T111" fmla="*/ 2047 h 3503"/>
              <a:gd name="T112" fmla="*/ 111 w 5720"/>
              <a:gd name="T113" fmla="*/ 1700 h 3503"/>
              <a:gd name="T114" fmla="*/ 84 w 5720"/>
              <a:gd name="T115" fmla="*/ 1530 h 3503"/>
              <a:gd name="T116" fmla="*/ 31 w 5720"/>
              <a:gd name="T117" fmla="*/ 1225 h 3503"/>
              <a:gd name="T118" fmla="*/ 98 w 5720"/>
              <a:gd name="T119" fmla="*/ 841 h 3503"/>
              <a:gd name="T120" fmla="*/ 280 w 5720"/>
              <a:gd name="T121" fmla="*/ 278 h 3503"/>
              <a:gd name="T122" fmla="*/ 433 w 5720"/>
              <a:gd name="T123" fmla="*/ 107 h 3503"/>
              <a:gd name="T124" fmla="*/ 466 w 5720"/>
              <a:gd name="T125" fmla="*/ 92 h 3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720" h="3503">
                <a:moveTo>
                  <a:pt x="3058" y="2983"/>
                </a:moveTo>
                <a:lnTo>
                  <a:pt x="3055" y="2989"/>
                </a:lnTo>
                <a:lnTo>
                  <a:pt x="3049" y="2992"/>
                </a:lnTo>
                <a:lnTo>
                  <a:pt x="3046" y="2996"/>
                </a:lnTo>
                <a:lnTo>
                  <a:pt x="3044" y="2998"/>
                </a:lnTo>
                <a:lnTo>
                  <a:pt x="3040" y="3000"/>
                </a:lnTo>
                <a:lnTo>
                  <a:pt x="3038" y="3003"/>
                </a:lnTo>
                <a:lnTo>
                  <a:pt x="3044" y="3009"/>
                </a:lnTo>
                <a:lnTo>
                  <a:pt x="3048" y="3016"/>
                </a:lnTo>
                <a:lnTo>
                  <a:pt x="3049" y="3023"/>
                </a:lnTo>
                <a:lnTo>
                  <a:pt x="3062" y="3020"/>
                </a:lnTo>
                <a:lnTo>
                  <a:pt x="3058" y="3009"/>
                </a:lnTo>
                <a:lnTo>
                  <a:pt x="3057" y="2998"/>
                </a:lnTo>
                <a:lnTo>
                  <a:pt x="3058" y="2989"/>
                </a:lnTo>
                <a:lnTo>
                  <a:pt x="3058" y="2983"/>
                </a:lnTo>
                <a:close/>
                <a:moveTo>
                  <a:pt x="4769" y="2972"/>
                </a:moveTo>
                <a:lnTo>
                  <a:pt x="4769" y="2976"/>
                </a:lnTo>
                <a:lnTo>
                  <a:pt x="4775" y="2981"/>
                </a:lnTo>
                <a:lnTo>
                  <a:pt x="4777" y="2987"/>
                </a:lnTo>
                <a:lnTo>
                  <a:pt x="4782" y="2992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4" y="2994"/>
                </a:lnTo>
                <a:lnTo>
                  <a:pt x="4786" y="2996"/>
                </a:lnTo>
                <a:lnTo>
                  <a:pt x="4786" y="2972"/>
                </a:lnTo>
                <a:lnTo>
                  <a:pt x="4769" y="2972"/>
                </a:lnTo>
                <a:close/>
                <a:moveTo>
                  <a:pt x="3617" y="2861"/>
                </a:moveTo>
                <a:lnTo>
                  <a:pt x="3613" y="2869"/>
                </a:lnTo>
                <a:lnTo>
                  <a:pt x="3609" y="2874"/>
                </a:lnTo>
                <a:lnTo>
                  <a:pt x="3604" y="2880"/>
                </a:lnTo>
                <a:lnTo>
                  <a:pt x="3597" y="2885"/>
                </a:lnTo>
                <a:lnTo>
                  <a:pt x="3597" y="2889"/>
                </a:lnTo>
                <a:lnTo>
                  <a:pt x="3637" y="2889"/>
                </a:lnTo>
                <a:lnTo>
                  <a:pt x="3640" y="2887"/>
                </a:lnTo>
                <a:lnTo>
                  <a:pt x="3642" y="2885"/>
                </a:lnTo>
                <a:lnTo>
                  <a:pt x="3648" y="2885"/>
                </a:lnTo>
                <a:lnTo>
                  <a:pt x="3653" y="2885"/>
                </a:lnTo>
                <a:lnTo>
                  <a:pt x="3655" y="2881"/>
                </a:lnTo>
                <a:lnTo>
                  <a:pt x="3657" y="2880"/>
                </a:lnTo>
                <a:lnTo>
                  <a:pt x="3658" y="2880"/>
                </a:lnTo>
                <a:lnTo>
                  <a:pt x="3660" y="2876"/>
                </a:lnTo>
                <a:lnTo>
                  <a:pt x="3660" y="2872"/>
                </a:lnTo>
                <a:lnTo>
                  <a:pt x="3648" y="2870"/>
                </a:lnTo>
                <a:lnTo>
                  <a:pt x="3638" y="2867"/>
                </a:lnTo>
                <a:lnTo>
                  <a:pt x="3629" y="2863"/>
                </a:lnTo>
                <a:lnTo>
                  <a:pt x="3617" y="2861"/>
                </a:lnTo>
                <a:close/>
                <a:moveTo>
                  <a:pt x="3875" y="2803"/>
                </a:moveTo>
                <a:lnTo>
                  <a:pt x="3875" y="2807"/>
                </a:lnTo>
                <a:lnTo>
                  <a:pt x="3875" y="2809"/>
                </a:lnTo>
                <a:lnTo>
                  <a:pt x="3877" y="2810"/>
                </a:lnTo>
                <a:lnTo>
                  <a:pt x="3877" y="2812"/>
                </a:lnTo>
                <a:lnTo>
                  <a:pt x="3878" y="2814"/>
                </a:lnTo>
                <a:lnTo>
                  <a:pt x="3878" y="2803"/>
                </a:lnTo>
                <a:lnTo>
                  <a:pt x="3875" y="2803"/>
                </a:lnTo>
                <a:close/>
                <a:moveTo>
                  <a:pt x="5124" y="1856"/>
                </a:moveTo>
                <a:lnTo>
                  <a:pt x="5120" y="1861"/>
                </a:lnTo>
                <a:lnTo>
                  <a:pt x="5118" y="1867"/>
                </a:lnTo>
                <a:lnTo>
                  <a:pt x="5115" y="1870"/>
                </a:lnTo>
                <a:lnTo>
                  <a:pt x="5111" y="1872"/>
                </a:lnTo>
                <a:lnTo>
                  <a:pt x="5106" y="1874"/>
                </a:lnTo>
                <a:lnTo>
                  <a:pt x="5100" y="1876"/>
                </a:lnTo>
                <a:lnTo>
                  <a:pt x="5095" y="1880"/>
                </a:lnTo>
                <a:lnTo>
                  <a:pt x="5095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7" y="1881"/>
                </a:lnTo>
                <a:lnTo>
                  <a:pt x="5098" y="1883"/>
                </a:lnTo>
                <a:lnTo>
                  <a:pt x="5098" y="1887"/>
                </a:lnTo>
                <a:lnTo>
                  <a:pt x="5109" y="1880"/>
                </a:lnTo>
                <a:lnTo>
                  <a:pt x="5120" y="1874"/>
                </a:lnTo>
                <a:lnTo>
                  <a:pt x="5135" y="1870"/>
                </a:lnTo>
                <a:lnTo>
                  <a:pt x="5137" y="1874"/>
                </a:lnTo>
                <a:lnTo>
                  <a:pt x="5138" y="1878"/>
                </a:lnTo>
                <a:lnTo>
                  <a:pt x="5140" y="1878"/>
                </a:lnTo>
                <a:lnTo>
                  <a:pt x="5140" y="1880"/>
                </a:lnTo>
                <a:lnTo>
                  <a:pt x="5144" y="1881"/>
                </a:lnTo>
                <a:lnTo>
                  <a:pt x="5148" y="1883"/>
                </a:lnTo>
                <a:lnTo>
                  <a:pt x="5148" y="1870"/>
                </a:lnTo>
                <a:lnTo>
                  <a:pt x="5153" y="1872"/>
                </a:lnTo>
                <a:lnTo>
                  <a:pt x="5157" y="1872"/>
                </a:lnTo>
                <a:lnTo>
                  <a:pt x="5160" y="1874"/>
                </a:lnTo>
                <a:lnTo>
                  <a:pt x="5164" y="1876"/>
                </a:lnTo>
                <a:lnTo>
                  <a:pt x="5160" y="1863"/>
                </a:lnTo>
                <a:lnTo>
                  <a:pt x="5148" y="1863"/>
                </a:lnTo>
                <a:lnTo>
                  <a:pt x="5137" y="1860"/>
                </a:lnTo>
                <a:lnTo>
                  <a:pt x="5124" y="1856"/>
                </a:lnTo>
                <a:close/>
                <a:moveTo>
                  <a:pt x="5011" y="1594"/>
                </a:moveTo>
                <a:lnTo>
                  <a:pt x="5011" y="1596"/>
                </a:lnTo>
                <a:lnTo>
                  <a:pt x="5013" y="1598"/>
                </a:lnTo>
                <a:lnTo>
                  <a:pt x="5015" y="1600"/>
                </a:lnTo>
                <a:lnTo>
                  <a:pt x="5017" y="1600"/>
                </a:lnTo>
                <a:lnTo>
                  <a:pt x="5020" y="1601"/>
                </a:lnTo>
                <a:lnTo>
                  <a:pt x="5020" y="1600"/>
                </a:lnTo>
                <a:lnTo>
                  <a:pt x="5018" y="1598"/>
                </a:lnTo>
                <a:lnTo>
                  <a:pt x="5015" y="1596"/>
                </a:lnTo>
                <a:lnTo>
                  <a:pt x="5013" y="1594"/>
                </a:lnTo>
                <a:lnTo>
                  <a:pt x="5011" y="1594"/>
                </a:lnTo>
                <a:close/>
                <a:moveTo>
                  <a:pt x="120" y="1520"/>
                </a:moveTo>
                <a:lnTo>
                  <a:pt x="120" y="1523"/>
                </a:lnTo>
                <a:lnTo>
                  <a:pt x="118" y="1527"/>
                </a:lnTo>
                <a:lnTo>
                  <a:pt x="118" y="1527"/>
                </a:lnTo>
                <a:lnTo>
                  <a:pt x="118" y="1527"/>
                </a:lnTo>
                <a:lnTo>
                  <a:pt x="118" y="1529"/>
                </a:lnTo>
                <a:lnTo>
                  <a:pt x="120" y="1530"/>
                </a:lnTo>
                <a:lnTo>
                  <a:pt x="122" y="1534"/>
                </a:lnTo>
                <a:lnTo>
                  <a:pt x="124" y="1536"/>
                </a:lnTo>
                <a:lnTo>
                  <a:pt x="126" y="1538"/>
                </a:lnTo>
                <a:lnTo>
                  <a:pt x="128" y="1540"/>
                </a:lnTo>
                <a:lnTo>
                  <a:pt x="128" y="1534"/>
                </a:lnTo>
                <a:lnTo>
                  <a:pt x="126" y="1530"/>
                </a:lnTo>
                <a:lnTo>
                  <a:pt x="126" y="1527"/>
                </a:lnTo>
                <a:lnTo>
                  <a:pt x="126" y="1525"/>
                </a:lnTo>
                <a:lnTo>
                  <a:pt x="124" y="1523"/>
                </a:lnTo>
                <a:lnTo>
                  <a:pt x="120" y="1520"/>
                </a:lnTo>
                <a:close/>
                <a:moveTo>
                  <a:pt x="5017" y="1509"/>
                </a:moveTo>
                <a:lnTo>
                  <a:pt x="5018" y="1510"/>
                </a:lnTo>
                <a:lnTo>
                  <a:pt x="5018" y="1510"/>
                </a:lnTo>
                <a:lnTo>
                  <a:pt x="5020" y="1512"/>
                </a:lnTo>
                <a:lnTo>
                  <a:pt x="5020" y="1512"/>
                </a:lnTo>
                <a:lnTo>
                  <a:pt x="5024" y="1512"/>
                </a:lnTo>
                <a:lnTo>
                  <a:pt x="5022" y="1512"/>
                </a:lnTo>
                <a:lnTo>
                  <a:pt x="5022" y="1510"/>
                </a:lnTo>
                <a:lnTo>
                  <a:pt x="5020" y="1510"/>
                </a:lnTo>
                <a:lnTo>
                  <a:pt x="5018" y="1510"/>
                </a:lnTo>
                <a:lnTo>
                  <a:pt x="5017" y="1509"/>
                </a:lnTo>
                <a:close/>
                <a:moveTo>
                  <a:pt x="4991" y="1492"/>
                </a:moveTo>
                <a:lnTo>
                  <a:pt x="4995" y="1510"/>
                </a:lnTo>
                <a:lnTo>
                  <a:pt x="5000" y="1523"/>
                </a:lnTo>
                <a:lnTo>
                  <a:pt x="5006" y="1536"/>
                </a:lnTo>
                <a:lnTo>
                  <a:pt x="5011" y="1549"/>
                </a:lnTo>
                <a:lnTo>
                  <a:pt x="5015" y="1549"/>
                </a:lnTo>
                <a:lnTo>
                  <a:pt x="5017" y="1532"/>
                </a:lnTo>
                <a:lnTo>
                  <a:pt x="5008" y="1521"/>
                </a:lnTo>
                <a:lnTo>
                  <a:pt x="5002" y="1509"/>
                </a:lnTo>
                <a:lnTo>
                  <a:pt x="5000" y="1492"/>
                </a:lnTo>
                <a:lnTo>
                  <a:pt x="4991" y="1492"/>
                </a:lnTo>
                <a:close/>
                <a:moveTo>
                  <a:pt x="120" y="1467"/>
                </a:moveTo>
                <a:lnTo>
                  <a:pt x="122" y="1469"/>
                </a:lnTo>
                <a:lnTo>
                  <a:pt x="124" y="1470"/>
                </a:lnTo>
                <a:lnTo>
                  <a:pt x="126" y="1470"/>
                </a:lnTo>
                <a:lnTo>
                  <a:pt x="128" y="1469"/>
                </a:lnTo>
                <a:lnTo>
                  <a:pt x="131" y="1467"/>
                </a:lnTo>
                <a:lnTo>
                  <a:pt x="120" y="1467"/>
                </a:lnTo>
                <a:close/>
                <a:moveTo>
                  <a:pt x="4993" y="1429"/>
                </a:moveTo>
                <a:lnTo>
                  <a:pt x="4988" y="1452"/>
                </a:lnTo>
                <a:lnTo>
                  <a:pt x="4991" y="1456"/>
                </a:lnTo>
                <a:lnTo>
                  <a:pt x="4993" y="1460"/>
                </a:lnTo>
                <a:lnTo>
                  <a:pt x="4997" y="1465"/>
                </a:lnTo>
                <a:lnTo>
                  <a:pt x="5004" y="1465"/>
                </a:lnTo>
                <a:lnTo>
                  <a:pt x="5004" y="1461"/>
                </a:lnTo>
                <a:lnTo>
                  <a:pt x="4997" y="1452"/>
                </a:lnTo>
                <a:lnTo>
                  <a:pt x="4997" y="1441"/>
                </a:lnTo>
                <a:lnTo>
                  <a:pt x="5000" y="1429"/>
                </a:lnTo>
                <a:lnTo>
                  <a:pt x="4993" y="1429"/>
                </a:lnTo>
                <a:close/>
                <a:moveTo>
                  <a:pt x="3935" y="785"/>
                </a:moveTo>
                <a:lnTo>
                  <a:pt x="3935" y="789"/>
                </a:lnTo>
                <a:lnTo>
                  <a:pt x="3937" y="792"/>
                </a:lnTo>
                <a:lnTo>
                  <a:pt x="3937" y="794"/>
                </a:lnTo>
                <a:lnTo>
                  <a:pt x="3937" y="794"/>
                </a:lnTo>
                <a:lnTo>
                  <a:pt x="3937" y="794"/>
                </a:lnTo>
                <a:lnTo>
                  <a:pt x="3938" y="796"/>
                </a:lnTo>
                <a:lnTo>
                  <a:pt x="3942" y="798"/>
                </a:lnTo>
                <a:lnTo>
                  <a:pt x="3942" y="785"/>
                </a:lnTo>
                <a:lnTo>
                  <a:pt x="3935" y="785"/>
                </a:lnTo>
                <a:close/>
                <a:moveTo>
                  <a:pt x="3809" y="703"/>
                </a:moveTo>
                <a:lnTo>
                  <a:pt x="3806" y="712"/>
                </a:lnTo>
                <a:lnTo>
                  <a:pt x="3808" y="709"/>
                </a:lnTo>
                <a:lnTo>
                  <a:pt x="3809" y="707"/>
                </a:lnTo>
                <a:lnTo>
                  <a:pt x="3809" y="705"/>
                </a:lnTo>
                <a:lnTo>
                  <a:pt x="3809" y="705"/>
                </a:lnTo>
                <a:lnTo>
                  <a:pt x="3809" y="703"/>
                </a:lnTo>
                <a:close/>
                <a:moveTo>
                  <a:pt x="3918" y="660"/>
                </a:moveTo>
                <a:lnTo>
                  <a:pt x="3911" y="670"/>
                </a:lnTo>
                <a:lnTo>
                  <a:pt x="3900" y="676"/>
                </a:lnTo>
                <a:lnTo>
                  <a:pt x="3888" y="680"/>
                </a:lnTo>
                <a:lnTo>
                  <a:pt x="3875" y="680"/>
                </a:lnTo>
                <a:lnTo>
                  <a:pt x="3864" y="683"/>
                </a:lnTo>
                <a:lnTo>
                  <a:pt x="3853" y="692"/>
                </a:lnTo>
                <a:lnTo>
                  <a:pt x="3853" y="694"/>
                </a:lnTo>
                <a:lnTo>
                  <a:pt x="3853" y="696"/>
                </a:lnTo>
                <a:lnTo>
                  <a:pt x="3853" y="698"/>
                </a:lnTo>
                <a:lnTo>
                  <a:pt x="3853" y="700"/>
                </a:lnTo>
                <a:lnTo>
                  <a:pt x="3851" y="701"/>
                </a:lnTo>
                <a:lnTo>
                  <a:pt x="3849" y="703"/>
                </a:lnTo>
                <a:lnTo>
                  <a:pt x="3844" y="710"/>
                </a:lnTo>
                <a:lnTo>
                  <a:pt x="3838" y="716"/>
                </a:lnTo>
                <a:lnTo>
                  <a:pt x="3831" y="720"/>
                </a:lnTo>
                <a:lnTo>
                  <a:pt x="3826" y="725"/>
                </a:lnTo>
                <a:lnTo>
                  <a:pt x="3820" y="732"/>
                </a:lnTo>
                <a:lnTo>
                  <a:pt x="3804" y="732"/>
                </a:lnTo>
                <a:lnTo>
                  <a:pt x="3806" y="716"/>
                </a:lnTo>
                <a:lnTo>
                  <a:pt x="3800" y="716"/>
                </a:lnTo>
                <a:lnTo>
                  <a:pt x="3789" y="725"/>
                </a:lnTo>
                <a:lnTo>
                  <a:pt x="3778" y="730"/>
                </a:lnTo>
                <a:lnTo>
                  <a:pt x="3768" y="740"/>
                </a:lnTo>
                <a:lnTo>
                  <a:pt x="3764" y="752"/>
                </a:lnTo>
                <a:lnTo>
                  <a:pt x="3760" y="767"/>
                </a:lnTo>
                <a:lnTo>
                  <a:pt x="3757" y="781"/>
                </a:lnTo>
                <a:lnTo>
                  <a:pt x="3753" y="783"/>
                </a:lnTo>
                <a:lnTo>
                  <a:pt x="3749" y="787"/>
                </a:lnTo>
                <a:lnTo>
                  <a:pt x="3746" y="790"/>
                </a:lnTo>
                <a:lnTo>
                  <a:pt x="3742" y="792"/>
                </a:lnTo>
                <a:lnTo>
                  <a:pt x="3740" y="796"/>
                </a:lnTo>
                <a:lnTo>
                  <a:pt x="3735" y="832"/>
                </a:lnTo>
                <a:lnTo>
                  <a:pt x="3724" y="838"/>
                </a:lnTo>
                <a:lnTo>
                  <a:pt x="3715" y="849"/>
                </a:lnTo>
                <a:lnTo>
                  <a:pt x="3708" y="863"/>
                </a:lnTo>
                <a:lnTo>
                  <a:pt x="3702" y="878"/>
                </a:lnTo>
                <a:lnTo>
                  <a:pt x="3711" y="878"/>
                </a:lnTo>
                <a:lnTo>
                  <a:pt x="3711" y="872"/>
                </a:lnTo>
                <a:lnTo>
                  <a:pt x="3718" y="863"/>
                </a:lnTo>
                <a:lnTo>
                  <a:pt x="3726" y="852"/>
                </a:lnTo>
                <a:lnTo>
                  <a:pt x="3731" y="843"/>
                </a:lnTo>
                <a:lnTo>
                  <a:pt x="3740" y="838"/>
                </a:lnTo>
                <a:lnTo>
                  <a:pt x="3757" y="832"/>
                </a:lnTo>
                <a:lnTo>
                  <a:pt x="3760" y="841"/>
                </a:lnTo>
                <a:lnTo>
                  <a:pt x="3764" y="849"/>
                </a:lnTo>
                <a:lnTo>
                  <a:pt x="3769" y="854"/>
                </a:lnTo>
                <a:lnTo>
                  <a:pt x="3771" y="865"/>
                </a:lnTo>
                <a:lnTo>
                  <a:pt x="3762" y="881"/>
                </a:lnTo>
                <a:lnTo>
                  <a:pt x="3758" y="898"/>
                </a:lnTo>
                <a:lnTo>
                  <a:pt x="3760" y="912"/>
                </a:lnTo>
                <a:lnTo>
                  <a:pt x="3762" y="927"/>
                </a:lnTo>
                <a:lnTo>
                  <a:pt x="3760" y="941"/>
                </a:lnTo>
                <a:lnTo>
                  <a:pt x="3758" y="943"/>
                </a:lnTo>
                <a:lnTo>
                  <a:pt x="3755" y="947"/>
                </a:lnTo>
                <a:lnTo>
                  <a:pt x="3751" y="950"/>
                </a:lnTo>
                <a:lnTo>
                  <a:pt x="3748" y="952"/>
                </a:lnTo>
                <a:lnTo>
                  <a:pt x="3746" y="956"/>
                </a:lnTo>
                <a:lnTo>
                  <a:pt x="3744" y="958"/>
                </a:lnTo>
                <a:lnTo>
                  <a:pt x="3744" y="1001"/>
                </a:lnTo>
                <a:lnTo>
                  <a:pt x="3742" y="1020"/>
                </a:lnTo>
                <a:lnTo>
                  <a:pt x="3742" y="1043"/>
                </a:lnTo>
                <a:lnTo>
                  <a:pt x="3740" y="1069"/>
                </a:lnTo>
                <a:lnTo>
                  <a:pt x="3737" y="1089"/>
                </a:lnTo>
                <a:lnTo>
                  <a:pt x="3735" y="1103"/>
                </a:lnTo>
                <a:lnTo>
                  <a:pt x="3738" y="1109"/>
                </a:lnTo>
                <a:lnTo>
                  <a:pt x="3742" y="1114"/>
                </a:lnTo>
                <a:lnTo>
                  <a:pt x="3748" y="1120"/>
                </a:lnTo>
                <a:lnTo>
                  <a:pt x="3751" y="1125"/>
                </a:lnTo>
                <a:lnTo>
                  <a:pt x="3755" y="1130"/>
                </a:lnTo>
                <a:lnTo>
                  <a:pt x="3751" y="1163"/>
                </a:lnTo>
                <a:lnTo>
                  <a:pt x="3755" y="1187"/>
                </a:lnTo>
                <a:lnTo>
                  <a:pt x="3760" y="1212"/>
                </a:lnTo>
                <a:lnTo>
                  <a:pt x="3769" y="1236"/>
                </a:lnTo>
                <a:lnTo>
                  <a:pt x="3778" y="1258"/>
                </a:lnTo>
                <a:lnTo>
                  <a:pt x="3791" y="1272"/>
                </a:lnTo>
                <a:lnTo>
                  <a:pt x="3797" y="1276"/>
                </a:lnTo>
                <a:lnTo>
                  <a:pt x="3802" y="1278"/>
                </a:lnTo>
                <a:lnTo>
                  <a:pt x="3806" y="1278"/>
                </a:lnTo>
                <a:lnTo>
                  <a:pt x="3811" y="1276"/>
                </a:lnTo>
                <a:lnTo>
                  <a:pt x="3829" y="1270"/>
                </a:lnTo>
                <a:lnTo>
                  <a:pt x="3848" y="1261"/>
                </a:lnTo>
                <a:lnTo>
                  <a:pt x="3860" y="1252"/>
                </a:lnTo>
                <a:lnTo>
                  <a:pt x="3866" y="1241"/>
                </a:lnTo>
                <a:lnTo>
                  <a:pt x="3873" y="1223"/>
                </a:lnTo>
                <a:lnTo>
                  <a:pt x="3882" y="1200"/>
                </a:lnTo>
                <a:lnTo>
                  <a:pt x="3889" y="1176"/>
                </a:lnTo>
                <a:lnTo>
                  <a:pt x="3895" y="1150"/>
                </a:lnTo>
                <a:lnTo>
                  <a:pt x="3898" y="1129"/>
                </a:lnTo>
                <a:lnTo>
                  <a:pt x="3897" y="1110"/>
                </a:lnTo>
                <a:lnTo>
                  <a:pt x="3886" y="1078"/>
                </a:lnTo>
                <a:lnTo>
                  <a:pt x="3873" y="1047"/>
                </a:lnTo>
                <a:lnTo>
                  <a:pt x="3857" y="1018"/>
                </a:lnTo>
                <a:lnTo>
                  <a:pt x="3849" y="1018"/>
                </a:lnTo>
                <a:lnTo>
                  <a:pt x="3846" y="1005"/>
                </a:lnTo>
                <a:lnTo>
                  <a:pt x="3849" y="996"/>
                </a:lnTo>
                <a:lnTo>
                  <a:pt x="3853" y="985"/>
                </a:lnTo>
                <a:lnTo>
                  <a:pt x="3858" y="974"/>
                </a:lnTo>
                <a:lnTo>
                  <a:pt x="3857" y="961"/>
                </a:lnTo>
                <a:lnTo>
                  <a:pt x="3855" y="961"/>
                </a:lnTo>
                <a:lnTo>
                  <a:pt x="3853" y="960"/>
                </a:lnTo>
                <a:lnTo>
                  <a:pt x="3851" y="958"/>
                </a:lnTo>
                <a:lnTo>
                  <a:pt x="3848" y="956"/>
                </a:lnTo>
                <a:lnTo>
                  <a:pt x="3846" y="954"/>
                </a:lnTo>
                <a:lnTo>
                  <a:pt x="3844" y="954"/>
                </a:lnTo>
                <a:lnTo>
                  <a:pt x="3844" y="940"/>
                </a:lnTo>
                <a:lnTo>
                  <a:pt x="3851" y="927"/>
                </a:lnTo>
                <a:lnTo>
                  <a:pt x="3858" y="916"/>
                </a:lnTo>
                <a:lnTo>
                  <a:pt x="3866" y="905"/>
                </a:lnTo>
                <a:lnTo>
                  <a:pt x="3862" y="845"/>
                </a:lnTo>
                <a:lnTo>
                  <a:pt x="3877" y="838"/>
                </a:lnTo>
                <a:lnTo>
                  <a:pt x="3880" y="829"/>
                </a:lnTo>
                <a:lnTo>
                  <a:pt x="3880" y="820"/>
                </a:lnTo>
                <a:lnTo>
                  <a:pt x="3882" y="812"/>
                </a:lnTo>
                <a:lnTo>
                  <a:pt x="3886" y="805"/>
                </a:lnTo>
                <a:lnTo>
                  <a:pt x="3902" y="805"/>
                </a:lnTo>
                <a:lnTo>
                  <a:pt x="3909" y="781"/>
                </a:lnTo>
                <a:lnTo>
                  <a:pt x="3922" y="769"/>
                </a:lnTo>
                <a:lnTo>
                  <a:pt x="3938" y="758"/>
                </a:lnTo>
                <a:lnTo>
                  <a:pt x="3953" y="747"/>
                </a:lnTo>
                <a:lnTo>
                  <a:pt x="3968" y="736"/>
                </a:lnTo>
                <a:lnTo>
                  <a:pt x="3962" y="723"/>
                </a:lnTo>
                <a:lnTo>
                  <a:pt x="3964" y="709"/>
                </a:lnTo>
                <a:lnTo>
                  <a:pt x="3971" y="698"/>
                </a:lnTo>
                <a:lnTo>
                  <a:pt x="3980" y="689"/>
                </a:lnTo>
                <a:lnTo>
                  <a:pt x="3991" y="685"/>
                </a:lnTo>
                <a:lnTo>
                  <a:pt x="3991" y="680"/>
                </a:lnTo>
                <a:lnTo>
                  <a:pt x="3978" y="676"/>
                </a:lnTo>
                <a:lnTo>
                  <a:pt x="3966" y="670"/>
                </a:lnTo>
                <a:lnTo>
                  <a:pt x="3955" y="665"/>
                </a:lnTo>
                <a:lnTo>
                  <a:pt x="3938" y="661"/>
                </a:lnTo>
                <a:lnTo>
                  <a:pt x="3918" y="660"/>
                </a:lnTo>
                <a:close/>
                <a:moveTo>
                  <a:pt x="295" y="238"/>
                </a:moveTo>
                <a:lnTo>
                  <a:pt x="297" y="238"/>
                </a:lnTo>
                <a:lnTo>
                  <a:pt x="298" y="240"/>
                </a:lnTo>
                <a:lnTo>
                  <a:pt x="298" y="240"/>
                </a:lnTo>
                <a:lnTo>
                  <a:pt x="300" y="240"/>
                </a:lnTo>
                <a:lnTo>
                  <a:pt x="304" y="241"/>
                </a:lnTo>
                <a:lnTo>
                  <a:pt x="302" y="240"/>
                </a:lnTo>
                <a:lnTo>
                  <a:pt x="300" y="240"/>
                </a:lnTo>
                <a:lnTo>
                  <a:pt x="300" y="240"/>
                </a:lnTo>
                <a:lnTo>
                  <a:pt x="298" y="238"/>
                </a:lnTo>
                <a:lnTo>
                  <a:pt x="295" y="238"/>
                </a:lnTo>
                <a:close/>
                <a:moveTo>
                  <a:pt x="458" y="209"/>
                </a:moveTo>
                <a:lnTo>
                  <a:pt x="458" y="216"/>
                </a:lnTo>
                <a:lnTo>
                  <a:pt x="457" y="220"/>
                </a:lnTo>
                <a:lnTo>
                  <a:pt x="455" y="221"/>
                </a:lnTo>
                <a:lnTo>
                  <a:pt x="453" y="225"/>
                </a:lnTo>
                <a:lnTo>
                  <a:pt x="451" y="229"/>
                </a:lnTo>
                <a:lnTo>
                  <a:pt x="458" y="229"/>
                </a:lnTo>
                <a:lnTo>
                  <a:pt x="458" y="221"/>
                </a:lnTo>
                <a:lnTo>
                  <a:pt x="460" y="218"/>
                </a:lnTo>
                <a:lnTo>
                  <a:pt x="462" y="216"/>
                </a:lnTo>
                <a:lnTo>
                  <a:pt x="462" y="214"/>
                </a:lnTo>
                <a:lnTo>
                  <a:pt x="460" y="212"/>
                </a:lnTo>
                <a:lnTo>
                  <a:pt x="458" y="209"/>
                </a:lnTo>
                <a:close/>
                <a:moveTo>
                  <a:pt x="466" y="172"/>
                </a:moveTo>
                <a:lnTo>
                  <a:pt x="464" y="176"/>
                </a:lnTo>
                <a:lnTo>
                  <a:pt x="462" y="178"/>
                </a:lnTo>
                <a:lnTo>
                  <a:pt x="460" y="181"/>
                </a:lnTo>
                <a:lnTo>
                  <a:pt x="460" y="183"/>
                </a:lnTo>
                <a:lnTo>
                  <a:pt x="460" y="187"/>
                </a:lnTo>
                <a:lnTo>
                  <a:pt x="458" y="192"/>
                </a:lnTo>
                <a:lnTo>
                  <a:pt x="468" y="198"/>
                </a:lnTo>
                <a:lnTo>
                  <a:pt x="466" y="192"/>
                </a:lnTo>
                <a:lnTo>
                  <a:pt x="466" y="189"/>
                </a:lnTo>
                <a:lnTo>
                  <a:pt x="466" y="185"/>
                </a:lnTo>
                <a:lnTo>
                  <a:pt x="466" y="181"/>
                </a:lnTo>
                <a:lnTo>
                  <a:pt x="468" y="178"/>
                </a:lnTo>
                <a:lnTo>
                  <a:pt x="468" y="174"/>
                </a:lnTo>
                <a:lnTo>
                  <a:pt x="466" y="172"/>
                </a:lnTo>
                <a:close/>
                <a:moveTo>
                  <a:pt x="513" y="0"/>
                </a:moveTo>
                <a:lnTo>
                  <a:pt x="529" y="10"/>
                </a:lnTo>
                <a:lnTo>
                  <a:pt x="553" y="20"/>
                </a:lnTo>
                <a:lnTo>
                  <a:pt x="580" y="25"/>
                </a:lnTo>
                <a:lnTo>
                  <a:pt x="608" y="29"/>
                </a:lnTo>
                <a:lnTo>
                  <a:pt x="635" y="34"/>
                </a:lnTo>
                <a:lnTo>
                  <a:pt x="657" y="40"/>
                </a:lnTo>
                <a:lnTo>
                  <a:pt x="740" y="65"/>
                </a:lnTo>
                <a:lnTo>
                  <a:pt x="824" y="85"/>
                </a:lnTo>
                <a:lnTo>
                  <a:pt x="911" y="101"/>
                </a:lnTo>
                <a:lnTo>
                  <a:pt x="998" y="118"/>
                </a:lnTo>
                <a:lnTo>
                  <a:pt x="1088" y="138"/>
                </a:lnTo>
                <a:lnTo>
                  <a:pt x="1158" y="152"/>
                </a:lnTo>
                <a:lnTo>
                  <a:pt x="1233" y="165"/>
                </a:lnTo>
                <a:lnTo>
                  <a:pt x="1309" y="178"/>
                </a:lnTo>
                <a:lnTo>
                  <a:pt x="1386" y="192"/>
                </a:lnTo>
                <a:lnTo>
                  <a:pt x="1457" y="210"/>
                </a:lnTo>
                <a:lnTo>
                  <a:pt x="1549" y="218"/>
                </a:lnTo>
                <a:lnTo>
                  <a:pt x="1602" y="229"/>
                </a:lnTo>
                <a:lnTo>
                  <a:pt x="1660" y="236"/>
                </a:lnTo>
                <a:lnTo>
                  <a:pt x="1717" y="243"/>
                </a:lnTo>
                <a:lnTo>
                  <a:pt x="1771" y="254"/>
                </a:lnTo>
                <a:lnTo>
                  <a:pt x="1904" y="261"/>
                </a:lnTo>
                <a:lnTo>
                  <a:pt x="1949" y="270"/>
                </a:lnTo>
                <a:lnTo>
                  <a:pt x="2000" y="276"/>
                </a:lnTo>
                <a:lnTo>
                  <a:pt x="2053" y="280"/>
                </a:lnTo>
                <a:lnTo>
                  <a:pt x="2104" y="283"/>
                </a:lnTo>
                <a:lnTo>
                  <a:pt x="2149" y="290"/>
                </a:lnTo>
                <a:lnTo>
                  <a:pt x="2228" y="290"/>
                </a:lnTo>
                <a:lnTo>
                  <a:pt x="2262" y="296"/>
                </a:lnTo>
                <a:lnTo>
                  <a:pt x="2300" y="294"/>
                </a:lnTo>
                <a:lnTo>
                  <a:pt x="2338" y="294"/>
                </a:lnTo>
                <a:lnTo>
                  <a:pt x="2378" y="294"/>
                </a:lnTo>
                <a:lnTo>
                  <a:pt x="2417" y="300"/>
                </a:lnTo>
                <a:lnTo>
                  <a:pt x="2437" y="301"/>
                </a:lnTo>
                <a:lnTo>
                  <a:pt x="2458" y="301"/>
                </a:lnTo>
                <a:lnTo>
                  <a:pt x="2484" y="300"/>
                </a:lnTo>
                <a:lnTo>
                  <a:pt x="2506" y="303"/>
                </a:lnTo>
                <a:lnTo>
                  <a:pt x="2548" y="309"/>
                </a:lnTo>
                <a:lnTo>
                  <a:pt x="2595" y="310"/>
                </a:lnTo>
                <a:lnTo>
                  <a:pt x="2642" y="310"/>
                </a:lnTo>
                <a:lnTo>
                  <a:pt x="2691" y="310"/>
                </a:lnTo>
                <a:lnTo>
                  <a:pt x="2762" y="314"/>
                </a:lnTo>
                <a:lnTo>
                  <a:pt x="2835" y="312"/>
                </a:lnTo>
                <a:lnTo>
                  <a:pt x="2908" y="312"/>
                </a:lnTo>
                <a:lnTo>
                  <a:pt x="2978" y="312"/>
                </a:lnTo>
                <a:lnTo>
                  <a:pt x="2978" y="260"/>
                </a:lnTo>
                <a:lnTo>
                  <a:pt x="3011" y="263"/>
                </a:lnTo>
                <a:lnTo>
                  <a:pt x="3013" y="267"/>
                </a:lnTo>
                <a:lnTo>
                  <a:pt x="3015" y="269"/>
                </a:lnTo>
                <a:lnTo>
                  <a:pt x="3015" y="270"/>
                </a:lnTo>
                <a:lnTo>
                  <a:pt x="3017" y="272"/>
                </a:lnTo>
                <a:lnTo>
                  <a:pt x="3020" y="272"/>
                </a:lnTo>
                <a:lnTo>
                  <a:pt x="3024" y="276"/>
                </a:lnTo>
                <a:lnTo>
                  <a:pt x="3026" y="303"/>
                </a:lnTo>
                <a:lnTo>
                  <a:pt x="3029" y="329"/>
                </a:lnTo>
                <a:lnTo>
                  <a:pt x="3035" y="349"/>
                </a:lnTo>
                <a:lnTo>
                  <a:pt x="3060" y="354"/>
                </a:lnTo>
                <a:lnTo>
                  <a:pt x="3084" y="358"/>
                </a:lnTo>
                <a:lnTo>
                  <a:pt x="3106" y="365"/>
                </a:lnTo>
                <a:lnTo>
                  <a:pt x="3124" y="376"/>
                </a:lnTo>
                <a:lnTo>
                  <a:pt x="3155" y="367"/>
                </a:lnTo>
                <a:lnTo>
                  <a:pt x="3182" y="365"/>
                </a:lnTo>
                <a:lnTo>
                  <a:pt x="3208" y="370"/>
                </a:lnTo>
                <a:lnTo>
                  <a:pt x="3229" y="381"/>
                </a:lnTo>
                <a:lnTo>
                  <a:pt x="3249" y="401"/>
                </a:lnTo>
                <a:lnTo>
                  <a:pt x="3260" y="394"/>
                </a:lnTo>
                <a:lnTo>
                  <a:pt x="3273" y="394"/>
                </a:lnTo>
                <a:lnTo>
                  <a:pt x="3286" y="400"/>
                </a:lnTo>
                <a:lnTo>
                  <a:pt x="3300" y="407"/>
                </a:lnTo>
                <a:lnTo>
                  <a:pt x="3315" y="416"/>
                </a:lnTo>
                <a:lnTo>
                  <a:pt x="3328" y="425"/>
                </a:lnTo>
                <a:lnTo>
                  <a:pt x="3338" y="429"/>
                </a:lnTo>
                <a:lnTo>
                  <a:pt x="3355" y="416"/>
                </a:lnTo>
                <a:lnTo>
                  <a:pt x="3373" y="405"/>
                </a:lnTo>
                <a:lnTo>
                  <a:pt x="3397" y="401"/>
                </a:lnTo>
                <a:lnTo>
                  <a:pt x="3397" y="405"/>
                </a:lnTo>
                <a:lnTo>
                  <a:pt x="3397" y="407"/>
                </a:lnTo>
                <a:lnTo>
                  <a:pt x="3398" y="409"/>
                </a:lnTo>
                <a:lnTo>
                  <a:pt x="3398" y="410"/>
                </a:lnTo>
                <a:lnTo>
                  <a:pt x="3400" y="412"/>
                </a:lnTo>
                <a:lnTo>
                  <a:pt x="3408" y="414"/>
                </a:lnTo>
                <a:lnTo>
                  <a:pt x="3426" y="416"/>
                </a:lnTo>
                <a:lnTo>
                  <a:pt x="3449" y="418"/>
                </a:lnTo>
                <a:lnTo>
                  <a:pt x="3475" y="420"/>
                </a:lnTo>
                <a:lnTo>
                  <a:pt x="3498" y="420"/>
                </a:lnTo>
                <a:lnTo>
                  <a:pt x="3520" y="421"/>
                </a:lnTo>
                <a:lnTo>
                  <a:pt x="3533" y="421"/>
                </a:lnTo>
                <a:lnTo>
                  <a:pt x="3537" y="438"/>
                </a:lnTo>
                <a:lnTo>
                  <a:pt x="3518" y="443"/>
                </a:lnTo>
                <a:lnTo>
                  <a:pt x="3498" y="450"/>
                </a:lnTo>
                <a:lnTo>
                  <a:pt x="3480" y="461"/>
                </a:lnTo>
                <a:lnTo>
                  <a:pt x="3464" y="469"/>
                </a:lnTo>
                <a:lnTo>
                  <a:pt x="3444" y="478"/>
                </a:lnTo>
                <a:lnTo>
                  <a:pt x="3422" y="483"/>
                </a:lnTo>
                <a:lnTo>
                  <a:pt x="3404" y="494"/>
                </a:lnTo>
                <a:lnTo>
                  <a:pt x="3380" y="514"/>
                </a:lnTo>
                <a:lnTo>
                  <a:pt x="3360" y="538"/>
                </a:lnTo>
                <a:lnTo>
                  <a:pt x="3340" y="563"/>
                </a:lnTo>
                <a:lnTo>
                  <a:pt x="3317" y="589"/>
                </a:lnTo>
                <a:lnTo>
                  <a:pt x="3289" y="610"/>
                </a:lnTo>
                <a:lnTo>
                  <a:pt x="3289" y="614"/>
                </a:lnTo>
                <a:lnTo>
                  <a:pt x="3295" y="614"/>
                </a:lnTo>
                <a:lnTo>
                  <a:pt x="3297" y="616"/>
                </a:lnTo>
                <a:lnTo>
                  <a:pt x="3297" y="616"/>
                </a:lnTo>
                <a:lnTo>
                  <a:pt x="3298" y="618"/>
                </a:lnTo>
                <a:lnTo>
                  <a:pt x="3298" y="618"/>
                </a:lnTo>
                <a:lnTo>
                  <a:pt x="3302" y="618"/>
                </a:lnTo>
                <a:lnTo>
                  <a:pt x="3311" y="614"/>
                </a:lnTo>
                <a:lnTo>
                  <a:pt x="3326" y="607"/>
                </a:lnTo>
                <a:lnTo>
                  <a:pt x="3344" y="598"/>
                </a:lnTo>
                <a:lnTo>
                  <a:pt x="3362" y="590"/>
                </a:lnTo>
                <a:lnTo>
                  <a:pt x="3380" y="583"/>
                </a:lnTo>
                <a:lnTo>
                  <a:pt x="3393" y="580"/>
                </a:lnTo>
                <a:lnTo>
                  <a:pt x="3400" y="578"/>
                </a:lnTo>
                <a:lnTo>
                  <a:pt x="3406" y="581"/>
                </a:lnTo>
                <a:lnTo>
                  <a:pt x="3409" y="583"/>
                </a:lnTo>
                <a:lnTo>
                  <a:pt x="3411" y="585"/>
                </a:lnTo>
                <a:lnTo>
                  <a:pt x="3411" y="589"/>
                </a:lnTo>
                <a:lnTo>
                  <a:pt x="3411" y="594"/>
                </a:lnTo>
                <a:lnTo>
                  <a:pt x="3411" y="603"/>
                </a:lnTo>
                <a:lnTo>
                  <a:pt x="3409" y="607"/>
                </a:lnTo>
                <a:lnTo>
                  <a:pt x="3406" y="612"/>
                </a:lnTo>
                <a:lnTo>
                  <a:pt x="3404" y="618"/>
                </a:lnTo>
                <a:lnTo>
                  <a:pt x="3408" y="618"/>
                </a:lnTo>
                <a:lnTo>
                  <a:pt x="3417" y="618"/>
                </a:lnTo>
                <a:lnTo>
                  <a:pt x="3426" y="621"/>
                </a:lnTo>
                <a:lnTo>
                  <a:pt x="3437" y="623"/>
                </a:lnTo>
                <a:lnTo>
                  <a:pt x="3448" y="623"/>
                </a:lnTo>
                <a:lnTo>
                  <a:pt x="3462" y="614"/>
                </a:lnTo>
                <a:lnTo>
                  <a:pt x="3473" y="603"/>
                </a:lnTo>
                <a:lnTo>
                  <a:pt x="3486" y="590"/>
                </a:lnTo>
                <a:lnTo>
                  <a:pt x="3497" y="583"/>
                </a:lnTo>
                <a:lnTo>
                  <a:pt x="3542" y="578"/>
                </a:lnTo>
                <a:lnTo>
                  <a:pt x="3558" y="567"/>
                </a:lnTo>
                <a:lnTo>
                  <a:pt x="3571" y="550"/>
                </a:lnTo>
                <a:lnTo>
                  <a:pt x="3586" y="534"/>
                </a:lnTo>
                <a:lnTo>
                  <a:pt x="3602" y="521"/>
                </a:lnTo>
                <a:lnTo>
                  <a:pt x="3638" y="563"/>
                </a:lnTo>
                <a:lnTo>
                  <a:pt x="3648" y="558"/>
                </a:lnTo>
                <a:lnTo>
                  <a:pt x="3660" y="556"/>
                </a:lnTo>
                <a:lnTo>
                  <a:pt x="3675" y="558"/>
                </a:lnTo>
                <a:lnTo>
                  <a:pt x="3691" y="558"/>
                </a:lnTo>
                <a:lnTo>
                  <a:pt x="3695" y="561"/>
                </a:lnTo>
                <a:lnTo>
                  <a:pt x="3700" y="565"/>
                </a:lnTo>
                <a:lnTo>
                  <a:pt x="3704" y="565"/>
                </a:lnTo>
                <a:lnTo>
                  <a:pt x="3708" y="567"/>
                </a:lnTo>
                <a:lnTo>
                  <a:pt x="3711" y="570"/>
                </a:lnTo>
                <a:lnTo>
                  <a:pt x="3720" y="580"/>
                </a:lnTo>
                <a:lnTo>
                  <a:pt x="3726" y="589"/>
                </a:lnTo>
                <a:lnTo>
                  <a:pt x="3731" y="598"/>
                </a:lnTo>
                <a:lnTo>
                  <a:pt x="3740" y="603"/>
                </a:lnTo>
                <a:lnTo>
                  <a:pt x="3757" y="607"/>
                </a:lnTo>
                <a:lnTo>
                  <a:pt x="3762" y="605"/>
                </a:lnTo>
                <a:lnTo>
                  <a:pt x="3766" y="603"/>
                </a:lnTo>
                <a:lnTo>
                  <a:pt x="3771" y="603"/>
                </a:lnTo>
                <a:lnTo>
                  <a:pt x="3775" y="603"/>
                </a:lnTo>
                <a:lnTo>
                  <a:pt x="3780" y="605"/>
                </a:lnTo>
                <a:lnTo>
                  <a:pt x="3786" y="607"/>
                </a:lnTo>
                <a:lnTo>
                  <a:pt x="3797" y="590"/>
                </a:lnTo>
                <a:lnTo>
                  <a:pt x="3809" y="580"/>
                </a:lnTo>
                <a:lnTo>
                  <a:pt x="3824" y="574"/>
                </a:lnTo>
                <a:lnTo>
                  <a:pt x="3840" y="570"/>
                </a:lnTo>
                <a:lnTo>
                  <a:pt x="3860" y="567"/>
                </a:lnTo>
                <a:lnTo>
                  <a:pt x="3882" y="563"/>
                </a:lnTo>
                <a:lnTo>
                  <a:pt x="3897" y="558"/>
                </a:lnTo>
                <a:lnTo>
                  <a:pt x="3909" y="550"/>
                </a:lnTo>
                <a:lnTo>
                  <a:pt x="3924" y="545"/>
                </a:lnTo>
                <a:lnTo>
                  <a:pt x="3944" y="543"/>
                </a:lnTo>
                <a:lnTo>
                  <a:pt x="3944" y="583"/>
                </a:lnTo>
                <a:lnTo>
                  <a:pt x="3964" y="581"/>
                </a:lnTo>
                <a:lnTo>
                  <a:pt x="3980" y="580"/>
                </a:lnTo>
                <a:lnTo>
                  <a:pt x="3995" y="578"/>
                </a:lnTo>
                <a:lnTo>
                  <a:pt x="4013" y="576"/>
                </a:lnTo>
                <a:lnTo>
                  <a:pt x="4017" y="587"/>
                </a:lnTo>
                <a:lnTo>
                  <a:pt x="4022" y="603"/>
                </a:lnTo>
                <a:lnTo>
                  <a:pt x="4029" y="616"/>
                </a:lnTo>
                <a:lnTo>
                  <a:pt x="4037" y="621"/>
                </a:lnTo>
                <a:lnTo>
                  <a:pt x="4048" y="625"/>
                </a:lnTo>
                <a:lnTo>
                  <a:pt x="4058" y="630"/>
                </a:lnTo>
                <a:lnTo>
                  <a:pt x="4069" y="636"/>
                </a:lnTo>
                <a:lnTo>
                  <a:pt x="4077" y="643"/>
                </a:lnTo>
                <a:lnTo>
                  <a:pt x="4082" y="656"/>
                </a:lnTo>
                <a:lnTo>
                  <a:pt x="4066" y="660"/>
                </a:lnTo>
                <a:lnTo>
                  <a:pt x="4046" y="660"/>
                </a:lnTo>
                <a:lnTo>
                  <a:pt x="4024" y="660"/>
                </a:lnTo>
                <a:lnTo>
                  <a:pt x="4004" y="660"/>
                </a:lnTo>
                <a:lnTo>
                  <a:pt x="4004" y="680"/>
                </a:lnTo>
                <a:lnTo>
                  <a:pt x="4048" y="700"/>
                </a:lnTo>
                <a:lnTo>
                  <a:pt x="4093" y="716"/>
                </a:lnTo>
                <a:lnTo>
                  <a:pt x="4142" y="729"/>
                </a:lnTo>
                <a:lnTo>
                  <a:pt x="4146" y="740"/>
                </a:lnTo>
                <a:lnTo>
                  <a:pt x="4149" y="747"/>
                </a:lnTo>
                <a:lnTo>
                  <a:pt x="4151" y="756"/>
                </a:lnTo>
                <a:lnTo>
                  <a:pt x="4155" y="769"/>
                </a:lnTo>
                <a:lnTo>
                  <a:pt x="4151" y="770"/>
                </a:lnTo>
                <a:lnTo>
                  <a:pt x="4149" y="772"/>
                </a:lnTo>
                <a:lnTo>
                  <a:pt x="4149" y="774"/>
                </a:lnTo>
                <a:lnTo>
                  <a:pt x="4148" y="776"/>
                </a:lnTo>
                <a:lnTo>
                  <a:pt x="4148" y="778"/>
                </a:lnTo>
                <a:lnTo>
                  <a:pt x="4146" y="781"/>
                </a:lnTo>
                <a:lnTo>
                  <a:pt x="4157" y="794"/>
                </a:lnTo>
                <a:lnTo>
                  <a:pt x="4164" y="810"/>
                </a:lnTo>
                <a:lnTo>
                  <a:pt x="4168" y="830"/>
                </a:lnTo>
                <a:lnTo>
                  <a:pt x="4169" y="852"/>
                </a:lnTo>
                <a:lnTo>
                  <a:pt x="4169" y="874"/>
                </a:lnTo>
                <a:lnTo>
                  <a:pt x="4158" y="874"/>
                </a:lnTo>
                <a:lnTo>
                  <a:pt x="4153" y="887"/>
                </a:lnTo>
                <a:lnTo>
                  <a:pt x="4151" y="901"/>
                </a:lnTo>
                <a:lnTo>
                  <a:pt x="4146" y="914"/>
                </a:lnTo>
                <a:lnTo>
                  <a:pt x="4138" y="921"/>
                </a:lnTo>
                <a:lnTo>
                  <a:pt x="4133" y="927"/>
                </a:lnTo>
                <a:lnTo>
                  <a:pt x="4128" y="929"/>
                </a:lnTo>
                <a:lnTo>
                  <a:pt x="4124" y="934"/>
                </a:lnTo>
                <a:lnTo>
                  <a:pt x="4122" y="943"/>
                </a:lnTo>
                <a:lnTo>
                  <a:pt x="4120" y="960"/>
                </a:lnTo>
                <a:lnTo>
                  <a:pt x="4126" y="960"/>
                </a:lnTo>
                <a:lnTo>
                  <a:pt x="4129" y="961"/>
                </a:lnTo>
                <a:lnTo>
                  <a:pt x="4135" y="961"/>
                </a:lnTo>
                <a:lnTo>
                  <a:pt x="4140" y="963"/>
                </a:lnTo>
                <a:lnTo>
                  <a:pt x="4157" y="940"/>
                </a:lnTo>
                <a:lnTo>
                  <a:pt x="4177" y="918"/>
                </a:lnTo>
                <a:lnTo>
                  <a:pt x="4204" y="901"/>
                </a:lnTo>
                <a:lnTo>
                  <a:pt x="4235" y="894"/>
                </a:lnTo>
                <a:lnTo>
                  <a:pt x="4240" y="901"/>
                </a:lnTo>
                <a:lnTo>
                  <a:pt x="4246" y="907"/>
                </a:lnTo>
                <a:lnTo>
                  <a:pt x="4253" y="912"/>
                </a:lnTo>
                <a:lnTo>
                  <a:pt x="4258" y="916"/>
                </a:lnTo>
                <a:lnTo>
                  <a:pt x="4262" y="923"/>
                </a:lnTo>
                <a:lnTo>
                  <a:pt x="4268" y="936"/>
                </a:lnTo>
                <a:lnTo>
                  <a:pt x="4268" y="950"/>
                </a:lnTo>
                <a:lnTo>
                  <a:pt x="4271" y="967"/>
                </a:lnTo>
                <a:lnTo>
                  <a:pt x="4275" y="981"/>
                </a:lnTo>
                <a:lnTo>
                  <a:pt x="4282" y="1000"/>
                </a:lnTo>
                <a:lnTo>
                  <a:pt x="4288" y="1018"/>
                </a:lnTo>
                <a:lnTo>
                  <a:pt x="4295" y="1032"/>
                </a:lnTo>
                <a:lnTo>
                  <a:pt x="4302" y="1032"/>
                </a:lnTo>
                <a:lnTo>
                  <a:pt x="4306" y="1041"/>
                </a:lnTo>
                <a:lnTo>
                  <a:pt x="4306" y="1056"/>
                </a:lnTo>
                <a:lnTo>
                  <a:pt x="4304" y="1072"/>
                </a:lnTo>
                <a:lnTo>
                  <a:pt x="4300" y="1085"/>
                </a:lnTo>
                <a:lnTo>
                  <a:pt x="4298" y="1092"/>
                </a:lnTo>
                <a:lnTo>
                  <a:pt x="4297" y="1100"/>
                </a:lnTo>
                <a:lnTo>
                  <a:pt x="4293" y="1105"/>
                </a:lnTo>
                <a:lnTo>
                  <a:pt x="4289" y="1109"/>
                </a:lnTo>
                <a:lnTo>
                  <a:pt x="4282" y="1110"/>
                </a:lnTo>
                <a:lnTo>
                  <a:pt x="4275" y="1112"/>
                </a:lnTo>
                <a:lnTo>
                  <a:pt x="4273" y="1109"/>
                </a:lnTo>
                <a:lnTo>
                  <a:pt x="4273" y="1105"/>
                </a:lnTo>
                <a:lnTo>
                  <a:pt x="4273" y="1103"/>
                </a:lnTo>
                <a:lnTo>
                  <a:pt x="4271" y="1101"/>
                </a:lnTo>
                <a:lnTo>
                  <a:pt x="4269" y="1100"/>
                </a:lnTo>
                <a:lnTo>
                  <a:pt x="4269" y="1109"/>
                </a:lnTo>
                <a:lnTo>
                  <a:pt x="4268" y="1112"/>
                </a:lnTo>
                <a:lnTo>
                  <a:pt x="4262" y="1116"/>
                </a:lnTo>
                <a:lnTo>
                  <a:pt x="4258" y="1120"/>
                </a:lnTo>
                <a:lnTo>
                  <a:pt x="4253" y="1123"/>
                </a:lnTo>
                <a:lnTo>
                  <a:pt x="4249" y="1129"/>
                </a:lnTo>
                <a:lnTo>
                  <a:pt x="4229" y="1145"/>
                </a:lnTo>
                <a:lnTo>
                  <a:pt x="4229" y="1185"/>
                </a:lnTo>
                <a:lnTo>
                  <a:pt x="4224" y="1194"/>
                </a:lnTo>
                <a:lnTo>
                  <a:pt x="4218" y="1201"/>
                </a:lnTo>
                <a:lnTo>
                  <a:pt x="4213" y="1210"/>
                </a:lnTo>
                <a:lnTo>
                  <a:pt x="4209" y="1225"/>
                </a:lnTo>
                <a:lnTo>
                  <a:pt x="4233" y="1229"/>
                </a:lnTo>
                <a:lnTo>
                  <a:pt x="4251" y="1234"/>
                </a:lnTo>
                <a:lnTo>
                  <a:pt x="4269" y="1240"/>
                </a:lnTo>
                <a:lnTo>
                  <a:pt x="4288" y="1245"/>
                </a:lnTo>
                <a:lnTo>
                  <a:pt x="4309" y="1249"/>
                </a:lnTo>
                <a:lnTo>
                  <a:pt x="4322" y="1240"/>
                </a:lnTo>
                <a:lnTo>
                  <a:pt x="4333" y="1234"/>
                </a:lnTo>
                <a:lnTo>
                  <a:pt x="4342" y="1234"/>
                </a:lnTo>
                <a:lnTo>
                  <a:pt x="4351" y="1234"/>
                </a:lnTo>
                <a:lnTo>
                  <a:pt x="4362" y="1234"/>
                </a:lnTo>
                <a:lnTo>
                  <a:pt x="4375" y="1229"/>
                </a:lnTo>
                <a:lnTo>
                  <a:pt x="4389" y="1218"/>
                </a:lnTo>
                <a:lnTo>
                  <a:pt x="4404" y="1200"/>
                </a:lnTo>
                <a:lnTo>
                  <a:pt x="4417" y="1183"/>
                </a:lnTo>
                <a:lnTo>
                  <a:pt x="4433" y="1169"/>
                </a:lnTo>
                <a:lnTo>
                  <a:pt x="4464" y="1152"/>
                </a:lnTo>
                <a:lnTo>
                  <a:pt x="4497" y="1132"/>
                </a:lnTo>
                <a:lnTo>
                  <a:pt x="4531" y="1110"/>
                </a:lnTo>
                <a:lnTo>
                  <a:pt x="4562" y="1087"/>
                </a:lnTo>
                <a:lnTo>
                  <a:pt x="4591" y="1061"/>
                </a:lnTo>
                <a:lnTo>
                  <a:pt x="4613" y="1032"/>
                </a:lnTo>
                <a:lnTo>
                  <a:pt x="4629" y="1000"/>
                </a:lnTo>
                <a:lnTo>
                  <a:pt x="4626" y="996"/>
                </a:lnTo>
                <a:lnTo>
                  <a:pt x="4624" y="990"/>
                </a:lnTo>
                <a:lnTo>
                  <a:pt x="4622" y="983"/>
                </a:lnTo>
                <a:lnTo>
                  <a:pt x="4620" y="976"/>
                </a:lnTo>
                <a:lnTo>
                  <a:pt x="4604" y="976"/>
                </a:lnTo>
                <a:lnTo>
                  <a:pt x="4600" y="940"/>
                </a:lnTo>
                <a:lnTo>
                  <a:pt x="4624" y="927"/>
                </a:lnTo>
                <a:lnTo>
                  <a:pt x="4648" y="916"/>
                </a:lnTo>
                <a:lnTo>
                  <a:pt x="4669" y="910"/>
                </a:lnTo>
                <a:lnTo>
                  <a:pt x="4695" y="907"/>
                </a:lnTo>
                <a:lnTo>
                  <a:pt x="4722" y="907"/>
                </a:lnTo>
                <a:lnTo>
                  <a:pt x="4755" y="912"/>
                </a:lnTo>
                <a:lnTo>
                  <a:pt x="4771" y="905"/>
                </a:lnTo>
                <a:lnTo>
                  <a:pt x="4784" y="900"/>
                </a:lnTo>
                <a:lnTo>
                  <a:pt x="4798" y="896"/>
                </a:lnTo>
                <a:lnTo>
                  <a:pt x="4817" y="896"/>
                </a:lnTo>
                <a:lnTo>
                  <a:pt x="4831" y="876"/>
                </a:lnTo>
                <a:lnTo>
                  <a:pt x="4848" y="852"/>
                </a:lnTo>
                <a:lnTo>
                  <a:pt x="4860" y="827"/>
                </a:lnTo>
                <a:lnTo>
                  <a:pt x="4866" y="800"/>
                </a:lnTo>
                <a:lnTo>
                  <a:pt x="4858" y="789"/>
                </a:lnTo>
                <a:lnTo>
                  <a:pt x="4851" y="776"/>
                </a:lnTo>
                <a:lnTo>
                  <a:pt x="4846" y="760"/>
                </a:lnTo>
                <a:lnTo>
                  <a:pt x="4842" y="743"/>
                </a:lnTo>
                <a:lnTo>
                  <a:pt x="4862" y="725"/>
                </a:lnTo>
                <a:lnTo>
                  <a:pt x="4877" y="705"/>
                </a:lnTo>
                <a:lnTo>
                  <a:pt x="4889" y="683"/>
                </a:lnTo>
                <a:lnTo>
                  <a:pt x="4900" y="660"/>
                </a:lnTo>
                <a:lnTo>
                  <a:pt x="4913" y="636"/>
                </a:lnTo>
                <a:lnTo>
                  <a:pt x="4929" y="614"/>
                </a:lnTo>
                <a:lnTo>
                  <a:pt x="4949" y="598"/>
                </a:lnTo>
                <a:lnTo>
                  <a:pt x="4968" y="589"/>
                </a:lnTo>
                <a:lnTo>
                  <a:pt x="4989" y="583"/>
                </a:lnTo>
                <a:lnTo>
                  <a:pt x="5013" y="581"/>
                </a:lnTo>
                <a:lnTo>
                  <a:pt x="5037" y="578"/>
                </a:lnTo>
                <a:lnTo>
                  <a:pt x="5060" y="572"/>
                </a:lnTo>
                <a:lnTo>
                  <a:pt x="5126" y="550"/>
                </a:lnTo>
                <a:lnTo>
                  <a:pt x="5191" y="532"/>
                </a:lnTo>
                <a:lnTo>
                  <a:pt x="5262" y="516"/>
                </a:lnTo>
                <a:lnTo>
                  <a:pt x="5262" y="480"/>
                </a:lnTo>
                <a:lnTo>
                  <a:pt x="5275" y="478"/>
                </a:lnTo>
                <a:lnTo>
                  <a:pt x="5286" y="474"/>
                </a:lnTo>
                <a:lnTo>
                  <a:pt x="5295" y="467"/>
                </a:lnTo>
                <a:lnTo>
                  <a:pt x="5298" y="456"/>
                </a:lnTo>
                <a:lnTo>
                  <a:pt x="5302" y="454"/>
                </a:lnTo>
                <a:lnTo>
                  <a:pt x="5304" y="454"/>
                </a:lnTo>
                <a:lnTo>
                  <a:pt x="5308" y="456"/>
                </a:lnTo>
                <a:lnTo>
                  <a:pt x="5309" y="456"/>
                </a:lnTo>
                <a:lnTo>
                  <a:pt x="5311" y="458"/>
                </a:lnTo>
                <a:lnTo>
                  <a:pt x="5315" y="456"/>
                </a:lnTo>
                <a:lnTo>
                  <a:pt x="5313" y="440"/>
                </a:lnTo>
                <a:lnTo>
                  <a:pt x="5320" y="423"/>
                </a:lnTo>
                <a:lnTo>
                  <a:pt x="5329" y="405"/>
                </a:lnTo>
                <a:lnTo>
                  <a:pt x="5337" y="387"/>
                </a:lnTo>
                <a:lnTo>
                  <a:pt x="5335" y="376"/>
                </a:lnTo>
                <a:lnTo>
                  <a:pt x="5333" y="361"/>
                </a:lnTo>
                <a:lnTo>
                  <a:pt x="5331" y="343"/>
                </a:lnTo>
                <a:lnTo>
                  <a:pt x="5331" y="325"/>
                </a:lnTo>
                <a:lnTo>
                  <a:pt x="5333" y="309"/>
                </a:lnTo>
                <a:lnTo>
                  <a:pt x="5333" y="307"/>
                </a:lnTo>
                <a:lnTo>
                  <a:pt x="5337" y="305"/>
                </a:lnTo>
                <a:lnTo>
                  <a:pt x="5338" y="301"/>
                </a:lnTo>
                <a:lnTo>
                  <a:pt x="5342" y="298"/>
                </a:lnTo>
                <a:lnTo>
                  <a:pt x="5344" y="296"/>
                </a:lnTo>
                <a:lnTo>
                  <a:pt x="5346" y="294"/>
                </a:lnTo>
                <a:lnTo>
                  <a:pt x="5344" y="281"/>
                </a:lnTo>
                <a:lnTo>
                  <a:pt x="5338" y="267"/>
                </a:lnTo>
                <a:lnTo>
                  <a:pt x="5337" y="252"/>
                </a:lnTo>
                <a:lnTo>
                  <a:pt x="5344" y="232"/>
                </a:lnTo>
                <a:lnTo>
                  <a:pt x="5353" y="212"/>
                </a:lnTo>
                <a:lnTo>
                  <a:pt x="5362" y="196"/>
                </a:lnTo>
                <a:lnTo>
                  <a:pt x="5368" y="181"/>
                </a:lnTo>
                <a:lnTo>
                  <a:pt x="5369" y="169"/>
                </a:lnTo>
                <a:lnTo>
                  <a:pt x="5371" y="156"/>
                </a:lnTo>
                <a:lnTo>
                  <a:pt x="5377" y="145"/>
                </a:lnTo>
                <a:lnTo>
                  <a:pt x="5384" y="136"/>
                </a:lnTo>
                <a:lnTo>
                  <a:pt x="5395" y="130"/>
                </a:lnTo>
                <a:lnTo>
                  <a:pt x="5400" y="129"/>
                </a:lnTo>
                <a:lnTo>
                  <a:pt x="5406" y="129"/>
                </a:lnTo>
                <a:lnTo>
                  <a:pt x="5411" y="129"/>
                </a:lnTo>
                <a:lnTo>
                  <a:pt x="5418" y="127"/>
                </a:lnTo>
                <a:lnTo>
                  <a:pt x="5424" y="127"/>
                </a:lnTo>
                <a:lnTo>
                  <a:pt x="5426" y="132"/>
                </a:lnTo>
                <a:lnTo>
                  <a:pt x="5426" y="136"/>
                </a:lnTo>
                <a:lnTo>
                  <a:pt x="5424" y="141"/>
                </a:lnTo>
                <a:lnTo>
                  <a:pt x="5424" y="145"/>
                </a:lnTo>
                <a:lnTo>
                  <a:pt x="5424" y="149"/>
                </a:lnTo>
                <a:lnTo>
                  <a:pt x="5424" y="150"/>
                </a:lnTo>
                <a:lnTo>
                  <a:pt x="5428" y="154"/>
                </a:lnTo>
                <a:lnTo>
                  <a:pt x="5433" y="156"/>
                </a:lnTo>
                <a:lnTo>
                  <a:pt x="5451" y="138"/>
                </a:lnTo>
                <a:lnTo>
                  <a:pt x="5478" y="125"/>
                </a:lnTo>
                <a:lnTo>
                  <a:pt x="5509" y="118"/>
                </a:lnTo>
                <a:lnTo>
                  <a:pt x="5522" y="125"/>
                </a:lnTo>
                <a:lnTo>
                  <a:pt x="5537" y="132"/>
                </a:lnTo>
                <a:lnTo>
                  <a:pt x="5551" y="140"/>
                </a:lnTo>
                <a:lnTo>
                  <a:pt x="5558" y="150"/>
                </a:lnTo>
                <a:lnTo>
                  <a:pt x="5573" y="178"/>
                </a:lnTo>
                <a:lnTo>
                  <a:pt x="5584" y="209"/>
                </a:lnTo>
                <a:lnTo>
                  <a:pt x="5595" y="241"/>
                </a:lnTo>
                <a:lnTo>
                  <a:pt x="5604" y="269"/>
                </a:lnTo>
                <a:lnTo>
                  <a:pt x="5606" y="283"/>
                </a:lnTo>
                <a:lnTo>
                  <a:pt x="5608" y="298"/>
                </a:lnTo>
                <a:lnTo>
                  <a:pt x="5611" y="312"/>
                </a:lnTo>
                <a:lnTo>
                  <a:pt x="5618" y="321"/>
                </a:lnTo>
                <a:lnTo>
                  <a:pt x="5629" y="325"/>
                </a:lnTo>
                <a:lnTo>
                  <a:pt x="5642" y="327"/>
                </a:lnTo>
                <a:lnTo>
                  <a:pt x="5651" y="330"/>
                </a:lnTo>
                <a:lnTo>
                  <a:pt x="5658" y="345"/>
                </a:lnTo>
                <a:lnTo>
                  <a:pt x="5662" y="363"/>
                </a:lnTo>
                <a:lnTo>
                  <a:pt x="5668" y="380"/>
                </a:lnTo>
                <a:lnTo>
                  <a:pt x="5673" y="378"/>
                </a:lnTo>
                <a:lnTo>
                  <a:pt x="5678" y="376"/>
                </a:lnTo>
                <a:lnTo>
                  <a:pt x="5684" y="376"/>
                </a:lnTo>
                <a:lnTo>
                  <a:pt x="5693" y="374"/>
                </a:lnTo>
                <a:lnTo>
                  <a:pt x="5697" y="381"/>
                </a:lnTo>
                <a:lnTo>
                  <a:pt x="5702" y="387"/>
                </a:lnTo>
                <a:lnTo>
                  <a:pt x="5708" y="392"/>
                </a:lnTo>
                <a:lnTo>
                  <a:pt x="5717" y="396"/>
                </a:lnTo>
                <a:lnTo>
                  <a:pt x="5717" y="409"/>
                </a:lnTo>
                <a:lnTo>
                  <a:pt x="5718" y="423"/>
                </a:lnTo>
                <a:lnTo>
                  <a:pt x="5720" y="443"/>
                </a:lnTo>
                <a:lnTo>
                  <a:pt x="5704" y="454"/>
                </a:lnTo>
                <a:lnTo>
                  <a:pt x="5686" y="469"/>
                </a:lnTo>
                <a:lnTo>
                  <a:pt x="5668" y="483"/>
                </a:lnTo>
                <a:lnTo>
                  <a:pt x="5653" y="501"/>
                </a:lnTo>
                <a:lnTo>
                  <a:pt x="5646" y="521"/>
                </a:lnTo>
                <a:lnTo>
                  <a:pt x="5633" y="520"/>
                </a:lnTo>
                <a:lnTo>
                  <a:pt x="5624" y="516"/>
                </a:lnTo>
                <a:lnTo>
                  <a:pt x="5613" y="512"/>
                </a:lnTo>
                <a:lnTo>
                  <a:pt x="5609" y="516"/>
                </a:lnTo>
                <a:lnTo>
                  <a:pt x="5606" y="520"/>
                </a:lnTo>
                <a:lnTo>
                  <a:pt x="5600" y="521"/>
                </a:lnTo>
                <a:lnTo>
                  <a:pt x="5597" y="525"/>
                </a:lnTo>
                <a:lnTo>
                  <a:pt x="5600" y="530"/>
                </a:lnTo>
                <a:lnTo>
                  <a:pt x="5602" y="536"/>
                </a:lnTo>
                <a:lnTo>
                  <a:pt x="5604" y="541"/>
                </a:lnTo>
                <a:lnTo>
                  <a:pt x="5604" y="549"/>
                </a:lnTo>
                <a:lnTo>
                  <a:pt x="5560" y="545"/>
                </a:lnTo>
                <a:lnTo>
                  <a:pt x="5558" y="561"/>
                </a:lnTo>
                <a:lnTo>
                  <a:pt x="5558" y="576"/>
                </a:lnTo>
                <a:lnTo>
                  <a:pt x="5558" y="594"/>
                </a:lnTo>
                <a:lnTo>
                  <a:pt x="5555" y="598"/>
                </a:lnTo>
                <a:lnTo>
                  <a:pt x="5551" y="600"/>
                </a:lnTo>
                <a:lnTo>
                  <a:pt x="5548" y="603"/>
                </a:lnTo>
                <a:lnTo>
                  <a:pt x="5546" y="605"/>
                </a:lnTo>
                <a:lnTo>
                  <a:pt x="5540" y="609"/>
                </a:lnTo>
                <a:lnTo>
                  <a:pt x="5535" y="610"/>
                </a:lnTo>
                <a:lnTo>
                  <a:pt x="5533" y="609"/>
                </a:lnTo>
                <a:lnTo>
                  <a:pt x="5531" y="609"/>
                </a:lnTo>
                <a:lnTo>
                  <a:pt x="5531" y="607"/>
                </a:lnTo>
                <a:lnTo>
                  <a:pt x="5529" y="607"/>
                </a:lnTo>
                <a:lnTo>
                  <a:pt x="5526" y="605"/>
                </a:lnTo>
                <a:lnTo>
                  <a:pt x="5524" y="621"/>
                </a:lnTo>
                <a:lnTo>
                  <a:pt x="5517" y="632"/>
                </a:lnTo>
                <a:lnTo>
                  <a:pt x="5509" y="640"/>
                </a:lnTo>
                <a:lnTo>
                  <a:pt x="5502" y="649"/>
                </a:lnTo>
                <a:lnTo>
                  <a:pt x="5493" y="658"/>
                </a:lnTo>
                <a:lnTo>
                  <a:pt x="5484" y="656"/>
                </a:lnTo>
                <a:lnTo>
                  <a:pt x="5478" y="656"/>
                </a:lnTo>
                <a:lnTo>
                  <a:pt x="5471" y="656"/>
                </a:lnTo>
                <a:lnTo>
                  <a:pt x="5460" y="654"/>
                </a:lnTo>
                <a:lnTo>
                  <a:pt x="5460" y="667"/>
                </a:lnTo>
                <a:lnTo>
                  <a:pt x="5462" y="678"/>
                </a:lnTo>
                <a:lnTo>
                  <a:pt x="5458" y="694"/>
                </a:lnTo>
                <a:lnTo>
                  <a:pt x="5453" y="714"/>
                </a:lnTo>
                <a:lnTo>
                  <a:pt x="5446" y="736"/>
                </a:lnTo>
                <a:lnTo>
                  <a:pt x="5440" y="761"/>
                </a:lnTo>
                <a:lnTo>
                  <a:pt x="5437" y="785"/>
                </a:lnTo>
                <a:lnTo>
                  <a:pt x="5438" y="809"/>
                </a:lnTo>
                <a:lnTo>
                  <a:pt x="5462" y="809"/>
                </a:lnTo>
                <a:lnTo>
                  <a:pt x="5462" y="829"/>
                </a:lnTo>
                <a:lnTo>
                  <a:pt x="5457" y="830"/>
                </a:lnTo>
                <a:lnTo>
                  <a:pt x="5451" y="834"/>
                </a:lnTo>
                <a:lnTo>
                  <a:pt x="5446" y="838"/>
                </a:lnTo>
                <a:lnTo>
                  <a:pt x="5442" y="841"/>
                </a:lnTo>
                <a:lnTo>
                  <a:pt x="5438" y="845"/>
                </a:lnTo>
                <a:lnTo>
                  <a:pt x="5438" y="869"/>
                </a:lnTo>
                <a:lnTo>
                  <a:pt x="5455" y="869"/>
                </a:lnTo>
                <a:lnTo>
                  <a:pt x="5466" y="876"/>
                </a:lnTo>
                <a:lnTo>
                  <a:pt x="5477" y="887"/>
                </a:lnTo>
                <a:lnTo>
                  <a:pt x="5486" y="900"/>
                </a:lnTo>
                <a:lnTo>
                  <a:pt x="5495" y="910"/>
                </a:lnTo>
                <a:lnTo>
                  <a:pt x="5508" y="921"/>
                </a:lnTo>
                <a:lnTo>
                  <a:pt x="5522" y="925"/>
                </a:lnTo>
                <a:lnTo>
                  <a:pt x="5528" y="921"/>
                </a:lnTo>
                <a:lnTo>
                  <a:pt x="5531" y="916"/>
                </a:lnTo>
                <a:lnTo>
                  <a:pt x="5533" y="912"/>
                </a:lnTo>
                <a:lnTo>
                  <a:pt x="5537" y="909"/>
                </a:lnTo>
                <a:lnTo>
                  <a:pt x="5540" y="901"/>
                </a:lnTo>
                <a:lnTo>
                  <a:pt x="5528" y="896"/>
                </a:lnTo>
                <a:lnTo>
                  <a:pt x="5517" y="890"/>
                </a:lnTo>
                <a:lnTo>
                  <a:pt x="5502" y="885"/>
                </a:lnTo>
                <a:lnTo>
                  <a:pt x="5504" y="872"/>
                </a:lnTo>
                <a:lnTo>
                  <a:pt x="5513" y="872"/>
                </a:lnTo>
                <a:lnTo>
                  <a:pt x="5520" y="872"/>
                </a:lnTo>
                <a:lnTo>
                  <a:pt x="5526" y="872"/>
                </a:lnTo>
                <a:lnTo>
                  <a:pt x="5537" y="874"/>
                </a:lnTo>
                <a:lnTo>
                  <a:pt x="5544" y="885"/>
                </a:lnTo>
                <a:lnTo>
                  <a:pt x="5553" y="896"/>
                </a:lnTo>
                <a:lnTo>
                  <a:pt x="5560" y="909"/>
                </a:lnTo>
                <a:lnTo>
                  <a:pt x="5564" y="925"/>
                </a:lnTo>
                <a:lnTo>
                  <a:pt x="5546" y="940"/>
                </a:lnTo>
                <a:lnTo>
                  <a:pt x="5526" y="952"/>
                </a:lnTo>
                <a:lnTo>
                  <a:pt x="5506" y="965"/>
                </a:lnTo>
                <a:lnTo>
                  <a:pt x="5482" y="970"/>
                </a:lnTo>
                <a:lnTo>
                  <a:pt x="5482" y="954"/>
                </a:lnTo>
                <a:lnTo>
                  <a:pt x="5478" y="954"/>
                </a:lnTo>
                <a:lnTo>
                  <a:pt x="5478" y="961"/>
                </a:lnTo>
                <a:lnTo>
                  <a:pt x="5468" y="969"/>
                </a:lnTo>
                <a:lnTo>
                  <a:pt x="5462" y="978"/>
                </a:lnTo>
                <a:lnTo>
                  <a:pt x="5455" y="985"/>
                </a:lnTo>
                <a:lnTo>
                  <a:pt x="5446" y="990"/>
                </a:lnTo>
                <a:lnTo>
                  <a:pt x="5433" y="994"/>
                </a:lnTo>
                <a:lnTo>
                  <a:pt x="5433" y="987"/>
                </a:lnTo>
                <a:lnTo>
                  <a:pt x="5429" y="983"/>
                </a:lnTo>
                <a:lnTo>
                  <a:pt x="5428" y="980"/>
                </a:lnTo>
                <a:lnTo>
                  <a:pt x="5426" y="976"/>
                </a:lnTo>
                <a:lnTo>
                  <a:pt x="5426" y="972"/>
                </a:lnTo>
                <a:lnTo>
                  <a:pt x="5424" y="967"/>
                </a:lnTo>
                <a:lnTo>
                  <a:pt x="5420" y="967"/>
                </a:lnTo>
                <a:lnTo>
                  <a:pt x="5418" y="967"/>
                </a:lnTo>
                <a:lnTo>
                  <a:pt x="5417" y="967"/>
                </a:lnTo>
                <a:lnTo>
                  <a:pt x="5415" y="969"/>
                </a:lnTo>
                <a:lnTo>
                  <a:pt x="5413" y="970"/>
                </a:lnTo>
                <a:lnTo>
                  <a:pt x="5418" y="983"/>
                </a:lnTo>
                <a:lnTo>
                  <a:pt x="5422" y="996"/>
                </a:lnTo>
                <a:lnTo>
                  <a:pt x="5420" y="1010"/>
                </a:lnTo>
                <a:lnTo>
                  <a:pt x="5386" y="1029"/>
                </a:lnTo>
                <a:lnTo>
                  <a:pt x="5349" y="1047"/>
                </a:lnTo>
                <a:lnTo>
                  <a:pt x="5311" y="1069"/>
                </a:lnTo>
                <a:lnTo>
                  <a:pt x="5275" y="1090"/>
                </a:lnTo>
                <a:lnTo>
                  <a:pt x="5242" y="1116"/>
                </a:lnTo>
                <a:lnTo>
                  <a:pt x="5218" y="1143"/>
                </a:lnTo>
                <a:lnTo>
                  <a:pt x="5215" y="1167"/>
                </a:lnTo>
                <a:lnTo>
                  <a:pt x="5206" y="1176"/>
                </a:lnTo>
                <a:lnTo>
                  <a:pt x="5197" y="1183"/>
                </a:lnTo>
                <a:lnTo>
                  <a:pt x="5188" y="1189"/>
                </a:lnTo>
                <a:lnTo>
                  <a:pt x="5180" y="1200"/>
                </a:lnTo>
                <a:lnTo>
                  <a:pt x="5177" y="1216"/>
                </a:lnTo>
                <a:lnTo>
                  <a:pt x="5209" y="1216"/>
                </a:lnTo>
                <a:lnTo>
                  <a:pt x="5209" y="1223"/>
                </a:lnTo>
                <a:lnTo>
                  <a:pt x="5213" y="1234"/>
                </a:lnTo>
                <a:lnTo>
                  <a:pt x="5213" y="1249"/>
                </a:lnTo>
                <a:lnTo>
                  <a:pt x="5213" y="1263"/>
                </a:lnTo>
                <a:lnTo>
                  <a:pt x="5215" y="1290"/>
                </a:lnTo>
                <a:lnTo>
                  <a:pt x="5217" y="1312"/>
                </a:lnTo>
                <a:lnTo>
                  <a:pt x="5213" y="1332"/>
                </a:lnTo>
                <a:lnTo>
                  <a:pt x="5208" y="1345"/>
                </a:lnTo>
                <a:lnTo>
                  <a:pt x="5200" y="1354"/>
                </a:lnTo>
                <a:lnTo>
                  <a:pt x="5197" y="1367"/>
                </a:lnTo>
                <a:lnTo>
                  <a:pt x="5193" y="1385"/>
                </a:lnTo>
                <a:lnTo>
                  <a:pt x="5188" y="1385"/>
                </a:lnTo>
                <a:lnTo>
                  <a:pt x="5186" y="1387"/>
                </a:lnTo>
                <a:lnTo>
                  <a:pt x="5184" y="1387"/>
                </a:lnTo>
                <a:lnTo>
                  <a:pt x="5184" y="1387"/>
                </a:lnTo>
                <a:lnTo>
                  <a:pt x="5182" y="1387"/>
                </a:lnTo>
                <a:lnTo>
                  <a:pt x="5182" y="1389"/>
                </a:lnTo>
                <a:lnTo>
                  <a:pt x="5180" y="1392"/>
                </a:lnTo>
                <a:lnTo>
                  <a:pt x="5182" y="1401"/>
                </a:lnTo>
                <a:lnTo>
                  <a:pt x="5178" y="1414"/>
                </a:lnTo>
                <a:lnTo>
                  <a:pt x="5173" y="1427"/>
                </a:lnTo>
                <a:lnTo>
                  <a:pt x="5164" y="1440"/>
                </a:lnTo>
                <a:lnTo>
                  <a:pt x="5153" y="1449"/>
                </a:lnTo>
                <a:lnTo>
                  <a:pt x="5142" y="1452"/>
                </a:lnTo>
                <a:lnTo>
                  <a:pt x="5142" y="1449"/>
                </a:lnTo>
                <a:lnTo>
                  <a:pt x="5138" y="1449"/>
                </a:lnTo>
                <a:lnTo>
                  <a:pt x="5140" y="1434"/>
                </a:lnTo>
                <a:lnTo>
                  <a:pt x="5138" y="1425"/>
                </a:lnTo>
                <a:lnTo>
                  <a:pt x="5131" y="1418"/>
                </a:lnTo>
                <a:lnTo>
                  <a:pt x="5120" y="1421"/>
                </a:lnTo>
                <a:lnTo>
                  <a:pt x="5113" y="1421"/>
                </a:lnTo>
                <a:lnTo>
                  <a:pt x="5104" y="1416"/>
                </a:lnTo>
                <a:lnTo>
                  <a:pt x="5095" y="1409"/>
                </a:lnTo>
                <a:lnTo>
                  <a:pt x="5095" y="1412"/>
                </a:lnTo>
                <a:lnTo>
                  <a:pt x="5102" y="1425"/>
                </a:lnTo>
                <a:lnTo>
                  <a:pt x="5108" y="1438"/>
                </a:lnTo>
                <a:lnTo>
                  <a:pt x="5115" y="1449"/>
                </a:lnTo>
                <a:lnTo>
                  <a:pt x="5126" y="1458"/>
                </a:lnTo>
                <a:lnTo>
                  <a:pt x="5131" y="1460"/>
                </a:lnTo>
                <a:lnTo>
                  <a:pt x="5137" y="1461"/>
                </a:lnTo>
                <a:lnTo>
                  <a:pt x="5142" y="1463"/>
                </a:lnTo>
                <a:lnTo>
                  <a:pt x="5148" y="1465"/>
                </a:lnTo>
                <a:lnTo>
                  <a:pt x="5148" y="1481"/>
                </a:lnTo>
                <a:lnTo>
                  <a:pt x="5149" y="1490"/>
                </a:lnTo>
                <a:lnTo>
                  <a:pt x="5151" y="1496"/>
                </a:lnTo>
                <a:lnTo>
                  <a:pt x="5155" y="1500"/>
                </a:lnTo>
                <a:lnTo>
                  <a:pt x="5158" y="1505"/>
                </a:lnTo>
                <a:lnTo>
                  <a:pt x="5162" y="1518"/>
                </a:lnTo>
                <a:lnTo>
                  <a:pt x="5158" y="1518"/>
                </a:lnTo>
                <a:lnTo>
                  <a:pt x="5155" y="1520"/>
                </a:lnTo>
                <a:lnTo>
                  <a:pt x="5155" y="1520"/>
                </a:lnTo>
                <a:lnTo>
                  <a:pt x="5153" y="1520"/>
                </a:lnTo>
                <a:lnTo>
                  <a:pt x="5153" y="1520"/>
                </a:lnTo>
                <a:lnTo>
                  <a:pt x="5153" y="1521"/>
                </a:lnTo>
                <a:lnTo>
                  <a:pt x="5151" y="1525"/>
                </a:lnTo>
                <a:lnTo>
                  <a:pt x="5151" y="1529"/>
                </a:lnTo>
                <a:lnTo>
                  <a:pt x="5153" y="1532"/>
                </a:lnTo>
                <a:lnTo>
                  <a:pt x="5155" y="1538"/>
                </a:lnTo>
                <a:lnTo>
                  <a:pt x="5155" y="1545"/>
                </a:lnTo>
                <a:lnTo>
                  <a:pt x="5155" y="1550"/>
                </a:lnTo>
                <a:lnTo>
                  <a:pt x="5151" y="1554"/>
                </a:lnTo>
                <a:lnTo>
                  <a:pt x="5148" y="1558"/>
                </a:lnTo>
                <a:lnTo>
                  <a:pt x="5144" y="1561"/>
                </a:lnTo>
                <a:lnTo>
                  <a:pt x="5140" y="1567"/>
                </a:lnTo>
                <a:lnTo>
                  <a:pt x="5137" y="1570"/>
                </a:lnTo>
                <a:lnTo>
                  <a:pt x="5133" y="1574"/>
                </a:lnTo>
                <a:lnTo>
                  <a:pt x="5129" y="1589"/>
                </a:lnTo>
                <a:lnTo>
                  <a:pt x="5128" y="1609"/>
                </a:lnTo>
                <a:lnTo>
                  <a:pt x="5126" y="1630"/>
                </a:lnTo>
                <a:lnTo>
                  <a:pt x="5124" y="1650"/>
                </a:lnTo>
                <a:lnTo>
                  <a:pt x="5120" y="1667"/>
                </a:lnTo>
                <a:lnTo>
                  <a:pt x="5108" y="1667"/>
                </a:lnTo>
                <a:lnTo>
                  <a:pt x="5108" y="1683"/>
                </a:lnTo>
                <a:lnTo>
                  <a:pt x="5106" y="1700"/>
                </a:lnTo>
                <a:lnTo>
                  <a:pt x="5100" y="1714"/>
                </a:lnTo>
                <a:lnTo>
                  <a:pt x="5098" y="1716"/>
                </a:lnTo>
                <a:lnTo>
                  <a:pt x="5097" y="1716"/>
                </a:lnTo>
                <a:lnTo>
                  <a:pt x="5095" y="1718"/>
                </a:lnTo>
                <a:lnTo>
                  <a:pt x="5091" y="1718"/>
                </a:lnTo>
                <a:lnTo>
                  <a:pt x="5088" y="1718"/>
                </a:lnTo>
                <a:lnTo>
                  <a:pt x="5082" y="1703"/>
                </a:lnTo>
                <a:lnTo>
                  <a:pt x="5078" y="1689"/>
                </a:lnTo>
                <a:lnTo>
                  <a:pt x="5077" y="1672"/>
                </a:lnTo>
                <a:lnTo>
                  <a:pt x="5077" y="1650"/>
                </a:lnTo>
                <a:lnTo>
                  <a:pt x="5082" y="1638"/>
                </a:lnTo>
                <a:lnTo>
                  <a:pt x="5088" y="1620"/>
                </a:lnTo>
                <a:lnTo>
                  <a:pt x="5093" y="1605"/>
                </a:lnTo>
                <a:lnTo>
                  <a:pt x="5073" y="1605"/>
                </a:lnTo>
                <a:lnTo>
                  <a:pt x="5073" y="1600"/>
                </a:lnTo>
                <a:lnTo>
                  <a:pt x="5073" y="1594"/>
                </a:lnTo>
                <a:lnTo>
                  <a:pt x="5075" y="1590"/>
                </a:lnTo>
                <a:lnTo>
                  <a:pt x="5077" y="1585"/>
                </a:lnTo>
                <a:lnTo>
                  <a:pt x="5058" y="1580"/>
                </a:lnTo>
                <a:lnTo>
                  <a:pt x="5046" y="1570"/>
                </a:lnTo>
                <a:lnTo>
                  <a:pt x="5033" y="1563"/>
                </a:lnTo>
                <a:lnTo>
                  <a:pt x="5020" y="1561"/>
                </a:lnTo>
                <a:lnTo>
                  <a:pt x="5015" y="1561"/>
                </a:lnTo>
                <a:lnTo>
                  <a:pt x="5020" y="1567"/>
                </a:lnTo>
                <a:lnTo>
                  <a:pt x="5024" y="1570"/>
                </a:lnTo>
                <a:lnTo>
                  <a:pt x="5029" y="1576"/>
                </a:lnTo>
                <a:lnTo>
                  <a:pt x="5031" y="1581"/>
                </a:lnTo>
                <a:lnTo>
                  <a:pt x="5033" y="1587"/>
                </a:lnTo>
                <a:lnTo>
                  <a:pt x="5033" y="1590"/>
                </a:lnTo>
                <a:lnTo>
                  <a:pt x="5033" y="1594"/>
                </a:lnTo>
                <a:lnTo>
                  <a:pt x="5031" y="1598"/>
                </a:lnTo>
                <a:lnTo>
                  <a:pt x="5031" y="1600"/>
                </a:lnTo>
                <a:lnTo>
                  <a:pt x="5031" y="1603"/>
                </a:lnTo>
                <a:lnTo>
                  <a:pt x="5031" y="1605"/>
                </a:lnTo>
                <a:lnTo>
                  <a:pt x="5040" y="1614"/>
                </a:lnTo>
                <a:lnTo>
                  <a:pt x="5046" y="1621"/>
                </a:lnTo>
                <a:lnTo>
                  <a:pt x="5048" y="1632"/>
                </a:lnTo>
                <a:lnTo>
                  <a:pt x="5048" y="1650"/>
                </a:lnTo>
                <a:lnTo>
                  <a:pt x="5046" y="1652"/>
                </a:lnTo>
                <a:lnTo>
                  <a:pt x="5044" y="1656"/>
                </a:lnTo>
                <a:lnTo>
                  <a:pt x="5044" y="1660"/>
                </a:lnTo>
                <a:lnTo>
                  <a:pt x="5044" y="1667"/>
                </a:lnTo>
                <a:lnTo>
                  <a:pt x="5055" y="1667"/>
                </a:lnTo>
                <a:lnTo>
                  <a:pt x="5060" y="1676"/>
                </a:lnTo>
                <a:lnTo>
                  <a:pt x="5062" y="1687"/>
                </a:lnTo>
                <a:lnTo>
                  <a:pt x="5064" y="1701"/>
                </a:lnTo>
                <a:lnTo>
                  <a:pt x="5048" y="1701"/>
                </a:lnTo>
                <a:lnTo>
                  <a:pt x="5048" y="1707"/>
                </a:lnTo>
                <a:lnTo>
                  <a:pt x="5057" y="1712"/>
                </a:lnTo>
                <a:lnTo>
                  <a:pt x="5062" y="1718"/>
                </a:lnTo>
                <a:lnTo>
                  <a:pt x="5066" y="1725"/>
                </a:lnTo>
                <a:lnTo>
                  <a:pt x="5068" y="1738"/>
                </a:lnTo>
                <a:lnTo>
                  <a:pt x="5100" y="1738"/>
                </a:lnTo>
                <a:lnTo>
                  <a:pt x="5108" y="1750"/>
                </a:lnTo>
                <a:lnTo>
                  <a:pt x="5120" y="1763"/>
                </a:lnTo>
                <a:lnTo>
                  <a:pt x="5131" y="1776"/>
                </a:lnTo>
                <a:lnTo>
                  <a:pt x="5140" y="1787"/>
                </a:lnTo>
                <a:lnTo>
                  <a:pt x="5148" y="1805"/>
                </a:lnTo>
                <a:lnTo>
                  <a:pt x="5151" y="1825"/>
                </a:lnTo>
                <a:lnTo>
                  <a:pt x="5160" y="1843"/>
                </a:lnTo>
                <a:lnTo>
                  <a:pt x="5168" y="1854"/>
                </a:lnTo>
                <a:lnTo>
                  <a:pt x="5177" y="1861"/>
                </a:lnTo>
                <a:lnTo>
                  <a:pt x="5186" y="1870"/>
                </a:lnTo>
                <a:lnTo>
                  <a:pt x="5193" y="1883"/>
                </a:lnTo>
                <a:lnTo>
                  <a:pt x="5197" y="1900"/>
                </a:lnTo>
                <a:lnTo>
                  <a:pt x="5180" y="1900"/>
                </a:lnTo>
                <a:lnTo>
                  <a:pt x="5180" y="1887"/>
                </a:lnTo>
                <a:lnTo>
                  <a:pt x="5168" y="1880"/>
                </a:lnTo>
                <a:lnTo>
                  <a:pt x="5168" y="1883"/>
                </a:lnTo>
                <a:lnTo>
                  <a:pt x="5175" y="1894"/>
                </a:lnTo>
                <a:lnTo>
                  <a:pt x="5178" y="1907"/>
                </a:lnTo>
                <a:lnTo>
                  <a:pt x="5180" y="1923"/>
                </a:lnTo>
                <a:lnTo>
                  <a:pt x="5169" y="1936"/>
                </a:lnTo>
                <a:lnTo>
                  <a:pt x="5162" y="1947"/>
                </a:lnTo>
                <a:lnTo>
                  <a:pt x="5155" y="1960"/>
                </a:lnTo>
                <a:lnTo>
                  <a:pt x="5146" y="1970"/>
                </a:lnTo>
                <a:lnTo>
                  <a:pt x="5133" y="1976"/>
                </a:lnTo>
                <a:lnTo>
                  <a:pt x="5115" y="1980"/>
                </a:lnTo>
                <a:lnTo>
                  <a:pt x="5109" y="1976"/>
                </a:lnTo>
                <a:lnTo>
                  <a:pt x="5104" y="1974"/>
                </a:lnTo>
                <a:lnTo>
                  <a:pt x="5097" y="1972"/>
                </a:lnTo>
                <a:lnTo>
                  <a:pt x="5089" y="1970"/>
                </a:lnTo>
                <a:lnTo>
                  <a:pt x="5089" y="1976"/>
                </a:lnTo>
                <a:lnTo>
                  <a:pt x="5093" y="1976"/>
                </a:lnTo>
                <a:lnTo>
                  <a:pt x="5098" y="1978"/>
                </a:lnTo>
                <a:lnTo>
                  <a:pt x="5102" y="1981"/>
                </a:lnTo>
                <a:lnTo>
                  <a:pt x="5108" y="1983"/>
                </a:lnTo>
                <a:lnTo>
                  <a:pt x="5111" y="1987"/>
                </a:lnTo>
                <a:lnTo>
                  <a:pt x="5113" y="1992"/>
                </a:lnTo>
                <a:lnTo>
                  <a:pt x="5109" y="1994"/>
                </a:lnTo>
                <a:lnTo>
                  <a:pt x="5106" y="1998"/>
                </a:lnTo>
                <a:lnTo>
                  <a:pt x="5104" y="2000"/>
                </a:lnTo>
                <a:lnTo>
                  <a:pt x="5104" y="2003"/>
                </a:lnTo>
                <a:lnTo>
                  <a:pt x="5102" y="2009"/>
                </a:lnTo>
                <a:lnTo>
                  <a:pt x="5102" y="2016"/>
                </a:lnTo>
                <a:lnTo>
                  <a:pt x="5106" y="2016"/>
                </a:lnTo>
                <a:lnTo>
                  <a:pt x="5113" y="2010"/>
                </a:lnTo>
                <a:lnTo>
                  <a:pt x="5122" y="2010"/>
                </a:lnTo>
                <a:lnTo>
                  <a:pt x="5138" y="2012"/>
                </a:lnTo>
                <a:lnTo>
                  <a:pt x="5138" y="2040"/>
                </a:lnTo>
                <a:lnTo>
                  <a:pt x="5133" y="2045"/>
                </a:lnTo>
                <a:lnTo>
                  <a:pt x="5128" y="2052"/>
                </a:lnTo>
                <a:lnTo>
                  <a:pt x="5124" y="2058"/>
                </a:lnTo>
                <a:lnTo>
                  <a:pt x="5117" y="2063"/>
                </a:lnTo>
                <a:lnTo>
                  <a:pt x="5102" y="2070"/>
                </a:lnTo>
                <a:lnTo>
                  <a:pt x="5082" y="2074"/>
                </a:lnTo>
                <a:lnTo>
                  <a:pt x="5062" y="2078"/>
                </a:lnTo>
                <a:lnTo>
                  <a:pt x="5048" y="2083"/>
                </a:lnTo>
                <a:lnTo>
                  <a:pt x="5044" y="2087"/>
                </a:lnTo>
                <a:lnTo>
                  <a:pt x="5037" y="2096"/>
                </a:lnTo>
                <a:lnTo>
                  <a:pt x="5028" y="2107"/>
                </a:lnTo>
                <a:lnTo>
                  <a:pt x="5018" y="2120"/>
                </a:lnTo>
                <a:lnTo>
                  <a:pt x="5009" y="2132"/>
                </a:lnTo>
                <a:lnTo>
                  <a:pt x="5002" y="2141"/>
                </a:lnTo>
                <a:lnTo>
                  <a:pt x="4998" y="2147"/>
                </a:lnTo>
                <a:lnTo>
                  <a:pt x="4995" y="2147"/>
                </a:lnTo>
                <a:lnTo>
                  <a:pt x="4988" y="2165"/>
                </a:lnTo>
                <a:lnTo>
                  <a:pt x="4984" y="2180"/>
                </a:lnTo>
                <a:lnTo>
                  <a:pt x="4982" y="2194"/>
                </a:lnTo>
                <a:lnTo>
                  <a:pt x="4977" y="2205"/>
                </a:lnTo>
                <a:lnTo>
                  <a:pt x="4968" y="2212"/>
                </a:lnTo>
                <a:lnTo>
                  <a:pt x="4953" y="2218"/>
                </a:lnTo>
                <a:lnTo>
                  <a:pt x="4929" y="2220"/>
                </a:lnTo>
                <a:lnTo>
                  <a:pt x="4913" y="2230"/>
                </a:lnTo>
                <a:lnTo>
                  <a:pt x="4895" y="2241"/>
                </a:lnTo>
                <a:lnTo>
                  <a:pt x="4877" y="2252"/>
                </a:lnTo>
                <a:lnTo>
                  <a:pt x="4862" y="2265"/>
                </a:lnTo>
                <a:lnTo>
                  <a:pt x="4851" y="2283"/>
                </a:lnTo>
                <a:lnTo>
                  <a:pt x="4851" y="2330"/>
                </a:lnTo>
                <a:lnTo>
                  <a:pt x="4849" y="2332"/>
                </a:lnTo>
                <a:lnTo>
                  <a:pt x="4846" y="2336"/>
                </a:lnTo>
                <a:lnTo>
                  <a:pt x="4842" y="2338"/>
                </a:lnTo>
                <a:lnTo>
                  <a:pt x="4838" y="2341"/>
                </a:lnTo>
                <a:lnTo>
                  <a:pt x="4835" y="2347"/>
                </a:lnTo>
                <a:lnTo>
                  <a:pt x="4831" y="2354"/>
                </a:lnTo>
                <a:lnTo>
                  <a:pt x="4820" y="2354"/>
                </a:lnTo>
                <a:lnTo>
                  <a:pt x="4811" y="2350"/>
                </a:lnTo>
                <a:lnTo>
                  <a:pt x="4804" y="2349"/>
                </a:lnTo>
                <a:lnTo>
                  <a:pt x="4797" y="2347"/>
                </a:lnTo>
                <a:lnTo>
                  <a:pt x="4793" y="2350"/>
                </a:lnTo>
                <a:lnTo>
                  <a:pt x="4791" y="2358"/>
                </a:lnTo>
                <a:lnTo>
                  <a:pt x="4778" y="2358"/>
                </a:lnTo>
                <a:lnTo>
                  <a:pt x="4769" y="2380"/>
                </a:lnTo>
                <a:lnTo>
                  <a:pt x="4753" y="2400"/>
                </a:lnTo>
                <a:lnTo>
                  <a:pt x="4733" y="2414"/>
                </a:lnTo>
                <a:lnTo>
                  <a:pt x="4709" y="2421"/>
                </a:lnTo>
                <a:lnTo>
                  <a:pt x="4704" y="2430"/>
                </a:lnTo>
                <a:lnTo>
                  <a:pt x="4704" y="2438"/>
                </a:lnTo>
                <a:lnTo>
                  <a:pt x="4704" y="2443"/>
                </a:lnTo>
                <a:lnTo>
                  <a:pt x="4704" y="2449"/>
                </a:lnTo>
                <a:lnTo>
                  <a:pt x="4702" y="2454"/>
                </a:lnTo>
                <a:lnTo>
                  <a:pt x="4693" y="2456"/>
                </a:lnTo>
                <a:lnTo>
                  <a:pt x="4677" y="2458"/>
                </a:lnTo>
                <a:lnTo>
                  <a:pt x="4677" y="2454"/>
                </a:lnTo>
                <a:lnTo>
                  <a:pt x="4673" y="2454"/>
                </a:lnTo>
                <a:lnTo>
                  <a:pt x="4673" y="2458"/>
                </a:lnTo>
                <a:lnTo>
                  <a:pt x="4677" y="2460"/>
                </a:lnTo>
                <a:lnTo>
                  <a:pt x="4678" y="2461"/>
                </a:lnTo>
                <a:lnTo>
                  <a:pt x="4680" y="2463"/>
                </a:lnTo>
                <a:lnTo>
                  <a:pt x="4680" y="2465"/>
                </a:lnTo>
                <a:lnTo>
                  <a:pt x="4680" y="2467"/>
                </a:lnTo>
                <a:lnTo>
                  <a:pt x="4680" y="2469"/>
                </a:lnTo>
                <a:lnTo>
                  <a:pt x="4678" y="2472"/>
                </a:lnTo>
                <a:lnTo>
                  <a:pt x="4677" y="2474"/>
                </a:lnTo>
                <a:lnTo>
                  <a:pt x="4673" y="2478"/>
                </a:lnTo>
                <a:lnTo>
                  <a:pt x="4671" y="2480"/>
                </a:lnTo>
                <a:lnTo>
                  <a:pt x="4669" y="2481"/>
                </a:lnTo>
                <a:lnTo>
                  <a:pt x="4668" y="2481"/>
                </a:lnTo>
                <a:lnTo>
                  <a:pt x="4671" y="2501"/>
                </a:lnTo>
                <a:lnTo>
                  <a:pt x="4669" y="2505"/>
                </a:lnTo>
                <a:lnTo>
                  <a:pt x="4664" y="2509"/>
                </a:lnTo>
                <a:lnTo>
                  <a:pt x="4657" y="2514"/>
                </a:lnTo>
                <a:lnTo>
                  <a:pt x="4651" y="2518"/>
                </a:lnTo>
                <a:lnTo>
                  <a:pt x="4648" y="2521"/>
                </a:lnTo>
                <a:lnTo>
                  <a:pt x="4644" y="2534"/>
                </a:lnTo>
                <a:lnTo>
                  <a:pt x="4642" y="2550"/>
                </a:lnTo>
                <a:lnTo>
                  <a:pt x="4644" y="2565"/>
                </a:lnTo>
                <a:lnTo>
                  <a:pt x="4644" y="2578"/>
                </a:lnTo>
                <a:lnTo>
                  <a:pt x="4642" y="2580"/>
                </a:lnTo>
                <a:lnTo>
                  <a:pt x="4638" y="2581"/>
                </a:lnTo>
                <a:lnTo>
                  <a:pt x="4635" y="2585"/>
                </a:lnTo>
                <a:lnTo>
                  <a:pt x="4631" y="2589"/>
                </a:lnTo>
                <a:lnTo>
                  <a:pt x="4629" y="2590"/>
                </a:lnTo>
                <a:lnTo>
                  <a:pt x="4628" y="2592"/>
                </a:lnTo>
                <a:lnTo>
                  <a:pt x="4628" y="2596"/>
                </a:lnTo>
                <a:lnTo>
                  <a:pt x="4631" y="2596"/>
                </a:lnTo>
                <a:lnTo>
                  <a:pt x="4633" y="2605"/>
                </a:lnTo>
                <a:lnTo>
                  <a:pt x="4635" y="2621"/>
                </a:lnTo>
                <a:lnTo>
                  <a:pt x="4635" y="2640"/>
                </a:lnTo>
                <a:lnTo>
                  <a:pt x="4635" y="2660"/>
                </a:lnTo>
                <a:lnTo>
                  <a:pt x="4635" y="2674"/>
                </a:lnTo>
                <a:lnTo>
                  <a:pt x="4635" y="2681"/>
                </a:lnTo>
                <a:lnTo>
                  <a:pt x="4649" y="2703"/>
                </a:lnTo>
                <a:lnTo>
                  <a:pt x="4664" y="2734"/>
                </a:lnTo>
                <a:lnTo>
                  <a:pt x="4675" y="2767"/>
                </a:lnTo>
                <a:lnTo>
                  <a:pt x="4688" y="2801"/>
                </a:lnTo>
                <a:lnTo>
                  <a:pt x="4700" y="2832"/>
                </a:lnTo>
                <a:lnTo>
                  <a:pt x="4715" y="2860"/>
                </a:lnTo>
                <a:lnTo>
                  <a:pt x="4728" y="2880"/>
                </a:lnTo>
                <a:lnTo>
                  <a:pt x="4748" y="2901"/>
                </a:lnTo>
                <a:lnTo>
                  <a:pt x="4768" y="2923"/>
                </a:lnTo>
                <a:lnTo>
                  <a:pt x="4786" y="2947"/>
                </a:lnTo>
                <a:lnTo>
                  <a:pt x="4800" y="2970"/>
                </a:lnTo>
                <a:lnTo>
                  <a:pt x="4806" y="2992"/>
                </a:lnTo>
                <a:lnTo>
                  <a:pt x="4802" y="2998"/>
                </a:lnTo>
                <a:lnTo>
                  <a:pt x="4802" y="3009"/>
                </a:lnTo>
                <a:lnTo>
                  <a:pt x="4806" y="3020"/>
                </a:lnTo>
                <a:lnTo>
                  <a:pt x="4811" y="3032"/>
                </a:lnTo>
                <a:lnTo>
                  <a:pt x="4817" y="3043"/>
                </a:lnTo>
                <a:lnTo>
                  <a:pt x="4822" y="3052"/>
                </a:lnTo>
                <a:lnTo>
                  <a:pt x="4835" y="3076"/>
                </a:lnTo>
                <a:lnTo>
                  <a:pt x="4846" y="3101"/>
                </a:lnTo>
                <a:lnTo>
                  <a:pt x="4858" y="3123"/>
                </a:lnTo>
                <a:lnTo>
                  <a:pt x="4871" y="3143"/>
                </a:lnTo>
                <a:lnTo>
                  <a:pt x="4886" y="3163"/>
                </a:lnTo>
                <a:lnTo>
                  <a:pt x="4900" y="3185"/>
                </a:lnTo>
                <a:lnTo>
                  <a:pt x="4909" y="3209"/>
                </a:lnTo>
                <a:lnTo>
                  <a:pt x="4911" y="3241"/>
                </a:lnTo>
                <a:lnTo>
                  <a:pt x="4913" y="3280"/>
                </a:lnTo>
                <a:lnTo>
                  <a:pt x="4915" y="3318"/>
                </a:lnTo>
                <a:lnTo>
                  <a:pt x="4917" y="3350"/>
                </a:lnTo>
                <a:lnTo>
                  <a:pt x="4915" y="3354"/>
                </a:lnTo>
                <a:lnTo>
                  <a:pt x="4913" y="3358"/>
                </a:lnTo>
                <a:lnTo>
                  <a:pt x="4909" y="3361"/>
                </a:lnTo>
                <a:lnTo>
                  <a:pt x="4906" y="3365"/>
                </a:lnTo>
                <a:lnTo>
                  <a:pt x="4902" y="3369"/>
                </a:lnTo>
                <a:lnTo>
                  <a:pt x="4900" y="3370"/>
                </a:lnTo>
                <a:lnTo>
                  <a:pt x="4898" y="3381"/>
                </a:lnTo>
                <a:lnTo>
                  <a:pt x="4902" y="3390"/>
                </a:lnTo>
                <a:lnTo>
                  <a:pt x="4906" y="3400"/>
                </a:lnTo>
                <a:lnTo>
                  <a:pt x="4909" y="3407"/>
                </a:lnTo>
                <a:lnTo>
                  <a:pt x="4909" y="3414"/>
                </a:lnTo>
                <a:lnTo>
                  <a:pt x="4908" y="3416"/>
                </a:lnTo>
                <a:lnTo>
                  <a:pt x="4906" y="3418"/>
                </a:lnTo>
                <a:lnTo>
                  <a:pt x="4904" y="3418"/>
                </a:lnTo>
                <a:lnTo>
                  <a:pt x="4902" y="3418"/>
                </a:lnTo>
                <a:lnTo>
                  <a:pt x="4900" y="3420"/>
                </a:lnTo>
                <a:lnTo>
                  <a:pt x="4900" y="3421"/>
                </a:lnTo>
                <a:lnTo>
                  <a:pt x="4898" y="3425"/>
                </a:lnTo>
                <a:lnTo>
                  <a:pt x="4897" y="3430"/>
                </a:lnTo>
                <a:lnTo>
                  <a:pt x="4897" y="3438"/>
                </a:lnTo>
                <a:lnTo>
                  <a:pt x="4871" y="3441"/>
                </a:lnTo>
                <a:lnTo>
                  <a:pt x="4848" y="3450"/>
                </a:lnTo>
                <a:lnTo>
                  <a:pt x="4824" y="3460"/>
                </a:lnTo>
                <a:lnTo>
                  <a:pt x="4798" y="3465"/>
                </a:lnTo>
                <a:lnTo>
                  <a:pt x="4797" y="3460"/>
                </a:lnTo>
                <a:lnTo>
                  <a:pt x="4795" y="3456"/>
                </a:lnTo>
                <a:lnTo>
                  <a:pt x="4793" y="3452"/>
                </a:lnTo>
                <a:lnTo>
                  <a:pt x="4791" y="3449"/>
                </a:lnTo>
                <a:lnTo>
                  <a:pt x="4789" y="3443"/>
                </a:lnTo>
                <a:lnTo>
                  <a:pt x="4788" y="3438"/>
                </a:lnTo>
                <a:lnTo>
                  <a:pt x="4789" y="3436"/>
                </a:lnTo>
                <a:lnTo>
                  <a:pt x="4791" y="3434"/>
                </a:lnTo>
                <a:lnTo>
                  <a:pt x="4793" y="3432"/>
                </a:lnTo>
                <a:lnTo>
                  <a:pt x="4793" y="3430"/>
                </a:lnTo>
                <a:lnTo>
                  <a:pt x="4793" y="3429"/>
                </a:lnTo>
                <a:lnTo>
                  <a:pt x="4795" y="3425"/>
                </a:lnTo>
                <a:lnTo>
                  <a:pt x="4778" y="3410"/>
                </a:lnTo>
                <a:lnTo>
                  <a:pt x="4764" y="3390"/>
                </a:lnTo>
                <a:lnTo>
                  <a:pt x="4751" y="3369"/>
                </a:lnTo>
                <a:lnTo>
                  <a:pt x="4728" y="3369"/>
                </a:lnTo>
                <a:lnTo>
                  <a:pt x="4708" y="3365"/>
                </a:lnTo>
                <a:lnTo>
                  <a:pt x="4702" y="3350"/>
                </a:lnTo>
                <a:lnTo>
                  <a:pt x="4695" y="3330"/>
                </a:lnTo>
                <a:lnTo>
                  <a:pt x="4686" y="3310"/>
                </a:lnTo>
                <a:lnTo>
                  <a:pt x="4675" y="3292"/>
                </a:lnTo>
                <a:lnTo>
                  <a:pt x="4662" y="3280"/>
                </a:lnTo>
                <a:lnTo>
                  <a:pt x="4648" y="3272"/>
                </a:lnTo>
                <a:lnTo>
                  <a:pt x="4642" y="3238"/>
                </a:lnTo>
                <a:lnTo>
                  <a:pt x="4615" y="3238"/>
                </a:lnTo>
                <a:lnTo>
                  <a:pt x="4604" y="3220"/>
                </a:lnTo>
                <a:lnTo>
                  <a:pt x="4591" y="3198"/>
                </a:lnTo>
                <a:lnTo>
                  <a:pt x="4578" y="3172"/>
                </a:lnTo>
                <a:lnTo>
                  <a:pt x="4568" y="3149"/>
                </a:lnTo>
                <a:lnTo>
                  <a:pt x="4562" y="3129"/>
                </a:lnTo>
                <a:lnTo>
                  <a:pt x="4568" y="3130"/>
                </a:lnTo>
                <a:lnTo>
                  <a:pt x="4569" y="3130"/>
                </a:lnTo>
                <a:lnTo>
                  <a:pt x="4571" y="3130"/>
                </a:lnTo>
                <a:lnTo>
                  <a:pt x="4573" y="3130"/>
                </a:lnTo>
                <a:lnTo>
                  <a:pt x="4575" y="3130"/>
                </a:lnTo>
                <a:lnTo>
                  <a:pt x="4578" y="3130"/>
                </a:lnTo>
                <a:lnTo>
                  <a:pt x="4582" y="3130"/>
                </a:lnTo>
                <a:lnTo>
                  <a:pt x="4586" y="3116"/>
                </a:lnTo>
                <a:lnTo>
                  <a:pt x="4589" y="3107"/>
                </a:lnTo>
                <a:lnTo>
                  <a:pt x="4593" y="3100"/>
                </a:lnTo>
                <a:lnTo>
                  <a:pt x="4598" y="3090"/>
                </a:lnTo>
                <a:lnTo>
                  <a:pt x="4591" y="3090"/>
                </a:lnTo>
                <a:lnTo>
                  <a:pt x="4591" y="3094"/>
                </a:lnTo>
                <a:lnTo>
                  <a:pt x="4586" y="3103"/>
                </a:lnTo>
                <a:lnTo>
                  <a:pt x="4582" y="3110"/>
                </a:lnTo>
                <a:lnTo>
                  <a:pt x="4577" y="3116"/>
                </a:lnTo>
                <a:lnTo>
                  <a:pt x="4569" y="3120"/>
                </a:lnTo>
                <a:lnTo>
                  <a:pt x="4555" y="3121"/>
                </a:lnTo>
                <a:lnTo>
                  <a:pt x="4549" y="3112"/>
                </a:lnTo>
                <a:lnTo>
                  <a:pt x="4542" y="3105"/>
                </a:lnTo>
                <a:lnTo>
                  <a:pt x="4544" y="3081"/>
                </a:lnTo>
                <a:lnTo>
                  <a:pt x="4544" y="3056"/>
                </a:lnTo>
                <a:lnTo>
                  <a:pt x="4544" y="3029"/>
                </a:lnTo>
                <a:lnTo>
                  <a:pt x="4540" y="3001"/>
                </a:lnTo>
                <a:lnTo>
                  <a:pt x="4535" y="2978"/>
                </a:lnTo>
                <a:lnTo>
                  <a:pt x="4528" y="2958"/>
                </a:lnTo>
                <a:lnTo>
                  <a:pt x="4513" y="2943"/>
                </a:lnTo>
                <a:lnTo>
                  <a:pt x="4495" y="2934"/>
                </a:lnTo>
                <a:lnTo>
                  <a:pt x="4484" y="2934"/>
                </a:lnTo>
                <a:lnTo>
                  <a:pt x="4471" y="2927"/>
                </a:lnTo>
                <a:lnTo>
                  <a:pt x="4458" y="2916"/>
                </a:lnTo>
                <a:lnTo>
                  <a:pt x="4446" y="2901"/>
                </a:lnTo>
                <a:lnTo>
                  <a:pt x="4435" y="2889"/>
                </a:lnTo>
                <a:lnTo>
                  <a:pt x="4428" y="2878"/>
                </a:lnTo>
                <a:lnTo>
                  <a:pt x="4424" y="2876"/>
                </a:lnTo>
                <a:lnTo>
                  <a:pt x="4420" y="2874"/>
                </a:lnTo>
                <a:lnTo>
                  <a:pt x="4415" y="2874"/>
                </a:lnTo>
                <a:lnTo>
                  <a:pt x="4411" y="2872"/>
                </a:lnTo>
                <a:lnTo>
                  <a:pt x="4408" y="2870"/>
                </a:lnTo>
                <a:lnTo>
                  <a:pt x="4398" y="2854"/>
                </a:lnTo>
                <a:lnTo>
                  <a:pt x="4382" y="2841"/>
                </a:lnTo>
                <a:lnTo>
                  <a:pt x="4364" y="2836"/>
                </a:lnTo>
                <a:lnTo>
                  <a:pt x="4342" y="2832"/>
                </a:lnTo>
                <a:lnTo>
                  <a:pt x="4318" y="2834"/>
                </a:lnTo>
                <a:lnTo>
                  <a:pt x="4322" y="2858"/>
                </a:lnTo>
                <a:lnTo>
                  <a:pt x="4295" y="2869"/>
                </a:lnTo>
                <a:lnTo>
                  <a:pt x="4273" y="2880"/>
                </a:lnTo>
                <a:lnTo>
                  <a:pt x="4249" y="2890"/>
                </a:lnTo>
                <a:lnTo>
                  <a:pt x="4226" y="2900"/>
                </a:lnTo>
                <a:lnTo>
                  <a:pt x="4197" y="2905"/>
                </a:lnTo>
                <a:lnTo>
                  <a:pt x="4193" y="2901"/>
                </a:lnTo>
                <a:lnTo>
                  <a:pt x="4191" y="2898"/>
                </a:lnTo>
                <a:lnTo>
                  <a:pt x="4188" y="2896"/>
                </a:lnTo>
                <a:lnTo>
                  <a:pt x="4184" y="2892"/>
                </a:lnTo>
                <a:lnTo>
                  <a:pt x="4184" y="2869"/>
                </a:lnTo>
                <a:lnTo>
                  <a:pt x="4175" y="2861"/>
                </a:lnTo>
                <a:lnTo>
                  <a:pt x="4158" y="2852"/>
                </a:lnTo>
                <a:lnTo>
                  <a:pt x="4137" y="2843"/>
                </a:lnTo>
                <a:lnTo>
                  <a:pt x="4111" y="2834"/>
                </a:lnTo>
                <a:lnTo>
                  <a:pt x="4088" y="2825"/>
                </a:lnTo>
                <a:lnTo>
                  <a:pt x="4068" y="2820"/>
                </a:lnTo>
                <a:lnTo>
                  <a:pt x="4051" y="2816"/>
                </a:lnTo>
                <a:lnTo>
                  <a:pt x="4048" y="2816"/>
                </a:lnTo>
                <a:lnTo>
                  <a:pt x="4038" y="2820"/>
                </a:lnTo>
                <a:lnTo>
                  <a:pt x="4028" y="2823"/>
                </a:lnTo>
                <a:lnTo>
                  <a:pt x="4018" y="2825"/>
                </a:lnTo>
                <a:lnTo>
                  <a:pt x="4011" y="2827"/>
                </a:lnTo>
                <a:lnTo>
                  <a:pt x="4000" y="2829"/>
                </a:lnTo>
                <a:lnTo>
                  <a:pt x="3988" y="2829"/>
                </a:lnTo>
                <a:lnTo>
                  <a:pt x="3977" y="2827"/>
                </a:lnTo>
                <a:lnTo>
                  <a:pt x="3971" y="2827"/>
                </a:lnTo>
                <a:lnTo>
                  <a:pt x="3969" y="2830"/>
                </a:lnTo>
                <a:lnTo>
                  <a:pt x="3966" y="2832"/>
                </a:lnTo>
                <a:lnTo>
                  <a:pt x="3964" y="2838"/>
                </a:lnTo>
                <a:lnTo>
                  <a:pt x="3962" y="2841"/>
                </a:lnTo>
                <a:lnTo>
                  <a:pt x="3958" y="2843"/>
                </a:lnTo>
                <a:lnTo>
                  <a:pt x="3949" y="2847"/>
                </a:lnTo>
                <a:lnTo>
                  <a:pt x="3931" y="2852"/>
                </a:lnTo>
                <a:lnTo>
                  <a:pt x="3911" y="2858"/>
                </a:lnTo>
                <a:lnTo>
                  <a:pt x="3889" y="2861"/>
                </a:lnTo>
                <a:lnTo>
                  <a:pt x="3875" y="2863"/>
                </a:lnTo>
                <a:lnTo>
                  <a:pt x="3875" y="2858"/>
                </a:lnTo>
                <a:lnTo>
                  <a:pt x="3875" y="2856"/>
                </a:lnTo>
                <a:lnTo>
                  <a:pt x="3877" y="2854"/>
                </a:lnTo>
                <a:lnTo>
                  <a:pt x="3877" y="2852"/>
                </a:lnTo>
                <a:lnTo>
                  <a:pt x="3878" y="2850"/>
                </a:lnTo>
                <a:lnTo>
                  <a:pt x="3882" y="2849"/>
                </a:lnTo>
                <a:lnTo>
                  <a:pt x="3889" y="2847"/>
                </a:lnTo>
                <a:lnTo>
                  <a:pt x="3895" y="2845"/>
                </a:lnTo>
                <a:lnTo>
                  <a:pt x="3898" y="2843"/>
                </a:lnTo>
                <a:lnTo>
                  <a:pt x="3893" y="2840"/>
                </a:lnTo>
                <a:lnTo>
                  <a:pt x="3886" y="2836"/>
                </a:lnTo>
                <a:lnTo>
                  <a:pt x="3882" y="2830"/>
                </a:lnTo>
                <a:lnTo>
                  <a:pt x="3878" y="2825"/>
                </a:lnTo>
                <a:lnTo>
                  <a:pt x="3875" y="2820"/>
                </a:lnTo>
                <a:lnTo>
                  <a:pt x="3871" y="2820"/>
                </a:lnTo>
                <a:lnTo>
                  <a:pt x="3871" y="2847"/>
                </a:lnTo>
                <a:lnTo>
                  <a:pt x="3848" y="2845"/>
                </a:lnTo>
                <a:lnTo>
                  <a:pt x="3820" y="2845"/>
                </a:lnTo>
                <a:lnTo>
                  <a:pt x="3793" y="2847"/>
                </a:lnTo>
                <a:lnTo>
                  <a:pt x="3766" y="2849"/>
                </a:lnTo>
                <a:lnTo>
                  <a:pt x="3740" y="2854"/>
                </a:lnTo>
                <a:lnTo>
                  <a:pt x="3722" y="2861"/>
                </a:lnTo>
                <a:lnTo>
                  <a:pt x="3718" y="2863"/>
                </a:lnTo>
                <a:lnTo>
                  <a:pt x="3718" y="2867"/>
                </a:lnTo>
                <a:lnTo>
                  <a:pt x="3717" y="2870"/>
                </a:lnTo>
                <a:lnTo>
                  <a:pt x="3717" y="2876"/>
                </a:lnTo>
                <a:lnTo>
                  <a:pt x="3715" y="2878"/>
                </a:lnTo>
                <a:lnTo>
                  <a:pt x="3713" y="2881"/>
                </a:lnTo>
                <a:lnTo>
                  <a:pt x="3709" y="2883"/>
                </a:lnTo>
                <a:lnTo>
                  <a:pt x="3706" y="2885"/>
                </a:lnTo>
                <a:lnTo>
                  <a:pt x="3706" y="2885"/>
                </a:lnTo>
                <a:lnTo>
                  <a:pt x="3706" y="2885"/>
                </a:lnTo>
                <a:lnTo>
                  <a:pt x="3698" y="2889"/>
                </a:lnTo>
                <a:lnTo>
                  <a:pt x="3688" y="2894"/>
                </a:lnTo>
                <a:lnTo>
                  <a:pt x="3677" y="2898"/>
                </a:lnTo>
                <a:lnTo>
                  <a:pt x="3673" y="2901"/>
                </a:lnTo>
                <a:lnTo>
                  <a:pt x="3673" y="2905"/>
                </a:lnTo>
                <a:lnTo>
                  <a:pt x="3678" y="2905"/>
                </a:lnTo>
                <a:lnTo>
                  <a:pt x="3682" y="2907"/>
                </a:lnTo>
                <a:lnTo>
                  <a:pt x="3686" y="2907"/>
                </a:lnTo>
                <a:lnTo>
                  <a:pt x="3689" y="2909"/>
                </a:lnTo>
                <a:lnTo>
                  <a:pt x="3691" y="2901"/>
                </a:lnTo>
                <a:lnTo>
                  <a:pt x="3693" y="2898"/>
                </a:lnTo>
                <a:lnTo>
                  <a:pt x="3695" y="2894"/>
                </a:lnTo>
                <a:lnTo>
                  <a:pt x="3698" y="2892"/>
                </a:lnTo>
                <a:lnTo>
                  <a:pt x="3700" y="2889"/>
                </a:lnTo>
                <a:lnTo>
                  <a:pt x="3706" y="2885"/>
                </a:lnTo>
                <a:lnTo>
                  <a:pt x="3706" y="2885"/>
                </a:lnTo>
                <a:lnTo>
                  <a:pt x="3708" y="2887"/>
                </a:lnTo>
                <a:lnTo>
                  <a:pt x="3709" y="2887"/>
                </a:lnTo>
                <a:lnTo>
                  <a:pt x="3711" y="2887"/>
                </a:lnTo>
                <a:lnTo>
                  <a:pt x="3711" y="2887"/>
                </a:lnTo>
                <a:lnTo>
                  <a:pt x="3713" y="2889"/>
                </a:lnTo>
                <a:lnTo>
                  <a:pt x="3722" y="2903"/>
                </a:lnTo>
                <a:lnTo>
                  <a:pt x="3726" y="2918"/>
                </a:lnTo>
                <a:lnTo>
                  <a:pt x="3726" y="2936"/>
                </a:lnTo>
                <a:lnTo>
                  <a:pt x="3706" y="2932"/>
                </a:lnTo>
                <a:lnTo>
                  <a:pt x="3706" y="2936"/>
                </a:lnTo>
                <a:lnTo>
                  <a:pt x="3708" y="2940"/>
                </a:lnTo>
                <a:lnTo>
                  <a:pt x="3709" y="2943"/>
                </a:lnTo>
                <a:lnTo>
                  <a:pt x="3711" y="2947"/>
                </a:lnTo>
                <a:lnTo>
                  <a:pt x="3713" y="2952"/>
                </a:lnTo>
                <a:lnTo>
                  <a:pt x="3708" y="2952"/>
                </a:lnTo>
                <a:lnTo>
                  <a:pt x="3704" y="2952"/>
                </a:lnTo>
                <a:lnTo>
                  <a:pt x="3702" y="2954"/>
                </a:lnTo>
                <a:lnTo>
                  <a:pt x="3700" y="2954"/>
                </a:lnTo>
                <a:lnTo>
                  <a:pt x="3700" y="2954"/>
                </a:lnTo>
                <a:lnTo>
                  <a:pt x="3698" y="2958"/>
                </a:lnTo>
                <a:lnTo>
                  <a:pt x="3697" y="2960"/>
                </a:lnTo>
                <a:lnTo>
                  <a:pt x="3700" y="2960"/>
                </a:lnTo>
                <a:lnTo>
                  <a:pt x="3711" y="2969"/>
                </a:lnTo>
                <a:lnTo>
                  <a:pt x="3720" y="2970"/>
                </a:lnTo>
                <a:lnTo>
                  <a:pt x="3731" y="2972"/>
                </a:lnTo>
                <a:lnTo>
                  <a:pt x="3746" y="2976"/>
                </a:lnTo>
                <a:lnTo>
                  <a:pt x="3755" y="2981"/>
                </a:lnTo>
                <a:lnTo>
                  <a:pt x="3768" y="2990"/>
                </a:lnTo>
                <a:lnTo>
                  <a:pt x="3778" y="2998"/>
                </a:lnTo>
                <a:lnTo>
                  <a:pt x="3789" y="3005"/>
                </a:lnTo>
                <a:lnTo>
                  <a:pt x="3782" y="3025"/>
                </a:lnTo>
                <a:lnTo>
                  <a:pt x="3773" y="3045"/>
                </a:lnTo>
                <a:lnTo>
                  <a:pt x="3768" y="3041"/>
                </a:lnTo>
                <a:lnTo>
                  <a:pt x="3766" y="3040"/>
                </a:lnTo>
                <a:lnTo>
                  <a:pt x="3762" y="3038"/>
                </a:lnTo>
                <a:lnTo>
                  <a:pt x="3760" y="3036"/>
                </a:lnTo>
                <a:lnTo>
                  <a:pt x="3757" y="3034"/>
                </a:lnTo>
                <a:lnTo>
                  <a:pt x="3753" y="3032"/>
                </a:lnTo>
                <a:lnTo>
                  <a:pt x="3751" y="3038"/>
                </a:lnTo>
                <a:lnTo>
                  <a:pt x="3749" y="3043"/>
                </a:lnTo>
                <a:lnTo>
                  <a:pt x="3748" y="3047"/>
                </a:lnTo>
                <a:lnTo>
                  <a:pt x="3744" y="3049"/>
                </a:lnTo>
                <a:lnTo>
                  <a:pt x="3740" y="3050"/>
                </a:lnTo>
                <a:lnTo>
                  <a:pt x="3733" y="3052"/>
                </a:lnTo>
                <a:lnTo>
                  <a:pt x="3733" y="3043"/>
                </a:lnTo>
                <a:lnTo>
                  <a:pt x="3733" y="3036"/>
                </a:lnTo>
                <a:lnTo>
                  <a:pt x="3733" y="3030"/>
                </a:lnTo>
                <a:lnTo>
                  <a:pt x="3733" y="3029"/>
                </a:lnTo>
                <a:lnTo>
                  <a:pt x="3724" y="3012"/>
                </a:lnTo>
                <a:lnTo>
                  <a:pt x="3709" y="3010"/>
                </a:lnTo>
                <a:lnTo>
                  <a:pt x="3700" y="3009"/>
                </a:lnTo>
                <a:lnTo>
                  <a:pt x="3691" y="3007"/>
                </a:lnTo>
                <a:lnTo>
                  <a:pt x="3680" y="3003"/>
                </a:lnTo>
                <a:lnTo>
                  <a:pt x="3680" y="2998"/>
                </a:lnTo>
                <a:lnTo>
                  <a:pt x="3678" y="2992"/>
                </a:lnTo>
                <a:lnTo>
                  <a:pt x="3677" y="2989"/>
                </a:lnTo>
                <a:lnTo>
                  <a:pt x="3675" y="2987"/>
                </a:lnTo>
                <a:lnTo>
                  <a:pt x="3669" y="2985"/>
                </a:lnTo>
                <a:lnTo>
                  <a:pt x="3664" y="2985"/>
                </a:lnTo>
                <a:lnTo>
                  <a:pt x="3657" y="2983"/>
                </a:lnTo>
                <a:lnTo>
                  <a:pt x="3657" y="2980"/>
                </a:lnTo>
                <a:lnTo>
                  <a:pt x="3653" y="2980"/>
                </a:lnTo>
                <a:lnTo>
                  <a:pt x="3658" y="2996"/>
                </a:lnTo>
                <a:lnTo>
                  <a:pt x="3662" y="3012"/>
                </a:lnTo>
                <a:lnTo>
                  <a:pt x="3660" y="3027"/>
                </a:lnTo>
                <a:lnTo>
                  <a:pt x="3653" y="3030"/>
                </a:lnTo>
                <a:lnTo>
                  <a:pt x="3646" y="3034"/>
                </a:lnTo>
                <a:lnTo>
                  <a:pt x="3640" y="3040"/>
                </a:lnTo>
                <a:lnTo>
                  <a:pt x="3628" y="3036"/>
                </a:lnTo>
                <a:lnTo>
                  <a:pt x="3628" y="3016"/>
                </a:lnTo>
                <a:lnTo>
                  <a:pt x="3597" y="3010"/>
                </a:lnTo>
                <a:lnTo>
                  <a:pt x="3597" y="3030"/>
                </a:lnTo>
                <a:lnTo>
                  <a:pt x="3591" y="3034"/>
                </a:lnTo>
                <a:lnTo>
                  <a:pt x="3589" y="3036"/>
                </a:lnTo>
                <a:lnTo>
                  <a:pt x="3586" y="3036"/>
                </a:lnTo>
                <a:lnTo>
                  <a:pt x="3582" y="3038"/>
                </a:lnTo>
                <a:lnTo>
                  <a:pt x="3577" y="3040"/>
                </a:lnTo>
                <a:lnTo>
                  <a:pt x="3560" y="3032"/>
                </a:lnTo>
                <a:lnTo>
                  <a:pt x="3542" y="3029"/>
                </a:lnTo>
                <a:lnTo>
                  <a:pt x="3524" y="3027"/>
                </a:lnTo>
                <a:lnTo>
                  <a:pt x="3515" y="3009"/>
                </a:lnTo>
                <a:lnTo>
                  <a:pt x="3502" y="2994"/>
                </a:lnTo>
                <a:lnTo>
                  <a:pt x="3484" y="2983"/>
                </a:lnTo>
                <a:lnTo>
                  <a:pt x="3464" y="2983"/>
                </a:lnTo>
                <a:lnTo>
                  <a:pt x="3444" y="2954"/>
                </a:lnTo>
                <a:lnTo>
                  <a:pt x="3438" y="2956"/>
                </a:lnTo>
                <a:lnTo>
                  <a:pt x="3433" y="2958"/>
                </a:lnTo>
                <a:lnTo>
                  <a:pt x="3428" y="2958"/>
                </a:lnTo>
                <a:lnTo>
                  <a:pt x="3418" y="2958"/>
                </a:lnTo>
                <a:lnTo>
                  <a:pt x="3418" y="2954"/>
                </a:lnTo>
                <a:lnTo>
                  <a:pt x="3418" y="2952"/>
                </a:lnTo>
                <a:lnTo>
                  <a:pt x="3418" y="2950"/>
                </a:lnTo>
                <a:lnTo>
                  <a:pt x="3417" y="2949"/>
                </a:lnTo>
                <a:lnTo>
                  <a:pt x="3415" y="2947"/>
                </a:lnTo>
                <a:lnTo>
                  <a:pt x="3411" y="2949"/>
                </a:lnTo>
                <a:lnTo>
                  <a:pt x="3404" y="2952"/>
                </a:lnTo>
                <a:lnTo>
                  <a:pt x="3398" y="2954"/>
                </a:lnTo>
                <a:lnTo>
                  <a:pt x="3402" y="2958"/>
                </a:lnTo>
                <a:lnTo>
                  <a:pt x="3404" y="2961"/>
                </a:lnTo>
                <a:lnTo>
                  <a:pt x="3404" y="2963"/>
                </a:lnTo>
                <a:lnTo>
                  <a:pt x="3406" y="2967"/>
                </a:lnTo>
                <a:lnTo>
                  <a:pt x="3406" y="2972"/>
                </a:lnTo>
                <a:lnTo>
                  <a:pt x="3408" y="2978"/>
                </a:lnTo>
                <a:lnTo>
                  <a:pt x="3398" y="2978"/>
                </a:lnTo>
                <a:lnTo>
                  <a:pt x="3377" y="2987"/>
                </a:lnTo>
                <a:lnTo>
                  <a:pt x="3353" y="2990"/>
                </a:lnTo>
                <a:lnTo>
                  <a:pt x="3326" y="2989"/>
                </a:lnTo>
                <a:lnTo>
                  <a:pt x="3298" y="2983"/>
                </a:lnTo>
                <a:lnTo>
                  <a:pt x="3271" y="2978"/>
                </a:lnTo>
                <a:lnTo>
                  <a:pt x="3242" y="2974"/>
                </a:lnTo>
                <a:lnTo>
                  <a:pt x="3213" y="2974"/>
                </a:lnTo>
                <a:lnTo>
                  <a:pt x="3186" y="2981"/>
                </a:lnTo>
                <a:lnTo>
                  <a:pt x="3153" y="2992"/>
                </a:lnTo>
                <a:lnTo>
                  <a:pt x="3118" y="3007"/>
                </a:lnTo>
                <a:lnTo>
                  <a:pt x="3084" y="3021"/>
                </a:lnTo>
                <a:lnTo>
                  <a:pt x="3051" y="3040"/>
                </a:lnTo>
                <a:lnTo>
                  <a:pt x="3026" y="3060"/>
                </a:lnTo>
                <a:lnTo>
                  <a:pt x="3020" y="3067"/>
                </a:lnTo>
                <a:lnTo>
                  <a:pt x="3017" y="3078"/>
                </a:lnTo>
                <a:lnTo>
                  <a:pt x="3011" y="3090"/>
                </a:lnTo>
                <a:lnTo>
                  <a:pt x="3006" y="3098"/>
                </a:lnTo>
                <a:lnTo>
                  <a:pt x="2993" y="3107"/>
                </a:lnTo>
                <a:lnTo>
                  <a:pt x="2978" y="3112"/>
                </a:lnTo>
                <a:lnTo>
                  <a:pt x="2966" y="3121"/>
                </a:lnTo>
                <a:lnTo>
                  <a:pt x="2949" y="3121"/>
                </a:lnTo>
                <a:lnTo>
                  <a:pt x="2949" y="3134"/>
                </a:lnTo>
                <a:lnTo>
                  <a:pt x="2933" y="3140"/>
                </a:lnTo>
                <a:lnTo>
                  <a:pt x="2918" y="3147"/>
                </a:lnTo>
                <a:lnTo>
                  <a:pt x="2904" y="3152"/>
                </a:lnTo>
                <a:lnTo>
                  <a:pt x="2886" y="3156"/>
                </a:lnTo>
                <a:lnTo>
                  <a:pt x="2886" y="3152"/>
                </a:lnTo>
                <a:lnTo>
                  <a:pt x="2886" y="3149"/>
                </a:lnTo>
                <a:lnTo>
                  <a:pt x="2888" y="3147"/>
                </a:lnTo>
                <a:lnTo>
                  <a:pt x="2888" y="3145"/>
                </a:lnTo>
                <a:lnTo>
                  <a:pt x="2888" y="3143"/>
                </a:lnTo>
                <a:lnTo>
                  <a:pt x="2886" y="3141"/>
                </a:lnTo>
                <a:lnTo>
                  <a:pt x="2884" y="3140"/>
                </a:lnTo>
                <a:lnTo>
                  <a:pt x="2886" y="3140"/>
                </a:lnTo>
                <a:lnTo>
                  <a:pt x="2888" y="3134"/>
                </a:lnTo>
                <a:lnTo>
                  <a:pt x="2886" y="3129"/>
                </a:lnTo>
                <a:lnTo>
                  <a:pt x="2886" y="3123"/>
                </a:lnTo>
                <a:lnTo>
                  <a:pt x="2886" y="3121"/>
                </a:lnTo>
                <a:lnTo>
                  <a:pt x="2888" y="3121"/>
                </a:lnTo>
                <a:lnTo>
                  <a:pt x="2886" y="3121"/>
                </a:lnTo>
                <a:lnTo>
                  <a:pt x="2886" y="3123"/>
                </a:lnTo>
                <a:lnTo>
                  <a:pt x="2886" y="3123"/>
                </a:lnTo>
                <a:lnTo>
                  <a:pt x="2884" y="3127"/>
                </a:lnTo>
                <a:lnTo>
                  <a:pt x="2880" y="3129"/>
                </a:lnTo>
                <a:lnTo>
                  <a:pt x="2878" y="3132"/>
                </a:lnTo>
                <a:lnTo>
                  <a:pt x="2875" y="3134"/>
                </a:lnTo>
                <a:lnTo>
                  <a:pt x="2873" y="3136"/>
                </a:lnTo>
                <a:lnTo>
                  <a:pt x="2873" y="3138"/>
                </a:lnTo>
                <a:lnTo>
                  <a:pt x="2873" y="3138"/>
                </a:lnTo>
                <a:lnTo>
                  <a:pt x="2878" y="3138"/>
                </a:lnTo>
                <a:lnTo>
                  <a:pt x="2880" y="3138"/>
                </a:lnTo>
                <a:lnTo>
                  <a:pt x="2882" y="3140"/>
                </a:lnTo>
                <a:lnTo>
                  <a:pt x="2884" y="3140"/>
                </a:lnTo>
                <a:lnTo>
                  <a:pt x="2884" y="3140"/>
                </a:lnTo>
                <a:lnTo>
                  <a:pt x="2880" y="3147"/>
                </a:lnTo>
                <a:lnTo>
                  <a:pt x="2875" y="3156"/>
                </a:lnTo>
                <a:lnTo>
                  <a:pt x="2873" y="3165"/>
                </a:lnTo>
                <a:lnTo>
                  <a:pt x="2869" y="3167"/>
                </a:lnTo>
                <a:lnTo>
                  <a:pt x="2866" y="3169"/>
                </a:lnTo>
                <a:lnTo>
                  <a:pt x="2864" y="3167"/>
                </a:lnTo>
                <a:lnTo>
                  <a:pt x="2862" y="3167"/>
                </a:lnTo>
                <a:lnTo>
                  <a:pt x="2860" y="3165"/>
                </a:lnTo>
                <a:lnTo>
                  <a:pt x="2860" y="3163"/>
                </a:lnTo>
                <a:lnTo>
                  <a:pt x="2858" y="3161"/>
                </a:lnTo>
                <a:lnTo>
                  <a:pt x="2855" y="3160"/>
                </a:lnTo>
                <a:lnTo>
                  <a:pt x="2851" y="3158"/>
                </a:lnTo>
                <a:lnTo>
                  <a:pt x="2846" y="3156"/>
                </a:lnTo>
                <a:lnTo>
                  <a:pt x="2844" y="3165"/>
                </a:lnTo>
                <a:lnTo>
                  <a:pt x="2842" y="3172"/>
                </a:lnTo>
                <a:lnTo>
                  <a:pt x="2838" y="3178"/>
                </a:lnTo>
                <a:lnTo>
                  <a:pt x="2835" y="3181"/>
                </a:lnTo>
                <a:lnTo>
                  <a:pt x="2828" y="3183"/>
                </a:lnTo>
                <a:lnTo>
                  <a:pt x="2817" y="3183"/>
                </a:lnTo>
                <a:lnTo>
                  <a:pt x="2817" y="3203"/>
                </a:lnTo>
                <a:lnTo>
                  <a:pt x="2813" y="3209"/>
                </a:lnTo>
                <a:lnTo>
                  <a:pt x="2808" y="3212"/>
                </a:lnTo>
                <a:lnTo>
                  <a:pt x="2804" y="3218"/>
                </a:lnTo>
                <a:lnTo>
                  <a:pt x="2800" y="3223"/>
                </a:lnTo>
                <a:lnTo>
                  <a:pt x="2793" y="3227"/>
                </a:lnTo>
                <a:lnTo>
                  <a:pt x="2791" y="3227"/>
                </a:lnTo>
                <a:lnTo>
                  <a:pt x="2789" y="3227"/>
                </a:lnTo>
                <a:lnTo>
                  <a:pt x="2786" y="3225"/>
                </a:lnTo>
                <a:lnTo>
                  <a:pt x="2782" y="3225"/>
                </a:lnTo>
                <a:lnTo>
                  <a:pt x="2777" y="3223"/>
                </a:lnTo>
                <a:lnTo>
                  <a:pt x="2777" y="3227"/>
                </a:lnTo>
                <a:lnTo>
                  <a:pt x="2782" y="3238"/>
                </a:lnTo>
                <a:lnTo>
                  <a:pt x="2784" y="3250"/>
                </a:lnTo>
                <a:lnTo>
                  <a:pt x="2784" y="3269"/>
                </a:lnTo>
                <a:lnTo>
                  <a:pt x="2780" y="3287"/>
                </a:lnTo>
                <a:lnTo>
                  <a:pt x="2775" y="3303"/>
                </a:lnTo>
                <a:lnTo>
                  <a:pt x="2769" y="3318"/>
                </a:lnTo>
                <a:lnTo>
                  <a:pt x="2769" y="3320"/>
                </a:lnTo>
                <a:lnTo>
                  <a:pt x="2768" y="3321"/>
                </a:lnTo>
                <a:lnTo>
                  <a:pt x="2764" y="3325"/>
                </a:lnTo>
                <a:lnTo>
                  <a:pt x="2762" y="3330"/>
                </a:lnTo>
                <a:lnTo>
                  <a:pt x="2758" y="3334"/>
                </a:lnTo>
                <a:lnTo>
                  <a:pt x="2757" y="3338"/>
                </a:lnTo>
                <a:lnTo>
                  <a:pt x="2755" y="3340"/>
                </a:lnTo>
                <a:lnTo>
                  <a:pt x="2753" y="3341"/>
                </a:lnTo>
                <a:lnTo>
                  <a:pt x="2762" y="3354"/>
                </a:lnTo>
                <a:lnTo>
                  <a:pt x="2769" y="3374"/>
                </a:lnTo>
                <a:lnTo>
                  <a:pt x="2777" y="3398"/>
                </a:lnTo>
                <a:lnTo>
                  <a:pt x="2782" y="3421"/>
                </a:lnTo>
                <a:lnTo>
                  <a:pt x="2788" y="3443"/>
                </a:lnTo>
                <a:lnTo>
                  <a:pt x="2793" y="3460"/>
                </a:lnTo>
                <a:lnTo>
                  <a:pt x="2798" y="3467"/>
                </a:lnTo>
                <a:lnTo>
                  <a:pt x="2804" y="3470"/>
                </a:lnTo>
                <a:lnTo>
                  <a:pt x="2809" y="3474"/>
                </a:lnTo>
                <a:lnTo>
                  <a:pt x="2815" y="3480"/>
                </a:lnTo>
                <a:lnTo>
                  <a:pt x="2818" y="3492"/>
                </a:lnTo>
                <a:lnTo>
                  <a:pt x="2813" y="3492"/>
                </a:lnTo>
                <a:lnTo>
                  <a:pt x="2813" y="3496"/>
                </a:lnTo>
                <a:lnTo>
                  <a:pt x="2798" y="3498"/>
                </a:lnTo>
                <a:lnTo>
                  <a:pt x="2788" y="3500"/>
                </a:lnTo>
                <a:lnTo>
                  <a:pt x="2777" y="3501"/>
                </a:lnTo>
                <a:lnTo>
                  <a:pt x="2762" y="3503"/>
                </a:lnTo>
                <a:lnTo>
                  <a:pt x="2749" y="3489"/>
                </a:lnTo>
                <a:lnTo>
                  <a:pt x="2737" y="3483"/>
                </a:lnTo>
                <a:lnTo>
                  <a:pt x="2722" y="3481"/>
                </a:lnTo>
                <a:lnTo>
                  <a:pt x="2708" y="3481"/>
                </a:lnTo>
                <a:lnTo>
                  <a:pt x="2689" y="3480"/>
                </a:lnTo>
                <a:lnTo>
                  <a:pt x="2669" y="3474"/>
                </a:lnTo>
                <a:lnTo>
                  <a:pt x="2666" y="3472"/>
                </a:lnTo>
                <a:lnTo>
                  <a:pt x="2662" y="3469"/>
                </a:lnTo>
                <a:lnTo>
                  <a:pt x="2660" y="3465"/>
                </a:lnTo>
                <a:lnTo>
                  <a:pt x="2658" y="3461"/>
                </a:lnTo>
                <a:lnTo>
                  <a:pt x="2657" y="3458"/>
                </a:lnTo>
                <a:lnTo>
                  <a:pt x="2653" y="3454"/>
                </a:lnTo>
                <a:lnTo>
                  <a:pt x="2618" y="3450"/>
                </a:lnTo>
                <a:lnTo>
                  <a:pt x="2615" y="3449"/>
                </a:lnTo>
                <a:lnTo>
                  <a:pt x="2615" y="3445"/>
                </a:lnTo>
                <a:lnTo>
                  <a:pt x="2613" y="3441"/>
                </a:lnTo>
                <a:lnTo>
                  <a:pt x="2611" y="3438"/>
                </a:lnTo>
                <a:lnTo>
                  <a:pt x="2609" y="3434"/>
                </a:lnTo>
                <a:lnTo>
                  <a:pt x="2562" y="3427"/>
                </a:lnTo>
                <a:lnTo>
                  <a:pt x="2558" y="3403"/>
                </a:lnTo>
                <a:lnTo>
                  <a:pt x="2551" y="3380"/>
                </a:lnTo>
                <a:lnTo>
                  <a:pt x="2538" y="3356"/>
                </a:lnTo>
                <a:lnTo>
                  <a:pt x="2528" y="3334"/>
                </a:lnTo>
                <a:lnTo>
                  <a:pt x="2517" y="3309"/>
                </a:lnTo>
                <a:lnTo>
                  <a:pt x="2509" y="3280"/>
                </a:lnTo>
                <a:lnTo>
                  <a:pt x="2506" y="3249"/>
                </a:lnTo>
                <a:lnTo>
                  <a:pt x="2484" y="3236"/>
                </a:lnTo>
                <a:lnTo>
                  <a:pt x="2464" y="3214"/>
                </a:lnTo>
                <a:lnTo>
                  <a:pt x="2442" y="3185"/>
                </a:lnTo>
                <a:lnTo>
                  <a:pt x="2422" y="3152"/>
                </a:lnTo>
                <a:lnTo>
                  <a:pt x="2404" y="3120"/>
                </a:lnTo>
                <a:lnTo>
                  <a:pt x="2389" y="3090"/>
                </a:lnTo>
                <a:lnTo>
                  <a:pt x="2377" y="3065"/>
                </a:lnTo>
                <a:lnTo>
                  <a:pt x="2364" y="3041"/>
                </a:lnTo>
                <a:lnTo>
                  <a:pt x="2348" y="3014"/>
                </a:lnTo>
                <a:lnTo>
                  <a:pt x="2324" y="2990"/>
                </a:lnTo>
                <a:lnTo>
                  <a:pt x="2300" y="2972"/>
                </a:lnTo>
                <a:lnTo>
                  <a:pt x="2273" y="2961"/>
                </a:lnTo>
                <a:lnTo>
                  <a:pt x="2273" y="2947"/>
                </a:lnTo>
                <a:lnTo>
                  <a:pt x="2269" y="2943"/>
                </a:lnTo>
                <a:lnTo>
                  <a:pt x="2266" y="2940"/>
                </a:lnTo>
                <a:lnTo>
                  <a:pt x="2264" y="2936"/>
                </a:lnTo>
                <a:lnTo>
                  <a:pt x="2260" y="2930"/>
                </a:lnTo>
                <a:lnTo>
                  <a:pt x="2242" y="2934"/>
                </a:lnTo>
                <a:lnTo>
                  <a:pt x="2217" y="2934"/>
                </a:lnTo>
                <a:lnTo>
                  <a:pt x="2189" y="2930"/>
                </a:lnTo>
                <a:lnTo>
                  <a:pt x="2188" y="2929"/>
                </a:lnTo>
                <a:lnTo>
                  <a:pt x="2184" y="2927"/>
                </a:lnTo>
                <a:lnTo>
                  <a:pt x="2182" y="2923"/>
                </a:lnTo>
                <a:lnTo>
                  <a:pt x="2178" y="2921"/>
                </a:lnTo>
                <a:lnTo>
                  <a:pt x="2175" y="2920"/>
                </a:lnTo>
                <a:lnTo>
                  <a:pt x="2173" y="2918"/>
                </a:lnTo>
                <a:lnTo>
                  <a:pt x="2168" y="2920"/>
                </a:lnTo>
                <a:lnTo>
                  <a:pt x="2155" y="2923"/>
                </a:lnTo>
                <a:lnTo>
                  <a:pt x="2140" y="2927"/>
                </a:lnTo>
                <a:lnTo>
                  <a:pt x="2126" y="2929"/>
                </a:lnTo>
                <a:lnTo>
                  <a:pt x="2117" y="2947"/>
                </a:lnTo>
                <a:lnTo>
                  <a:pt x="2108" y="2965"/>
                </a:lnTo>
                <a:lnTo>
                  <a:pt x="2098" y="2983"/>
                </a:lnTo>
                <a:lnTo>
                  <a:pt x="2093" y="3005"/>
                </a:lnTo>
                <a:lnTo>
                  <a:pt x="2082" y="3005"/>
                </a:lnTo>
                <a:lnTo>
                  <a:pt x="2077" y="3016"/>
                </a:lnTo>
                <a:lnTo>
                  <a:pt x="2068" y="3023"/>
                </a:lnTo>
                <a:lnTo>
                  <a:pt x="2055" y="3027"/>
                </a:lnTo>
                <a:lnTo>
                  <a:pt x="2038" y="3027"/>
                </a:lnTo>
                <a:lnTo>
                  <a:pt x="2020" y="3014"/>
                </a:lnTo>
                <a:lnTo>
                  <a:pt x="1998" y="3000"/>
                </a:lnTo>
                <a:lnTo>
                  <a:pt x="1973" y="2985"/>
                </a:lnTo>
                <a:lnTo>
                  <a:pt x="1948" y="2969"/>
                </a:lnTo>
                <a:lnTo>
                  <a:pt x="1924" y="2954"/>
                </a:lnTo>
                <a:lnTo>
                  <a:pt x="1906" y="2938"/>
                </a:lnTo>
                <a:lnTo>
                  <a:pt x="1893" y="2923"/>
                </a:lnTo>
                <a:lnTo>
                  <a:pt x="1884" y="2901"/>
                </a:lnTo>
                <a:lnTo>
                  <a:pt x="1878" y="2876"/>
                </a:lnTo>
                <a:lnTo>
                  <a:pt x="1875" y="2849"/>
                </a:lnTo>
                <a:lnTo>
                  <a:pt x="1869" y="2823"/>
                </a:lnTo>
                <a:lnTo>
                  <a:pt x="1862" y="2800"/>
                </a:lnTo>
                <a:lnTo>
                  <a:pt x="1849" y="2781"/>
                </a:lnTo>
                <a:lnTo>
                  <a:pt x="1846" y="2778"/>
                </a:lnTo>
                <a:lnTo>
                  <a:pt x="1844" y="2776"/>
                </a:lnTo>
                <a:lnTo>
                  <a:pt x="1842" y="2776"/>
                </a:lnTo>
                <a:lnTo>
                  <a:pt x="1840" y="2774"/>
                </a:lnTo>
                <a:lnTo>
                  <a:pt x="1838" y="2774"/>
                </a:lnTo>
                <a:lnTo>
                  <a:pt x="1837" y="2774"/>
                </a:lnTo>
                <a:lnTo>
                  <a:pt x="1833" y="2772"/>
                </a:lnTo>
                <a:lnTo>
                  <a:pt x="1829" y="2769"/>
                </a:lnTo>
                <a:lnTo>
                  <a:pt x="1813" y="2749"/>
                </a:lnTo>
                <a:lnTo>
                  <a:pt x="1800" y="2725"/>
                </a:lnTo>
                <a:lnTo>
                  <a:pt x="1786" y="2701"/>
                </a:lnTo>
                <a:lnTo>
                  <a:pt x="1737" y="2665"/>
                </a:lnTo>
                <a:lnTo>
                  <a:pt x="1733" y="2649"/>
                </a:lnTo>
                <a:lnTo>
                  <a:pt x="1729" y="2634"/>
                </a:lnTo>
                <a:lnTo>
                  <a:pt x="1677" y="2627"/>
                </a:lnTo>
                <a:lnTo>
                  <a:pt x="1618" y="2620"/>
                </a:lnTo>
                <a:lnTo>
                  <a:pt x="1562" y="2612"/>
                </a:lnTo>
                <a:lnTo>
                  <a:pt x="1509" y="2605"/>
                </a:lnTo>
                <a:lnTo>
                  <a:pt x="1506" y="2656"/>
                </a:lnTo>
                <a:lnTo>
                  <a:pt x="1495" y="2661"/>
                </a:lnTo>
                <a:lnTo>
                  <a:pt x="1482" y="2663"/>
                </a:lnTo>
                <a:lnTo>
                  <a:pt x="1466" y="2663"/>
                </a:lnTo>
                <a:lnTo>
                  <a:pt x="1448" y="2656"/>
                </a:lnTo>
                <a:lnTo>
                  <a:pt x="1426" y="2654"/>
                </a:lnTo>
                <a:lnTo>
                  <a:pt x="1402" y="2654"/>
                </a:lnTo>
                <a:lnTo>
                  <a:pt x="1378" y="2652"/>
                </a:lnTo>
                <a:lnTo>
                  <a:pt x="1333" y="2643"/>
                </a:lnTo>
                <a:lnTo>
                  <a:pt x="1286" y="2640"/>
                </a:lnTo>
                <a:lnTo>
                  <a:pt x="1238" y="2636"/>
                </a:lnTo>
                <a:lnTo>
                  <a:pt x="1191" y="2627"/>
                </a:lnTo>
                <a:lnTo>
                  <a:pt x="1164" y="2618"/>
                </a:lnTo>
                <a:lnTo>
                  <a:pt x="1140" y="2603"/>
                </a:lnTo>
                <a:lnTo>
                  <a:pt x="1117" y="2589"/>
                </a:lnTo>
                <a:lnTo>
                  <a:pt x="1095" y="2574"/>
                </a:lnTo>
                <a:lnTo>
                  <a:pt x="1044" y="2543"/>
                </a:lnTo>
                <a:lnTo>
                  <a:pt x="997" y="2514"/>
                </a:lnTo>
                <a:lnTo>
                  <a:pt x="949" y="2487"/>
                </a:lnTo>
                <a:lnTo>
                  <a:pt x="900" y="2454"/>
                </a:lnTo>
                <a:lnTo>
                  <a:pt x="884" y="2447"/>
                </a:lnTo>
                <a:lnTo>
                  <a:pt x="868" y="2441"/>
                </a:lnTo>
                <a:lnTo>
                  <a:pt x="851" y="2434"/>
                </a:lnTo>
                <a:lnTo>
                  <a:pt x="837" y="2429"/>
                </a:lnTo>
                <a:lnTo>
                  <a:pt x="822" y="2420"/>
                </a:lnTo>
                <a:lnTo>
                  <a:pt x="813" y="2407"/>
                </a:lnTo>
                <a:lnTo>
                  <a:pt x="808" y="2390"/>
                </a:lnTo>
                <a:lnTo>
                  <a:pt x="811" y="2389"/>
                </a:lnTo>
                <a:lnTo>
                  <a:pt x="811" y="2387"/>
                </a:lnTo>
                <a:lnTo>
                  <a:pt x="813" y="2385"/>
                </a:lnTo>
                <a:lnTo>
                  <a:pt x="815" y="2383"/>
                </a:lnTo>
                <a:lnTo>
                  <a:pt x="780" y="2383"/>
                </a:lnTo>
                <a:lnTo>
                  <a:pt x="766" y="2378"/>
                </a:lnTo>
                <a:lnTo>
                  <a:pt x="740" y="2372"/>
                </a:lnTo>
                <a:lnTo>
                  <a:pt x="709" y="2369"/>
                </a:lnTo>
                <a:lnTo>
                  <a:pt x="675" y="2365"/>
                </a:lnTo>
                <a:lnTo>
                  <a:pt x="638" y="2363"/>
                </a:lnTo>
                <a:lnTo>
                  <a:pt x="606" y="2360"/>
                </a:lnTo>
                <a:lnTo>
                  <a:pt x="577" y="2358"/>
                </a:lnTo>
                <a:lnTo>
                  <a:pt x="557" y="2358"/>
                </a:lnTo>
                <a:lnTo>
                  <a:pt x="553" y="2352"/>
                </a:lnTo>
                <a:lnTo>
                  <a:pt x="551" y="2350"/>
                </a:lnTo>
                <a:lnTo>
                  <a:pt x="549" y="2347"/>
                </a:lnTo>
                <a:lnTo>
                  <a:pt x="548" y="2343"/>
                </a:lnTo>
                <a:lnTo>
                  <a:pt x="546" y="2338"/>
                </a:lnTo>
                <a:lnTo>
                  <a:pt x="546" y="2330"/>
                </a:lnTo>
                <a:lnTo>
                  <a:pt x="540" y="2318"/>
                </a:lnTo>
                <a:lnTo>
                  <a:pt x="540" y="2303"/>
                </a:lnTo>
                <a:lnTo>
                  <a:pt x="542" y="2287"/>
                </a:lnTo>
                <a:lnTo>
                  <a:pt x="542" y="2270"/>
                </a:lnTo>
                <a:lnTo>
                  <a:pt x="540" y="2254"/>
                </a:lnTo>
                <a:lnTo>
                  <a:pt x="535" y="2243"/>
                </a:lnTo>
                <a:lnTo>
                  <a:pt x="522" y="2227"/>
                </a:lnTo>
                <a:lnTo>
                  <a:pt x="508" y="2209"/>
                </a:lnTo>
                <a:lnTo>
                  <a:pt x="491" y="2189"/>
                </a:lnTo>
                <a:lnTo>
                  <a:pt x="475" y="2172"/>
                </a:lnTo>
                <a:lnTo>
                  <a:pt x="462" y="2160"/>
                </a:lnTo>
                <a:lnTo>
                  <a:pt x="451" y="2150"/>
                </a:lnTo>
                <a:lnTo>
                  <a:pt x="448" y="2150"/>
                </a:lnTo>
                <a:lnTo>
                  <a:pt x="440" y="2149"/>
                </a:lnTo>
                <a:lnTo>
                  <a:pt x="433" y="2149"/>
                </a:lnTo>
                <a:lnTo>
                  <a:pt x="424" y="2147"/>
                </a:lnTo>
                <a:lnTo>
                  <a:pt x="424" y="2130"/>
                </a:lnTo>
                <a:lnTo>
                  <a:pt x="422" y="2112"/>
                </a:lnTo>
                <a:lnTo>
                  <a:pt x="422" y="2092"/>
                </a:lnTo>
                <a:lnTo>
                  <a:pt x="420" y="2080"/>
                </a:lnTo>
                <a:lnTo>
                  <a:pt x="400" y="2074"/>
                </a:lnTo>
                <a:lnTo>
                  <a:pt x="378" y="2067"/>
                </a:lnTo>
                <a:lnTo>
                  <a:pt x="358" y="2058"/>
                </a:lnTo>
                <a:lnTo>
                  <a:pt x="344" y="2047"/>
                </a:lnTo>
                <a:lnTo>
                  <a:pt x="338" y="2038"/>
                </a:lnTo>
                <a:lnTo>
                  <a:pt x="335" y="2027"/>
                </a:lnTo>
                <a:lnTo>
                  <a:pt x="331" y="2018"/>
                </a:lnTo>
                <a:lnTo>
                  <a:pt x="326" y="2007"/>
                </a:lnTo>
                <a:lnTo>
                  <a:pt x="317" y="2000"/>
                </a:lnTo>
                <a:lnTo>
                  <a:pt x="297" y="1994"/>
                </a:lnTo>
                <a:lnTo>
                  <a:pt x="277" y="1989"/>
                </a:lnTo>
                <a:lnTo>
                  <a:pt x="257" y="1983"/>
                </a:lnTo>
                <a:lnTo>
                  <a:pt x="237" y="1976"/>
                </a:lnTo>
                <a:lnTo>
                  <a:pt x="220" y="1965"/>
                </a:lnTo>
                <a:lnTo>
                  <a:pt x="209" y="1950"/>
                </a:lnTo>
                <a:lnTo>
                  <a:pt x="204" y="1932"/>
                </a:lnTo>
                <a:lnTo>
                  <a:pt x="209" y="1923"/>
                </a:lnTo>
                <a:lnTo>
                  <a:pt x="215" y="1907"/>
                </a:lnTo>
                <a:lnTo>
                  <a:pt x="220" y="1889"/>
                </a:lnTo>
                <a:lnTo>
                  <a:pt x="224" y="1872"/>
                </a:lnTo>
                <a:lnTo>
                  <a:pt x="209" y="1865"/>
                </a:lnTo>
                <a:lnTo>
                  <a:pt x="204" y="1858"/>
                </a:lnTo>
                <a:lnTo>
                  <a:pt x="202" y="1852"/>
                </a:lnTo>
                <a:lnTo>
                  <a:pt x="202" y="1847"/>
                </a:lnTo>
                <a:lnTo>
                  <a:pt x="206" y="1841"/>
                </a:lnTo>
                <a:lnTo>
                  <a:pt x="206" y="1834"/>
                </a:lnTo>
                <a:lnTo>
                  <a:pt x="202" y="1825"/>
                </a:lnTo>
                <a:lnTo>
                  <a:pt x="193" y="1810"/>
                </a:lnTo>
                <a:lnTo>
                  <a:pt x="180" y="1796"/>
                </a:lnTo>
                <a:lnTo>
                  <a:pt x="171" y="1781"/>
                </a:lnTo>
                <a:lnTo>
                  <a:pt x="157" y="1760"/>
                </a:lnTo>
                <a:lnTo>
                  <a:pt x="140" y="1740"/>
                </a:lnTo>
                <a:lnTo>
                  <a:pt x="126" y="1718"/>
                </a:lnTo>
                <a:lnTo>
                  <a:pt x="118" y="1709"/>
                </a:lnTo>
                <a:lnTo>
                  <a:pt x="111" y="1700"/>
                </a:lnTo>
                <a:lnTo>
                  <a:pt x="106" y="1685"/>
                </a:lnTo>
                <a:lnTo>
                  <a:pt x="109" y="1676"/>
                </a:lnTo>
                <a:lnTo>
                  <a:pt x="109" y="1663"/>
                </a:lnTo>
                <a:lnTo>
                  <a:pt x="113" y="1650"/>
                </a:lnTo>
                <a:lnTo>
                  <a:pt x="117" y="1647"/>
                </a:lnTo>
                <a:lnTo>
                  <a:pt x="118" y="1645"/>
                </a:lnTo>
                <a:lnTo>
                  <a:pt x="124" y="1643"/>
                </a:lnTo>
                <a:lnTo>
                  <a:pt x="128" y="1641"/>
                </a:lnTo>
                <a:lnTo>
                  <a:pt x="131" y="1638"/>
                </a:lnTo>
                <a:lnTo>
                  <a:pt x="131" y="1638"/>
                </a:lnTo>
                <a:lnTo>
                  <a:pt x="133" y="1638"/>
                </a:lnTo>
                <a:lnTo>
                  <a:pt x="133" y="1641"/>
                </a:lnTo>
                <a:lnTo>
                  <a:pt x="133" y="1643"/>
                </a:lnTo>
                <a:lnTo>
                  <a:pt x="135" y="1641"/>
                </a:lnTo>
                <a:lnTo>
                  <a:pt x="135" y="1640"/>
                </a:lnTo>
                <a:lnTo>
                  <a:pt x="135" y="1638"/>
                </a:lnTo>
                <a:lnTo>
                  <a:pt x="135" y="1636"/>
                </a:lnTo>
                <a:lnTo>
                  <a:pt x="133" y="1634"/>
                </a:lnTo>
                <a:lnTo>
                  <a:pt x="133" y="1634"/>
                </a:lnTo>
                <a:lnTo>
                  <a:pt x="131" y="1638"/>
                </a:lnTo>
                <a:lnTo>
                  <a:pt x="113" y="1634"/>
                </a:lnTo>
                <a:lnTo>
                  <a:pt x="106" y="1623"/>
                </a:lnTo>
                <a:lnTo>
                  <a:pt x="98" y="1612"/>
                </a:lnTo>
                <a:lnTo>
                  <a:pt x="93" y="1601"/>
                </a:lnTo>
                <a:lnTo>
                  <a:pt x="88" y="1589"/>
                </a:lnTo>
                <a:lnTo>
                  <a:pt x="84" y="1570"/>
                </a:lnTo>
                <a:lnTo>
                  <a:pt x="91" y="1561"/>
                </a:lnTo>
                <a:lnTo>
                  <a:pt x="91" y="1556"/>
                </a:lnTo>
                <a:lnTo>
                  <a:pt x="88" y="1549"/>
                </a:lnTo>
                <a:lnTo>
                  <a:pt x="84" y="1541"/>
                </a:lnTo>
                <a:lnTo>
                  <a:pt x="84" y="1530"/>
                </a:lnTo>
                <a:lnTo>
                  <a:pt x="88" y="1523"/>
                </a:lnTo>
                <a:lnTo>
                  <a:pt x="93" y="1512"/>
                </a:lnTo>
                <a:lnTo>
                  <a:pt x="97" y="1500"/>
                </a:lnTo>
                <a:lnTo>
                  <a:pt x="80" y="1487"/>
                </a:lnTo>
                <a:lnTo>
                  <a:pt x="71" y="1467"/>
                </a:lnTo>
                <a:lnTo>
                  <a:pt x="66" y="1467"/>
                </a:lnTo>
                <a:lnTo>
                  <a:pt x="62" y="1469"/>
                </a:lnTo>
                <a:lnTo>
                  <a:pt x="60" y="1469"/>
                </a:lnTo>
                <a:lnTo>
                  <a:pt x="58" y="1469"/>
                </a:lnTo>
                <a:lnTo>
                  <a:pt x="57" y="1467"/>
                </a:lnTo>
                <a:lnTo>
                  <a:pt x="57" y="1463"/>
                </a:lnTo>
                <a:lnTo>
                  <a:pt x="57" y="1458"/>
                </a:lnTo>
                <a:lnTo>
                  <a:pt x="55" y="1450"/>
                </a:lnTo>
                <a:lnTo>
                  <a:pt x="60" y="1436"/>
                </a:lnTo>
                <a:lnTo>
                  <a:pt x="58" y="1416"/>
                </a:lnTo>
                <a:lnTo>
                  <a:pt x="51" y="1396"/>
                </a:lnTo>
                <a:lnTo>
                  <a:pt x="38" y="1376"/>
                </a:lnTo>
                <a:lnTo>
                  <a:pt x="28" y="1356"/>
                </a:lnTo>
                <a:lnTo>
                  <a:pt x="17" y="1340"/>
                </a:lnTo>
                <a:lnTo>
                  <a:pt x="11" y="1323"/>
                </a:lnTo>
                <a:lnTo>
                  <a:pt x="11" y="1316"/>
                </a:lnTo>
                <a:lnTo>
                  <a:pt x="11" y="1312"/>
                </a:lnTo>
                <a:lnTo>
                  <a:pt x="13" y="1309"/>
                </a:lnTo>
                <a:lnTo>
                  <a:pt x="13" y="1309"/>
                </a:lnTo>
                <a:lnTo>
                  <a:pt x="15" y="1307"/>
                </a:lnTo>
                <a:lnTo>
                  <a:pt x="17" y="1305"/>
                </a:lnTo>
                <a:lnTo>
                  <a:pt x="18" y="1303"/>
                </a:lnTo>
                <a:lnTo>
                  <a:pt x="13" y="1252"/>
                </a:lnTo>
                <a:lnTo>
                  <a:pt x="18" y="1245"/>
                </a:lnTo>
                <a:lnTo>
                  <a:pt x="26" y="1236"/>
                </a:lnTo>
                <a:lnTo>
                  <a:pt x="31" y="1225"/>
                </a:lnTo>
                <a:lnTo>
                  <a:pt x="33" y="1212"/>
                </a:lnTo>
                <a:lnTo>
                  <a:pt x="29" y="1194"/>
                </a:lnTo>
                <a:lnTo>
                  <a:pt x="24" y="1176"/>
                </a:lnTo>
                <a:lnTo>
                  <a:pt x="17" y="1160"/>
                </a:lnTo>
                <a:lnTo>
                  <a:pt x="9" y="1141"/>
                </a:lnTo>
                <a:lnTo>
                  <a:pt x="2" y="1120"/>
                </a:lnTo>
                <a:lnTo>
                  <a:pt x="0" y="1092"/>
                </a:lnTo>
                <a:lnTo>
                  <a:pt x="15" y="1076"/>
                </a:lnTo>
                <a:lnTo>
                  <a:pt x="33" y="1052"/>
                </a:lnTo>
                <a:lnTo>
                  <a:pt x="49" y="1027"/>
                </a:lnTo>
                <a:lnTo>
                  <a:pt x="62" y="1000"/>
                </a:lnTo>
                <a:lnTo>
                  <a:pt x="71" y="978"/>
                </a:lnTo>
                <a:lnTo>
                  <a:pt x="75" y="965"/>
                </a:lnTo>
                <a:lnTo>
                  <a:pt x="80" y="954"/>
                </a:lnTo>
                <a:lnTo>
                  <a:pt x="82" y="945"/>
                </a:lnTo>
                <a:lnTo>
                  <a:pt x="82" y="940"/>
                </a:lnTo>
                <a:lnTo>
                  <a:pt x="82" y="934"/>
                </a:lnTo>
                <a:lnTo>
                  <a:pt x="84" y="929"/>
                </a:lnTo>
                <a:lnTo>
                  <a:pt x="88" y="925"/>
                </a:lnTo>
                <a:lnTo>
                  <a:pt x="89" y="921"/>
                </a:lnTo>
                <a:lnTo>
                  <a:pt x="89" y="918"/>
                </a:lnTo>
                <a:lnTo>
                  <a:pt x="91" y="912"/>
                </a:lnTo>
                <a:lnTo>
                  <a:pt x="89" y="907"/>
                </a:lnTo>
                <a:lnTo>
                  <a:pt x="89" y="905"/>
                </a:lnTo>
                <a:lnTo>
                  <a:pt x="88" y="901"/>
                </a:lnTo>
                <a:lnTo>
                  <a:pt x="84" y="900"/>
                </a:lnTo>
                <a:lnTo>
                  <a:pt x="82" y="896"/>
                </a:lnTo>
                <a:lnTo>
                  <a:pt x="82" y="894"/>
                </a:lnTo>
                <a:lnTo>
                  <a:pt x="82" y="876"/>
                </a:lnTo>
                <a:lnTo>
                  <a:pt x="88" y="860"/>
                </a:lnTo>
                <a:lnTo>
                  <a:pt x="98" y="841"/>
                </a:lnTo>
                <a:lnTo>
                  <a:pt x="108" y="829"/>
                </a:lnTo>
                <a:lnTo>
                  <a:pt x="113" y="818"/>
                </a:lnTo>
                <a:lnTo>
                  <a:pt x="109" y="765"/>
                </a:lnTo>
                <a:lnTo>
                  <a:pt x="111" y="765"/>
                </a:lnTo>
                <a:lnTo>
                  <a:pt x="115" y="763"/>
                </a:lnTo>
                <a:lnTo>
                  <a:pt x="118" y="761"/>
                </a:lnTo>
                <a:lnTo>
                  <a:pt x="122" y="760"/>
                </a:lnTo>
                <a:lnTo>
                  <a:pt x="124" y="758"/>
                </a:lnTo>
                <a:lnTo>
                  <a:pt x="137" y="734"/>
                </a:lnTo>
                <a:lnTo>
                  <a:pt x="144" y="705"/>
                </a:lnTo>
                <a:lnTo>
                  <a:pt x="157" y="705"/>
                </a:lnTo>
                <a:lnTo>
                  <a:pt x="168" y="678"/>
                </a:lnTo>
                <a:lnTo>
                  <a:pt x="184" y="649"/>
                </a:lnTo>
                <a:lnTo>
                  <a:pt x="198" y="621"/>
                </a:lnTo>
                <a:lnTo>
                  <a:pt x="206" y="581"/>
                </a:lnTo>
                <a:lnTo>
                  <a:pt x="218" y="578"/>
                </a:lnTo>
                <a:lnTo>
                  <a:pt x="222" y="560"/>
                </a:lnTo>
                <a:lnTo>
                  <a:pt x="222" y="540"/>
                </a:lnTo>
                <a:lnTo>
                  <a:pt x="226" y="521"/>
                </a:lnTo>
                <a:lnTo>
                  <a:pt x="235" y="505"/>
                </a:lnTo>
                <a:lnTo>
                  <a:pt x="248" y="485"/>
                </a:lnTo>
                <a:lnTo>
                  <a:pt x="257" y="465"/>
                </a:lnTo>
                <a:lnTo>
                  <a:pt x="264" y="438"/>
                </a:lnTo>
                <a:lnTo>
                  <a:pt x="264" y="410"/>
                </a:lnTo>
                <a:lnTo>
                  <a:pt x="266" y="383"/>
                </a:lnTo>
                <a:lnTo>
                  <a:pt x="269" y="358"/>
                </a:lnTo>
                <a:lnTo>
                  <a:pt x="280" y="334"/>
                </a:lnTo>
                <a:lnTo>
                  <a:pt x="268" y="334"/>
                </a:lnTo>
                <a:lnTo>
                  <a:pt x="269" y="312"/>
                </a:lnTo>
                <a:lnTo>
                  <a:pt x="273" y="294"/>
                </a:lnTo>
                <a:lnTo>
                  <a:pt x="280" y="278"/>
                </a:lnTo>
                <a:lnTo>
                  <a:pt x="291" y="281"/>
                </a:lnTo>
                <a:lnTo>
                  <a:pt x="286" y="263"/>
                </a:lnTo>
                <a:lnTo>
                  <a:pt x="284" y="241"/>
                </a:lnTo>
                <a:lnTo>
                  <a:pt x="284" y="218"/>
                </a:lnTo>
                <a:lnTo>
                  <a:pt x="286" y="194"/>
                </a:lnTo>
                <a:lnTo>
                  <a:pt x="282" y="172"/>
                </a:lnTo>
                <a:lnTo>
                  <a:pt x="282" y="152"/>
                </a:lnTo>
                <a:lnTo>
                  <a:pt x="284" y="130"/>
                </a:lnTo>
                <a:lnTo>
                  <a:pt x="282" y="109"/>
                </a:lnTo>
                <a:lnTo>
                  <a:pt x="277" y="98"/>
                </a:lnTo>
                <a:lnTo>
                  <a:pt x="271" y="89"/>
                </a:lnTo>
                <a:lnTo>
                  <a:pt x="266" y="78"/>
                </a:lnTo>
                <a:lnTo>
                  <a:pt x="266" y="65"/>
                </a:lnTo>
                <a:lnTo>
                  <a:pt x="271" y="49"/>
                </a:lnTo>
                <a:lnTo>
                  <a:pt x="277" y="32"/>
                </a:lnTo>
                <a:lnTo>
                  <a:pt x="280" y="12"/>
                </a:lnTo>
                <a:lnTo>
                  <a:pt x="286" y="12"/>
                </a:lnTo>
                <a:lnTo>
                  <a:pt x="288" y="14"/>
                </a:lnTo>
                <a:lnTo>
                  <a:pt x="289" y="14"/>
                </a:lnTo>
                <a:lnTo>
                  <a:pt x="291" y="14"/>
                </a:lnTo>
                <a:lnTo>
                  <a:pt x="293" y="16"/>
                </a:lnTo>
                <a:lnTo>
                  <a:pt x="308" y="27"/>
                </a:lnTo>
                <a:lnTo>
                  <a:pt x="320" y="43"/>
                </a:lnTo>
                <a:lnTo>
                  <a:pt x="331" y="60"/>
                </a:lnTo>
                <a:lnTo>
                  <a:pt x="342" y="72"/>
                </a:lnTo>
                <a:lnTo>
                  <a:pt x="360" y="83"/>
                </a:lnTo>
                <a:lnTo>
                  <a:pt x="384" y="90"/>
                </a:lnTo>
                <a:lnTo>
                  <a:pt x="409" y="94"/>
                </a:lnTo>
                <a:lnTo>
                  <a:pt x="433" y="101"/>
                </a:lnTo>
                <a:lnTo>
                  <a:pt x="433" y="105"/>
                </a:lnTo>
                <a:lnTo>
                  <a:pt x="433" y="107"/>
                </a:lnTo>
                <a:lnTo>
                  <a:pt x="433" y="109"/>
                </a:lnTo>
                <a:lnTo>
                  <a:pt x="433" y="109"/>
                </a:lnTo>
                <a:lnTo>
                  <a:pt x="433" y="110"/>
                </a:lnTo>
                <a:lnTo>
                  <a:pt x="433" y="112"/>
                </a:lnTo>
                <a:lnTo>
                  <a:pt x="438" y="110"/>
                </a:lnTo>
                <a:lnTo>
                  <a:pt x="442" y="110"/>
                </a:lnTo>
                <a:lnTo>
                  <a:pt x="448" y="109"/>
                </a:lnTo>
                <a:lnTo>
                  <a:pt x="453" y="109"/>
                </a:lnTo>
                <a:lnTo>
                  <a:pt x="462" y="109"/>
                </a:lnTo>
                <a:lnTo>
                  <a:pt x="462" y="127"/>
                </a:lnTo>
                <a:lnTo>
                  <a:pt x="466" y="138"/>
                </a:lnTo>
                <a:lnTo>
                  <a:pt x="469" y="149"/>
                </a:lnTo>
                <a:lnTo>
                  <a:pt x="475" y="161"/>
                </a:lnTo>
                <a:lnTo>
                  <a:pt x="475" y="160"/>
                </a:lnTo>
                <a:lnTo>
                  <a:pt x="477" y="158"/>
                </a:lnTo>
                <a:lnTo>
                  <a:pt x="477" y="158"/>
                </a:lnTo>
                <a:lnTo>
                  <a:pt x="477" y="156"/>
                </a:lnTo>
                <a:lnTo>
                  <a:pt x="478" y="152"/>
                </a:lnTo>
                <a:lnTo>
                  <a:pt x="482" y="150"/>
                </a:lnTo>
                <a:lnTo>
                  <a:pt x="484" y="150"/>
                </a:lnTo>
                <a:lnTo>
                  <a:pt x="486" y="149"/>
                </a:lnTo>
                <a:lnTo>
                  <a:pt x="486" y="147"/>
                </a:lnTo>
                <a:lnTo>
                  <a:pt x="486" y="145"/>
                </a:lnTo>
                <a:lnTo>
                  <a:pt x="486" y="141"/>
                </a:lnTo>
                <a:lnTo>
                  <a:pt x="486" y="136"/>
                </a:lnTo>
                <a:lnTo>
                  <a:pt x="484" y="129"/>
                </a:lnTo>
                <a:lnTo>
                  <a:pt x="482" y="118"/>
                </a:lnTo>
                <a:lnTo>
                  <a:pt x="482" y="110"/>
                </a:lnTo>
                <a:lnTo>
                  <a:pt x="482" y="105"/>
                </a:lnTo>
                <a:lnTo>
                  <a:pt x="478" y="92"/>
                </a:lnTo>
                <a:lnTo>
                  <a:pt x="466" y="92"/>
                </a:lnTo>
                <a:lnTo>
                  <a:pt x="466" y="72"/>
                </a:lnTo>
                <a:lnTo>
                  <a:pt x="482" y="72"/>
                </a:lnTo>
                <a:lnTo>
                  <a:pt x="482" y="69"/>
                </a:lnTo>
                <a:lnTo>
                  <a:pt x="484" y="65"/>
                </a:lnTo>
                <a:lnTo>
                  <a:pt x="484" y="63"/>
                </a:lnTo>
                <a:lnTo>
                  <a:pt x="486" y="60"/>
                </a:lnTo>
                <a:lnTo>
                  <a:pt x="489" y="60"/>
                </a:lnTo>
                <a:lnTo>
                  <a:pt x="489" y="49"/>
                </a:lnTo>
                <a:lnTo>
                  <a:pt x="482" y="36"/>
                </a:lnTo>
                <a:lnTo>
                  <a:pt x="473" y="23"/>
                </a:lnTo>
                <a:lnTo>
                  <a:pt x="469" y="9"/>
                </a:lnTo>
                <a:lnTo>
                  <a:pt x="480" y="3"/>
                </a:lnTo>
                <a:lnTo>
                  <a:pt x="495" y="1"/>
                </a:lnTo>
                <a:lnTo>
                  <a:pt x="513" y="0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313639" y="1434138"/>
            <a:ext cx="3362817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Get a modern PowerPoint  Presentation that is beautifully designed.  Easy to change colors, photos and Text. You can simply impress your audience and add a unique zing and appeal to your Presentations. Get a modern PowerPoint  Presentation that is beautifully designed. Easy to change colors, photos and Text. You can simply impress your audience and add a unique zing and appeal to your Presentations.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300379" y="3363838"/>
            <a:ext cx="2530659" cy="544144"/>
            <a:chOff x="5825140" y="1737035"/>
            <a:chExt cx="2800954" cy="602263"/>
          </a:xfrm>
          <a:solidFill>
            <a:srgbClr val="85D8DE"/>
          </a:solidFill>
        </p:grpSpPr>
        <p:sp>
          <p:nvSpPr>
            <p:cNvPr id="7" name="Round Same Side Corner Rectangle 8"/>
            <p:cNvSpPr/>
            <p:nvPr/>
          </p:nvSpPr>
          <p:spPr>
            <a:xfrm flipH="1">
              <a:off x="6109400" y="1737035"/>
              <a:ext cx="228671" cy="602263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3"/>
                </a:solidFill>
              </a:endParaRPr>
            </a:p>
          </p:txBody>
        </p:sp>
        <p:sp>
          <p:nvSpPr>
            <p:cNvPr id="8" name="Round Same Side Corner Rectangle 8"/>
            <p:cNvSpPr/>
            <p:nvPr/>
          </p:nvSpPr>
          <p:spPr>
            <a:xfrm flipH="1">
              <a:off x="5825140" y="1737035"/>
              <a:ext cx="228671" cy="602263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9" name="Round Same Side Corner Rectangle 8"/>
            <p:cNvSpPr/>
            <p:nvPr/>
          </p:nvSpPr>
          <p:spPr>
            <a:xfrm flipH="1">
              <a:off x="6395403" y="1737035"/>
              <a:ext cx="228671" cy="602263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3"/>
                </a:solidFill>
              </a:endParaRPr>
            </a:p>
          </p:txBody>
        </p:sp>
        <p:sp>
          <p:nvSpPr>
            <p:cNvPr id="10" name="Round Same Side Corner Rectangle 8"/>
            <p:cNvSpPr/>
            <p:nvPr/>
          </p:nvSpPr>
          <p:spPr>
            <a:xfrm flipH="1">
              <a:off x="6681406" y="1737035"/>
              <a:ext cx="228671" cy="602263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3"/>
                </a:solidFill>
              </a:endParaRPr>
            </a:p>
          </p:txBody>
        </p:sp>
        <p:sp>
          <p:nvSpPr>
            <p:cNvPr id="11" name="Round Same Side Corner Rectangle 8"/>
            <p:cNvSpPr/>
            <p:nvPr/>
          </p:nvSpPr>
          <p:spPr>
            <a:xfrm flipH="1">
              <a:off x="6967409" y="1737035"/>
              <a:ext cx="228671" cy="602263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3"/>
                </a:solidFill>
              </a:endParaRPr>
            </a:p>
          </p:txBody>
        </p:sp>
        <p:sp>
          <p:nvSpPr>
            <p:cNvPr id="12" name="Round Same Side Corner Rectangle 8"/>
            <p:cNvSpPr/>
            <p:nvPr/>
          </p:nvSpPr>
          <p:spPr>
            <a:xfrm flipH="1">
              <a:off x="7253412" y="1737035"/>
              <a:ext cx="228671" cy="602263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3"/>
                </a:solidFill>
              </a:endParaRPr>
            </a:p>
          </p:txBody>
        </p:sp>
        <p:sp>
          <p:nvSpPr>
            <p:cNvPr id="13" name="Round Same Side Corner Rectangle 8"/>
            <p:cNvSpPr/>
            <p:nvPr/>
          </p:nvSpPr>
          <p:spPr>
            <a:xfrm flipH="1">
              <a:off x="7539415" y="1737035"/>
              <a:ext cx="228671" cy="602263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ound Same Side Corner Rectangle 8"/>
            <p:cNvSpPr/>
            <p:nvPr/>
          </p:nvSpPr>
          <p:spPr>
            <a:xfrm flipH="1">
              <a:off x="7825418" y="1737035"/>
              <a:ext cx="228671" cy="602263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Round Same Side Corner Rectangle 8"/>
            <p:cNvSpPr/>
            <p:nvPr/>
          </p:nvSpPr>
          <p:spPr>
            <a:xfrm flipH="1">
              <a:off x="8111421" y="1737035"/>
              <a:ext cx="228671" cy="602263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Round Same Side Corner Rectangle 8"/>
            <p:cNvSpPr/>
            <p:nvPr/>
          </p:nvSpPr>
          <p:spPr>
            <a:xfrm flipH="1">
              <a:off x="8397423" y="1737035"/>
              <a:ext cx="228671" cy="602263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300379" y="4015894"/>
            <a:ext cx="2585543" cy="557806"/>
            <a:chOff x="5764394" y="3394105"/>
            <a:chExt cx="2861700" cy="617384"/>
          </a:xfrm>
          <a:solidFill>
            <a:srgbClr val="85D8DE"/>
          </a:solidFill>
        </p:grpSpPr>
        <p:sp>
          <p:nvSpPr>
            <p:cNvPr id="18" name="Round Same Side Corner Rectangle 20"/>
            <p:cNvSpPr/>
            <p:nvPr/>
          </p:nvSpPr>
          <p:spPr>
            <a:xfrm rot="10800000">
              <a:off x="5764394" y="3394105"/>
              <a:ext cx="289417" cy="617384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Round Same Side Corner Rectangle 20"/>
            <p:cNvSpPr/>
            <p:nvPr/>
          </p:nvSpPr>
          <p:spPr>
            <a:xfrm rot="10800000">
              <a:off x="6050203" y="3394105"/>
              <a:ext cx="289417" cy="617384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Round Same Side Corner Rectangle 20"/>
            <p:cNvSpPr/>
            <p:nvPr/>
          </p:nvSpPr>
          <p:spPr>
            <a:xfrm rot="10800000">
              <a:off x="6336012" y="3394105"/>
              <a:ext cx="289417" cy="617384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Round Same Side Corner Rectangle 20"/>
            <p:cNvSpPr/>
            <p:nvPr/>
          </p:nvSpPr>
          <p:spPr>
            <a:xfrm rot="10800000">
              <a:off x="6621821" y="3394105"/>
              <a:ext cx="289417" cy="617384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Round Same Side Corner Rectangle 20"/>
            <p:cNvSpPr/>
            <p:nvPr/>
          </p:nvSpPr>
          <p:spPr>
            <a:xfrm rot="10800000">
              <a:off x="6907630" y="3394105"/>
              <a:ext cx="289417" cy="617384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Round Same Side Corner Rectangle 20"/>
            <p:cNvSpPr/>
            <p:nvPr/>
          </p:nvSpPr>
          <p:spPr>
            <a:xfrm rot="10800000">
              <a:off x="7193439" y="3394105"/>
              <a:ext cx="289417" cy="617384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Round Same Side Corner Rectangle 20"/>
            <p:cNvSpPr/>
            <p:nvPr/>
          </p:nvSpPr>
          <p:spPr>
            <a:xfrm rot="10800000">
              <a:off x="7479248" y="3394105"/>
              <a:ext cx="289417" cy="617384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Round Same Side Corner Rectangle 20"/>
            <p:cNvSpPr/>
            <p:nvPr/>
          </p:nvSpPr>
          <p:spPr>
            <a:xfrm rot="10800000">
              <a:off x="7765057" y="3394105"/>
              <a:ext cx="289417" cy="617384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Round Same Side Corner Rectangle 20"/>
            <p:cNvSpPr/>
            <p:nvPr/>
          </p:nvSpPr>
          <p:spPr>
            <a:xfrm rot="10800000">
              <a:off x="8050866" y="3394105"/>
              <a:ext cx="289417" cy="617384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Round Same Side Corner Rectangle 20"/>
            <p:cNvSpPr/>
            <p:nvPr/>
          </p:nvSpPr>
          <p:spPr>
            <a:xfrm rot="10800000">
              <a:off x="8336677" y="3394105"/>
              <a:ext cx="289417" cy="617384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7885922" y="3374300"/>
            <a:ext cx="768159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800" b="1" dirty="0">
                <a:solidFill>
                  <a:schemeClr val="accent3"/>
                </a:solidFill>
                <a:cs typeface="Arial" pitchFamily="34" charset="0"/>
              </a:rPr>
              <a:t>80</a:t>
            </a:r>
            <a:r>
              <a:rPr lang="en-US" altLang="ko-KR" sz="1600" b="1" dirty="0">
                <a:solidFill>
                  <a:schemeClr val="accent3"/>
                </a:solidFill>
                <a:cs typeface="Arial" pitchFamily="34" charset="0"/>
              </a:rPr>
              <a:t>%</a:t>
            </a:r>
            <a:endParaRPr lang="ko-KR" altLang="en-US" sz="16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08297" y="4033187"/>
            <a:ext cx="768159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2800" b="1" dirty="0">
                <a:solidFill>
                  <a:schemeClr val="accent2"/>
                </a:solidFill>
                <a:cs typeface="Arial" pitchFamily="34" charset="0"/>
              </a:rPr>
              <a:t>70</a:t>
            </a:r>
            <a:r>
              <a:rPr lang="en-US" altLang="ko-KR" sz="1600" b="1" dirty="0">
                <a:solidFill>
                  <a:schemeClr val="accent2"/>
                </a:solidFill>
                <a:cs typeface="Arial" pitchFamily="34" charset="0"/>
              </a:rPr>
              <a:t>%</a:t>
            </a:r>
            <a:endParaRPr lang="ko-KR" altLang="en-US" sz="1600" b="1" dirty="0">
              <a:solidFill>
                <a:schemeClr val="accent2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298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3"/>
          <p:cNvSpPr txBox="1">
            <a:spLocks/>
          </p:cNvSpPr>
          <p:nvPr/>
        </p:nvSpPr>
        <p:spPr>
          <a:xfrm>
            <a:off x="3003061" y="1329864"/>
            <a:ext cx="3096344" cy="1569281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Simple </a:t>
            </a:r>
            <a:r>
              <a:rPr lang="en-US" altLang="ko-KR" b="1" dirty="0">
                <a:solidFill>
                  <a:schemeClr val="accent1"/>
                </a:solidFill>
                <a:cs typeface="Arial" pitchFamily="34" charset="0"/>
              </a:rPr>
              <a:t>Presentation</a:t>
            </a:r>
            <a:r>
              <a:rPr lang="en-US" altLang="ko-KR" b="1" dirty="0">
                <a:solidFill>
                  <a:srgbClr val="FEB856"/>
                </a:solidFill>
                <a:cs typeface="Arial" pitchFamily="34" charset="0"/>
              </a:rPr>
              <a:t>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Designed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3061" y="2883589"/>
            <a:ext cx="3096344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This PowerPoint Template has clean and neutral design that can be adapted to any content and meets various market segments. With this many slides you are able to make a complete PowerPoint Presentation that best suit your needs.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4951" y="1068422"/>
            <a:ext cx="308229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dirty="0">
                <a:solidFill>
                  <a:schemeClr val="accent1"/>
                </a:solidFill>
                <a:cs typeface="Arial" pitchFamily="34" charset="0"/>
              </a:rPr>
              <a:t>Presentation Designed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E96BDCF-27EA-4D80-8F18-4F5FD2A6B4E7}"/>
              </a:ext>
            </a:extLst>
          </p:cNvPr>
          <p:cNvSpPr>
            <a:spLocks noGrp="1"/>
          </p:cNvSpPr>
          <p:nvPr>
            <p:ph type="pic" idx="10"/>
          </p:nvPr>
        </p:nvSpPr>
        <p:spPr/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8B2D2367-5C38-4C07-AFB9-02E7C51CDB48}"/>
              </a:ext>
            </a:extLst>
          </p:cNvPr>
          <p:cNvSpPr>
            <a:spLocks noGrp="1"/>
          </p:cNvSpPr>
          <p:nvPr>
            <p:ph type="pic" idx="11"/>
          </p:nvPr>
        </p:nvSpPr>
        <p:spPr/>
      </p:sp>
    </p:spTree>
    <p:extLst>
      <p:ext uri="{BB962C8B-B14F-4D97-AF65-F5344CB8AC3E}">
        <p14:creationId xmlns:p14="http://schemas.microsoft.com/office/powerpoint/2010/main" val="2184641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/>
              <a:t>Columns Style</a:t>
            </a:r>
            <a:endParaRPr lang="ko-KR" alt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b="1" dirty="0"/>
              <a:t>Insert the title of your subtitle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29378" y="512778"/>
            <a:ext cx="697627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3600" b="1" dirty="0">
                <a:solidFill>
                  <a:schemeClr val="accent1"/>
                </a:solidFill>
                <a:cs typeface="Arial" pitchFamily="34" charset="0"/>
              </a:rPr>
              <a:t>01</a:t>
            </a:r>
            <a:endParaRPr lang="ko-KR" altLang="en-US" sz="3600" b="1" dirty="0"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629378" y="1212894"/>
            <a:ext cx="4119086" cy="3457473"/>
            <a:chOff x="2227884" y="1330362"/>
            <a:chExt cx="2835932" cy="3457473"/>
          </a:xfrm>
        </p:grpSpPr>
        <p:sp>
          <p:nvSpPr>
            <p:cNvPr id="6" name="TextBox 5"/>
            <p:cNvSpPr txBox="1"/>
            <p:nvPr/>
          </p:nvSpPr>
          <p:spPr>
            <a:xfrm>
              <a:off x="2227884" y="1740847"/>
              <a:ext cx="2835932" cy="30469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Get a modern PowerPoint  Presentation that is beautifully designed. I hope and I believe that this Template will your Time, Money and Reputation. Easy to change colors, photos and Text.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Easy to change colors, photos and Text. I hope and I believe that this Template will your Time, Money and Reputation. You can simply impress your audience and add a unique zing and appeal to your Presentations. Easy to change colors, photos and Text. 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27884" y="1330362"/>
              <a:ext cx="2835932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Easy to change colors, photos and Text. 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05194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effectLst/>
        </p:spPr>
        <p:txBody>
          <a:bodyPr/>
          <a:lstStyle/>
          <a:p>
            <a:r>
              <a:rPr lang="en-US" altLang="ko-KR" b="1" dirty="0"/>
              <a:t>Columns Style</a:t>
            </a:r>
            <a:endParaRPr lang="ko-KR" alt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effectLst/>
        </p:spPr>
        <p:txBody>
          <a:bodyPr/>
          <a:lstStyle/>
          <a:p>
            <a:pPr lvl="0"/>
            <a:r>
              <a:rPr lang="en-US" altLang="ko-KR" b="1" dirty="0"/>
              <a:t>Insert the title of your subtitle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378" y="512778"/>
            <a:ext cx="697627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3600" b="1" dirty="0">
                <a:solidFill>
                  <a:schemeClr val="accent1"/>
                </a:solidFill>
                <a:cs typeface="Arial" pitchFamily="34" charset="0"/>
              </a:rPr>
              <a:t>01</a:t>
            </a:r>
            <a:endParaRPr lang="ko-KR" altLang="en-US" sz="3600" b="1" dirty="0">
              <a:solidFill>
                <a:schemeClr val="accent1"/>
              </a:solidFill>
              <a:cs typeface="Arial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6804248" y="1212894"/>
            <a:ext cx="1811213" cy="3457473"/>
            <a:chOff x="2227884" y="1330362"/>
            <a:chExt cx="2835932" cy="3457473"/>
          </a:xfrm>
        </p:grpSpPr>
        <p:sp>
          <p:nvSpPr>
            <p:cNvPr id="14" name="TextBox 13"/>
            <p:cNvSpPr txBox="1"/>
            <p:nvPr/>
          </p:nvSpPr>
          <p:spPr>
            <a:xfrm>
              <a:off x="2227884" y="1740847"/>
              <a:ext cx="2835932" cy="30469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Get a modern PowerPoint  Presentation that is beautifully designed. I hope and I believe that this Template will your Time, Money and Reputation. Easy to change colors, photos and Text.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27884" y="1330362"/>
              <a:ext cx="2835932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2"/>
                  </a:solidFill>
                  <a:cs typeface="Arial" pitchFamily="34" charset="0"/>
                </a:rPr>
                <a:t>Easy to change colors, photos and Text.</a:t>
              </a:r>
              <a:endParaRPr lang="ko-KR" altLang="en-US" sz="12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6804248" y="512778"/>
            <a:ext cx="697627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3600" b="1" dirty="0">
                <a:solidFill>
                  <a:schemeClr val="accent2"/>
                </a:solidFill>
                <a:cs typeface="Arial" pitchFamily="34" charset="0"/>
              </a:rPr>
              <a:t>02</a:t>
            </a:r>
            <a:endParaRPr lang="ko-KR" altLang="en-US" sz="3600" b="1" dirty="0">
              <a:solidFill>
                <a:schemeClr val="accent2"/>
              </a:solidFill>
              <a:cs typeface="Arial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4629378" y="1212894"/>
            <a:ext cx="1811213" cy="3457473"/>
            <a:chOff x="2227884" y="1330362"/>
            <a:chExt cx="2835932" cy="3457473"/>
          </a:xfrm>
        </p:grpSpPr>
        <p:sp>
          <p:nvSpPr>
            <p:cNvPr id="18" name="TextBox 17"/>
            <p:cNvSpPr txBox="1"/>
            <p:nvPr/>
          </p:nvSpPr>
          <p:spPr>
            <a:xfrm>
              <a:off x="2227884" y="1740847"/>
              <a:ext cx="2835932" cy="30469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Easy to change colors, photos and Text. Get a modern PowerPoint  Presentation that is beautifully designed. I hope and I believe that this Template will your Time, Money and Reputation. Easy to change colors, photos and Text.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Get a modern PowerPoint  Presentation that is beautifully designed. 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227884" y="1330362"/>
              <a:ext cx="2835932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200" b="1" dirty="0">
                  <a:solidFill>
                    <a:schemeClr val="accent1"/>
                  </a:solidFill>
                  <a:cs typeface="Arial" pitchFamily="34" charset="0"/>
                </a:rPr>
                <a:t>Easy to change colors, photos and Text.</a:t>
              </a:r>
              <a:endParaRPr lang="ko-KR" altLang="en-US" sz="12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9526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01306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Fully Editable Icon Sets : A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6D2AF4-4339-4921-945C-693FFBF641A5}"/>
              </a:ext>
            </a:extLst>
          </p:cNvPr>
          <p:cNvSpPr txBox="1"/>
          <p:nvPr/>
        </p:nvSpPr>
        <p:spPr>
          <a:xfrm>
            <a:off x="711704" y="1420339"/>
            <a:ext cx="223224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CCCC67-C98D-49AA-9C67-1C4CBC77EF12}"/>
              </a:ext>
            </a:extLst>
          </p:cNvPr>
          <p:cNvSpPr txBox="1"/>
          <p:nvPr/>
        </p:nvSpPr>
        <p:spPr>
          <a:xfrm>
            <a:off x="711704" y="1932586"/>
            <a:ext cx="223224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8DA932-44EA-4873-BB2E-C18A79450440}"/>
              </a:ext>
            </a:extLst>
          </p:cNvPr>
          <p:cNvSpPr txBox="1"/>
          <p:nvPr/>
        </p:nvSpPr>
        <p:spPr>
          <a:xfrm>
            <a:off x="711704" y="4248539"/>
            <a:ext cx="2232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A05A354-B7EC-42A9-88FF-F9BF38D50304}"/>
              </a:ext>
            </a:extLst>
          </p:cNvPr>
          <p:cNvSpPr txBox="1"/>
          <p:nvPr/>
        </p:nvSpPr>
        <p:spPr>
          <a:xfrm>
            <a:off x="711704" y="3075806"/>
            <a:ext cx="22320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4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  <p:sp>
        <p:nvSpPr>
          <p:cNvPr id="65" name="Diamond 5">
            <a:extLst>
              <a:ext uri="{FF2B5EF4-FFF2-40B4-BE49-F238E27FC236}">
                <a16:creationId xmlns:a16="http://schemas.microsoft.com/office/drawing/2014/main" id="{40DC8C79-3964-45BE-9E6D-25906DA19615}"/>
              </a:ext>
            </a:extLst>
          </p:cNvPr>
          <p:cNvSpPr/>
          <p:nvPr/>
        </p:nvSpPr>
        <p:spPr>
          <a:xfrm>
            <a:off x="4870785" y="1339861"/>
            <a:ext cx="357266" cy="358322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6" name="Isosceles Triangle 51">
            <a:extLst>
              <a:ext uri="{FF2B5EF4-FFF2-40B4-BE49-F238E27FC236}">
                <a16:creationId xmlns:a16="http://schemas.microsoft.com/office/drawing/2014/main" id="{B79B55BE-747C-4959-A7B0-BC016912BFA1}"/>
              </a:ext>
            </a:extLst>
          </p:cNvPr>
          <p:cNvSpPr/>
          <p:nvPr/>
        </p:nvSpPr>
        <p:spPr>
          <a:xfrm>
            <a:off x="4297988" y="1388030"/>
            <a:ext cx="357265" cy="261984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7" name="Isosceles Triangle 57">
            <a:extLst>
              <a:ext uri="{FF2B5EF4-FFF2-40B4-BE49-F238E27FC236}">
                <a16:creationId xmlns:a16="http://schemas.microsoft.com/office/drawing/2014/main" id="{83BE3181-14C2-4464-A388-641FBF728A79}"/>
              </a:ext>
            </a:extLst>
          </p:cNvPr>
          <p:cNvSpPr/>
          <p:nvPr/>
        </p:nvSpPr>
        <p:spPr>
          <a:xfrm>
            <a:off x="4872210" y="3407764"/>
            <a:ext cx="213843" cy="483435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8" name="Rectangle 7">
            <a:extLst>
              <a:ext uri="{FF2B5EF4-FFF2-40B4-BE49-F238E27FC236}">
                <a16:creationId xmlns:a16="http://schemas.microsoft.com/office/drawing/2014/main" id="{025B9413-06DE-47AF-A557-FB9FC361BDCD}"/>
              </a:ext>
            </a:extLst>
          </p:cNvPr>
          <p:cNvSpPr/>
          <p:nvPr/>
        </p:nvSpPr>
        <p:spPr>
          <a:xfrm rot="18900000">
            <a:off x="7243003" y="2816601"/>
            <a:ext cx="154109" cy="343323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9" name="Parallelogram 15">
            <a:extLst>
              <a:ext uri="{FF2B5EF4-FFF2-40B4-BE49-F238E27FC236}">
                <a16:creationId xmlns:a16="http://schemas.microsoft.com/office/drawing/2014/main" id="{E21F2774-B945-4024-9964-75CD59EA4F32}"/>
              </a:ext>
            </a:extLst>
          </p:cNvPr>
          <p:cNvSpPr/>
          <p:nvPr/>
        </p:nvSpPr>
        <p:spPr>
          <a:xfrm flipH="1">
            <a:off x="4293692" y="3490877"/>
            <a:ext cx="317209" cy="317209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0" name="Freeform 19">
            <a:extLst>
              <a:ext uri="{FF2B5EF4-FFF2-40B4-BE49-F238E27FC236}">
                <a16:creationId xmlns:a16="http://schemas.microsoft.com/office/drawing/2014/main" id="{52F08ECD-8800-42CB-BDEA-E190428D4E46}"/>
              </a:ext>
            </a:extLst>
          </p:cNvPr>
          <p:cNvSpPr/>
          <p:nvPr/>
        </p:nvSpPr>
        <p:spPr>
          <a:xfrm>
            <a:off x="5986218" y="2808370"/>
            <a:ext cx="314672" cy="309626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1" name="Rectangle 30">
            <a:extLst>
              <a:ext uri="{FF2B5EF4-FFF2-40B4-BE49-F238E27FC236}">
                <a16:creationId xmlns:a16="http://schemas.microsoft.com/office/drawing/2014/main" id="{3EAA0A22-3701-4EBD-AA2A-D238CD9D0554}"/>
              </a:ext>
            </a:extLst>
          </p:cNvPr>
          <p:cNvSpPr/>
          <p:nvPr/>
        </p:nvSpPr>
        <p:spPr>
          <a:xfrm>
            <a:off x="8252327" y="2779728"/>
            <a:ext cx="317209" cy="316282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2" name="Rectangle 7">
            <a:extLst>
              <a:ext uri="{FF2B5EF4-FFF2-40B4-BE49-F238E27FC236}">
                <a16:creationId xmlns:a16="http://schemas.microsoft.com/office/drawing/2014/main" id="{5762ECCD-474C-4280-BBF3-78E8FE3AFF5D}"/>
              </a:ext>
            </a:extLst>
          </p:cNvPr>
          <p:cNvSpPr/>
          <p:nvPr/>
        </p:nvSpPr>
        <p:spPr>
          <a:xfrm>
            <a:off x="5443583" y="1358002"/>
            <a:ext cx="322040" cy="32204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3" name="Rectangle 15">
            <a:extLst>
              <a:ext uri="{FF2B5EF4-FFF2-40B4-BE49-F238E27FC236}">
                <a16:creationId xmlns:a16="http://schemas.microsoft.com/office/drawing/2014/main" id="{73870F45-3C2D-404C-84FC-D4E71A9C1AC4}"/>
              </a:ext>
            </a:extLst>
          </p:cNvPr>
          <p:cNvSpPr/>
          <p:nvPr/>
        </p:nvSpPr>
        <p:spPr>
          <a:xfrm rot="5400000">
            <a:off x="5980941" y="1358002"/>
            <a:ext cx="322469" cy="322041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4" name="Pie 24">
            <a:extLst>
              <a:ext uri="{FF2B5EF4-FFF2-40B4-BE49-F238E27FC236}">
                <a16:creationId xmlns:a16="http://schemas.microsoft.com/office/drawing/2014/main" id="{4A1FF869-46CA-475E-B575-E3B3E9B0270A}"/>
              </a:ext>
            </a:extLst>
          </p:cNvPr>
          <p:cNvSpPr/>
          <p:nvPr/>
        </p:nvSpPr>
        <p:spPr>
          <a:xfrm>
            <a:off x="5347362" y="3475221"/>
            <a:ext cx="350460" cy="348520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5" name="Parallelogram 30">
            <a:extLst>
              <a:ext uri="{FF2B5EF4-FFF2-40B4-BE49-F238E27FC236}">
                <a16:creationId xmlns:a16="http://schemas.microsoft.com/office/drawing/2014/main" id="{A095942D-EB6D-4E4B-9049-77A6CF953606}"/>
              </a:ext>
            </a:extLst>
          </p:cNvPr>
          <p:cNvSpPr/>
          <p:nvPr/>
        </p:nvSpPr>
        <p:spPr>
          <a:xfrm flipH="1">
            <a:off x="8235089" y="2047097"/>
            <a:ext cx="351685" cy="352555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6" name="Block Arc 14">
            <a:extLst>
              <a:ext uri="{FF2B5EF4-FFF2-40B4-BE49-F238E27FC236}">
                <a16:creationId xmlns:a16="http://schemas.microsoft.com/office/drawing/2014/main" id="{99520E77-3314-4587-B96B-683FE8B88B5D}"/>
              </a:ext>
            </a:extLst>
          </p:cNvPr>
          <p:cNvSpPr/>
          <p:nvPr/>
        </p:nvSpPr>
        <p:spPr>
          <a:xfrm rot="16200000">
            <a:off x="6518856" y="1325152"/>
            <a:ext cx="387486" cy="387741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7" name="Block Arc 41">
            <a:extLst>
              <a:ext uri="{FF2B5EF4-FFF2-40B4-BE49-F238E27FC236}">
                <a16:creationId xmlns:a16="http://schemas.microsoft.com/office/drawing/2014/main" id="{6BF0D65D-3740-43E0-B743-38425FB975BE}"/>
              </a:ext>
            </a:extLst>
          </p:cNvPr>
          <p:cNvSpPr/>
          <p:nvPr/>
        </p:nvSpPr>
        <p:spPr>
          <a:xfrm>
            <a:off x="7122001" y="1293526"/>
            <a:ext cx="323224" cy="450993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8" name="Right Triangle 17">
            <a:extLst>
              <a:ext uri="{FF2B5EF4-FFF2-40B4-BE49-F238E27FC236}">
                <a16:creationId xmlns:a16="http://schemas.microsoft.com/office/drawing/2014/main" id="{6A284071-56E9-41C2-A66A-79F41DB0408E}"/>
              </a:ext>
            </a:extLst>
          </p:cNvPr>
          <p:cNvSpPr/>
          <p:nvPr/>
        </p:nvSpPr>
        <p:spPr>
          <a:xfrm>
            <a:off x="5959131" y="3462912"/>
            <a:ext cx="263462" cy="373139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9" name="Oval 27">
            <a:extLst>
              <a:ext uri="{FF2B5EF4-FFF2-40B4-BE49-F238E27FC236}">
                <a16:creationId xmlns:a16="http://schemas.microsoft.com/office/drawing/2014/main" id="{B5D709C4-AEAD-4E83-A40B-14FBCC164EEA}"/>
              </a:ext>
            </a:extLst>
          </p:cNvPr>
          <p:cNvSpPr/>
          <p:nvPr/>
        </p:nvSpPr>
        <p:spPr>
          <a:xfrm>
            <a:off x="3714219" y="4055836"/>
            <a:ext cx="279812" cy="532138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0" name="Parallelogram 15">
            <a:extLst>
              <a:ext uri="{FF2B5EF4-FFF2-40B4-BE49-F238E27FC236}">
                <a16:creationId xmlns:a16="http://schemas.microsoft.com/office/drawing/2014/main" id="{84005F87-E478-4E65-AA0B-E3D28CE33B45}"/>
              </a:ext>
            </a:extLst>
          </p:cNvPr>
          <p:cNvSpPr/>
          <p:nvPr/>
        </p:nvSpPr>
        <p:spPr>
          <a:xfrm rot="16200000">
            <a:off x="6526713" y="2741871"/>
            <a:ext cx="408905" cy="442625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1" name="Round Same Side Corner Rectangle 21">
            <a:extLst>
              <a:ext uri="{FF2B5EF4-FFF2-40B4-BE49-F238E27FC236}">
                <a16:creationId xmlns:a16="http://schemas.microsoft.com/office/drawing/2014/main" id="{4377958E-0140-4828-9751-424870B67003}"/>
              </a:ext>
            </a:extLst>
          </p:cNvPr>
          <p:cNvSpPr/>
          <p:nvPr/>
        </p:nvSpPr>
        <p:spPr>
          <a:xfrm rot="10800000">
            <a:off x="7055425" y="2058137"/>
            <a:ext cx="264059" cy="298187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2" name="Oval 26">
            <a:extLst>
              <a:ext uri="{FF2B5EF4-FFF2-40B4-BE49-F238E27FC236}">
                <a16:creationId xmlns:a16="http://schemas.microsoft.com/office/drawing/2014/main" id="{E6E3A875-C709-4816-9873-CD9120370648}"/>
              </a:ext>
            </a:extLst>
          </p:cNvPr>
          <p:cNvSpPr/>
          <p:nvPr/>
        </p:nvSpPr>
        <p:spPr>
          <a:xfrm>
            <a:off x="5454590" y="2770652"/>
            <a:ext cx="322665" cy="385063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3" name="Freeform 32">
            <a:extLst>
              <a:ext uri="{FF2B5EF4-FFF2-40B4-BE49-F238E27FC236}">
                <a16:creationId xmlns:a16="http://schemas.microsoft.com/office/drawing/2014/main" id="{AF523E53-A0C5-43DD-80EC-6A588E077D0A}"/>
              </a:ext>
            </a:extLst>
          </p:cNvPr>
          <p:cNvSpPr/>
          <p:nvPr/>
        </p:nvSpPr>
        <p:spPr>
          <a:xfrm>
            <a:off x="3674423" y="1332150"/>
            <a:ext cx="408033" cy="373744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4" name="Rounded Rectangle 10">
            <a:extLst>
              <a:ext uri="{FF2B5EF4-FFF2-40B4-BE49-F238E27FC236}">
                <a16:creationId xmlns:a16="http://schemas.microsoft.com/office/drawing/2014/main" id="{135DCAFD-C66C-491F-991B-672BFE283A52}"/>
              </a:ext>
            </a:extLst>
          </p:cNvPr>
          <p:cNvSpPr/>
          <p:nvPr/>
        </p:nvSpPr>
        <p:spPr>
          <a:xfrm>
            <a:off x="6524895" y="2039054"/>
            <a:ext cx="254160" cy="336352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5" name="Rounded Rectangle 32">
            <a:extLst>
              <a:ext uri="{FF2B5EF4-FFF2-40B4-BE49-F238E27FC236}">
                <a16:creationId xmlns:a16="http://schemas.microsoft.com/office/drawing/2014/main" id="{AFFAC243-6E82-42F1-AA26-8C9E8A0C82C9}"/>
              </a:ext>
            </a:extLst>
          </p:cNvPr>
          <p:cNvSpPr/>
          <p:nvPr/>
        </p:nvSpPr>
        <p:spPr>
          <a:xfrm>
            <a:off x="7648558" y="2795360"/>
            <a:ext cx="335647" cy="33564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6" name="Trapezoid 13">
            <a:extLst>
              <a:ext uri="{FF2B5EF4-FFF2-40B4-BE49-F238E27FC236}">
                <a16:creationId xmlns:a16="http://schemas.microsoft.com/office/drawing/2014/main" id="{CEA923DC-2B60-4B7E-8D70-BCB44E0433D2}"/>
              </a:ext>
            </a:extLst>
          </p:cNvPr>
          <p:cNvSpPr/>
          <p:nvPr/>
        </p:nvSpPr>
        <p:spPr>
          <a:xfrm>
            <a:off x="4332749" y="2054252"/>
            <a:ext cx="361838" cy="305956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7" name="Rounded Rectangle 7">
            <a:extLst>
              <a:ext uri="{FF2B5EF4-FFF2-40B4-BE49-F238E27FC236}">
                <a16:creationId xmlns:a16="http://schemas.microsoft.com/office/drawing/2014/main" id="{BB07B8B5-CC3D-4270-9DD4-195CE2B6B560}"/>
              </a:ext>
            </a:extLst>
          </p:cNvPr>
          <p:cNvSpPr/>
          <p:nvPr/>
        </p:nvSpPr>
        <p:spPr>
          <a:xfrm>
            <a:off x="6063254" y="2046918"/>
            <a:ext cx="185271" cy="32062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8" name="Rectangle 18">
            <a:extLst>
              <a:ext uri="{FF2B5EF4-FFF2-40B4-BE49-F238E27FC236}">
                <a16:creationId xmlns:a16="http://schemas.microsoft.com/office/drawing/2014/main" id="{300E703A-AB2A-4106-B84F-5B13875068CD}"/>
              </a:ext>
            </a:extLst>
          </p:cNvPr>
          <p:cNvSpPr/>
          <p:nvPr/>
        </p:nvSpPr>
        <p:spPr>
          <a:xfrm>
            <a:off x="4970957" y="2074010"/>
            <a:ext cx="335348" cy="266441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9" name="Rounded Rectangle 25">
            <a:extLst>
              <a:ext uri="{FF2B5EF4-FFF2-40B4-BE49-F238E27FC236}">
                <a16:creationId xmlns:a16="http://schemas.microsoft.com/office/drawing/2014/main" id="{82AAE52F-6C9A-41B5-B972-DF9DC7465321}"/>
              </a:ext>
            </a:extLst>
          </p:cNvPr>
          <p:cNvSpPr/>
          <p:nvPr/>
        </p:nvSpPr>
        <p:spPr>
          <a:xfrm>
            <a:off x="5582675" y="2063662"/>
            <a:ext cx="204209" cy="287136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90" name="Chord 14">
            <a:extLst>
              <a:ext uri="{FF2B5EF4-FFF2-40B4-BE49-F238E27FC236}">
                <a16:creationId xmlns:a16="http://schemas.microsoft.com/office/drawing/2014/main" id="{FE250488-9F8E-42BE-AF77-28976A321631}"/>
              </a:ext>
            </a:extLst>
          </p:cNvPr>
          <p:cNvSpPr/>
          <p:nvPr/>
        </p:nvSpPr>
        <p:spPr>
          <a:xfrm>
            <a:off x="4739580" y="4101013"/>
            <a:ext cx="350089" cy="441784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91" name="Rounded Rectangle 6">
            <a:extLst>
              <a:ext uri="{FF2B5EF4-FFF2-40B4-BE49-F238E27FC236}">
                <a16:creationId xmlns:a16="http://schemas.microsoft.com/office/drawing/2014/main" id="{1D96CC64-8E92-44D5-92E6-11D1748D8D64}"/>
              </a:ext>
            </a:extLst>
          </p:cNvPr>
          <p:cNvSpPr/>
          <p:nvPr/>
        </p:nvSpPr>
        <p:spPr>
          <a:xfrm>
            <a:off x="3709354" y="2008765"/>
            <a:ext cx="347025" cy="352816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92" name="Oval 66">
            <a:extLst>
              <a:ext uri="{FF2B5EF4-FFF2-40B4-BE49-F238E27FC236}">
                <a16:creationId xmlns:a16="http://schemas.microsoft.com/office/drawing/2014/main" id="{96B1CC9B-E5D1-438F-BE72-4C7CBE75A845}"/>
              </a:ext>
            </a:extLst>
          </p:cNvPr>
          <p:cNvSpPr/>
          <p:nvPr/>
        </p:nvSpPr>
        <p:spPr>
          <a:xfrm rot="20700000">
            <a:off x="4888177" y="2802702"/>
            <a:ext cx="374702" cy="320962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93" name="Isosceles Triangle 13">
            <a:extLst>
              <a:ext uri="{FF2B5EF4-FFF2-40B4-BE49-F238E27FC236}">
                <a16:creationId xmlns:a16="http://schemas.microsoft.com/office/drawing/2014/main" id="{23E41CFB-5E32-4340-8122-160FC21572C1}"/>
              </a:ext>
            </a:extLst>
          </p:cNvPr>
          <p:cNvSpPr/>
          <p:nvPr/>
        </p:nvSpPr>
        <p:spPr>
          <a:xfrm rot="10800000">
            <a:off x="4239875" y="4067280"/>
            <a:ext cx="257150" cy="509250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94" name="Smiley Face 14">
            <a:extLst>
              <a:ext uri="{FF2B5EF4-FFF2-40B4-BE49-F238E27FC236}">
                <a16:creationId xmlns:a16="http://schemas.microsoft.com/office/drawing/2014/main" id="{25DF5FDF-DB7C-4191-AD44-298B5645702E}"/>
              </a:ext>
            </a:extLst>
          </p:cNvPr>
          <p:cNvSpPr/>
          <p:nvPr/>
        </p:nvSpPr>
        <p:spPr>
          <a:xfrm>
            <a:off x="5898553" y="4130712"/>
            <a:ext cx="382387" cy="38238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95" name="Smiley Face 12">
            <a:extLst>
              <a:ext uri="{FF2B5EF4-FFF2-40B4-BE49-F238E27FC236}">
                <a16:creationId xmlns:a16="http://schemas.microsoft.com/office/drawing/2014/main" id="{7602233C-F060-47DE-A353-50E5E23DF25B}"/>
              </a:ext>
            </a:extLst>
          </p:cNvPr>
          <p:cNvSpPr/>
          <p:nvPr/>
        </p:nvSpPr>
        <p:spPr>
          <a:xfrm>
            <a:off x="7635601" y="4130712"/>
            <a:ext cx="382387" cy="38238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96" name="Smiley Face 15">
            <a:extLst>
              <a:ext uri="{FF2B5EF4-FFF2-40B4-BE49-F238E27FC236}">
                <a16:creationId xmlns:a16="http://schemas.microsoft.com/office/drawing/2014/main" id="{E90433A6-B721-4EF9-90DD-FB424C020920}"/>
              </a:ext>
            </a:extLst>
          </p:cNvPr>
          <p:cNvSpPr/>
          <p:nvPr/>
        </p:nvSpPr>
        <p:spPr>
          <a:xfrm>
            <a:off x="6480365" y="4132809"/>
            <a:ext cx="378193" cy="37819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97" name="Oval 37">
            <a:extLst>
              <a:ext uri="{FF2B5EF4-FFF2-40B4-BE49-F238E27FC236}">
                <a16:creationId xmlns:a16="http://schemas.microsoft.com/office/drawing/2014/main" id="{10A15FC4-01C2-418E-A6A9-9C82DF9AB0A9}"/>
              </a:ext>
            </a:extLst>
          </p:cNvPr>
          <p:cNvSpPr/>
          <p:nvPr/>
        </p:nvSpPr>
        <p:spPr>
          <a:xfrm>
            <a:off x="8217414" y="4128388"/>
            <a:ext cx="387034" cy="3870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8" name="Smiley Face 14">
            <a:extLst>
              <a:ext uri="{FF2B5EF4-FFF2-40B4-BE49-F238E27FC236}">
                <a16:creationId xmlns:a16="http://schemas.microsoft.com/office/drawing/2014/main" id="{815CB3F9-3E2D-44C0-9E29-7042A3B62814}"/>
              </a:ext>
            </a:extLst>
          </p:cNvPr>
          <p:cNvSpPr/>
          <p:nvPr/>
        </p:nvSpPr>
        <p:spPr>
          <a:xfrm>
            <a:off x="7057983" y="4132809"/>
            <a:ext cx="378193" cy="37819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99" name="Rectangle 16">
            <a:extLst>
              <a:ext uri="{FF2B5EF4-FFF2-40B4-BE49-F238E27FC236}">
                <a16:creationId xmlns:a16="http://schemas.microsoft.com/office/drawing/2014/main" id="{8C7A936C-B858-49AE-B0CE-06FF8B47FF22}"/>
              </a:ext>
            </a:extLst>
          </p:cNvPr>
          <p:cNvSpPr/>
          <p:nvPr/>
        </p:nvSpPr>
        <p:spPr>
          <a:xfrm rot="2700000">
            <a:off x="4333760" y="2724811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Rectangle 9">
            <a:extLst>
              <a:ext uri="{FF2B5EF4-FFF2-40B4-BE49-F238E27FC236}">
                <a16:creationId xmlns:a16="http://schemas.microsoft.com/office/drawing/2014/main" id="{C638F7EF-9B6A-43BE-8A0A-024D85AF31CB}"/>
              </a:ext>
            </a:extLst>
          </p:cNvPr>
          <p:cNvSpPr/>
          <p:nvPr/>
        </p:nvSpPr>
        <p:spPr>
          <a:xfrm>
            <a:off x="3702389" y="2741950"/>
            <a:ext cx="360125" cy="337109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Round Same Side Corner Rectangle 6">
            <a:extLst>
              <a:ext uri="{FF2B5EF4-FFF2-40B4-BE49-F238E27FC236}">
                <a16:creationId xmlns:a16="http://schemas.microsoft.com/office/drawing/2014/main" id="{50249BFC-DAB1-4F7B-8E1E-906F4332CD6A}"/>
              </a:ext>
            </a:extLst>
          </p:cNvPr>
          <p:cNvSpPr/>
          <p:nvPr/>
        </p:nvSpPr>
        <p:spPr>
          <a:xfrm rot="2700000">
            <a:off x="5462844" y="4060819"/>
            <a:ext cx="130246" cy="52217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02" name="Frame 17">
            <a:extLst>
              <a:ext uri="{FF2B5EF4-FFF2-40B4-BE49-F238E27FC236}">
                <a16:creationId xmlns:a16="http://schemas.microsoft.com/office/drawing/2014/main" id="{24847C50-B53E-46FD-A436-C1BF523DEFF0}"/>
              </a:ext>
            </a:extLst>
          </p:cNvPr>
          <p:cNvSpPr/>
          <p:nvPr/>
        </p:nvSpPr>
        <p:spPr>
          <a:xfrm>
            <a:off x="3685358" y="3471419"/>
            <a:ext cx="347025" cy="34702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3" name="Rounded Rectangle 5">
            <a:extLst>
              <a:ext uri="{FF2B5EF4-FFF2-40B4-BE49-F238E27FC236}">
                <a16:creationId xmlns:a16="http://schemas.microsoft.com/office/drawing/2014/main" id="{D9D53839-D4E3-44E7-AD06-2095A6C49017}"/>
              </a:ext>
            </a:extLst>
          </p:cNvPr>
          <p:cNvSpPr/>
          <p:nvPr/>
        </p:nvSpPr>
        <p:spPr>
          <a:xfrm flipH="1">
            <a:off x="7595854" y="2065085"/>
            <a:ext cx="344621" cy="284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Teardrop 1">
            <a:extLst>
              <a:ext uri="{FF2B5EF4-FFF2-40B4-BE49-F238E27FC236}">
                <a16:creationId xmlns:a16="http://schemas.microsoft.com/office/drawing/2014/main" id="{D9DD1993-D24C-4187-B545-DB1F97E90930}"/>
              </a:ext>
            </a:extLst>
          </p:cNvPr>
          <p:cNvSpPr/>
          <p:nvPr/>
        </p:nvSpPr>
        <p:spPr>
          <a:xfrm rot="18805991">
            <a:off x="7612430" y="1372092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5" name="Rectangle 130">
            <a:extLst>
              <a:ext uri="{FF2B5EF4-FFF2-40B4-BE49-F238E27FC236}">
                <a16:creationId xmlns:a16="http://schemas.microsoft.com/office/drawing/2014/main" id="{B7F2E0FF-0DA6-4176-85CC-0E9E3E1ACCE6}"/>
              </a:ext>
            </a:extLst>
          </p:cNvPr>
          <p:cNvSpPr/>
          <p:nvPr/>
        </p:nvSpPr>
        <p:spPr>
          <a:xfrm>
            <a:off x="8162947" y="1372137"/>
            <a:ext cx="371900" cy="373588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6" name="Right Triangle 17">
            <a:extLst>
              <a:ext uri="{FF2B5EF4-FFF2-40B4-BE49-F238E27FC236}">
                <a16:creationId xmlns:a16="http://schemas.microsoft.com/office/drawing/2014/main" id="{6E05C808-0100-42BE-9207-08C012A50C25}"/>
              </a:ext>
            </a:extLst>
          </p:cNvPr>
          <p:cNvSpPr>
            <a:spLocks noChangeAspect="1"/>
          </p:cNvSpPr>
          <p:nvPr/>
        </p:nvSpPr>
        <p:spPr>
          <a:xfrm>
            <a:off x="7091217" y="3447251"/>
            <a:ext cx="326534" cy="388800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07" name="Right Triangle 17">
            <a:extLst>
              <a:ext uri="{FF2B5EF4-FFF2-40B4-BE49-F238E27FC236}">
                <a16:creationId xmlns:a16="http://schemas.microsoft.com/office/drawing/2014/main" id="{8BDFF928-02CF-4B40-962F-241EAA8A268F}"/>
              </a:ext>
            </a:extLst>
          </p:cNvPr>
          <p:cNvSpPr>
            <a:spLocks noChangeAspect="1"/>
          </p:cNvSpPr>
          <p:nvPr/>
        </p:nvSpPr>
        <p:spPr>
          <a:xfrm>
            <a:off x="6493638" y="3447251"/>
            <a:ext cx="326534" cy="388800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08" name="Right Triangle 17">
            <a:extLst>
              <a:ext uri="{FF2B5EF4-FFF2-40B4-BE49-F238E27FC236}">
                <a16:creationId xmlns:a16="http://schemas.microsoft.com/office/drawing/2014/main" id="{EC856C2F-DC40-4DB3-B723-14C89D2D54F1}"/>
              </a:ext>
            </a:extLst>
          </p:cNvPr>
          <p:cNvSpPr>
            <a:spLocks noChangeAspect="1"/>
          </p:cNvSpPr>
          <p:nvPr/>
        </p:nvSpPr>
        <p:spPr>
          <a:xfrm>
            <a:off x="7688796" y="3447251"/>
            <a:ext cx="326534" cy="388800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09" name="Oval 44">
            <a:extLst>
              <a:ext uri="{FF2B5EF4-FFF2-40B4-BE49-F238E27FC236}">
                <a16:creationId xmlns:a16="http://schemas.microsoft.com/office/drawing/2014/main" id="{76730F0A-55ED-4BC7-ACD2-11C5DF5601C0}"/>
              </a:ext>
            </a:extLst>
          </p:cNvPr>
          <p:cNvSpPr>
            <a:spLocks noChangeAspect="1"/>
          </p:cNvSpPr>
          <p:nvPr/>
        </p:nvSpPr>
        <p:spPr>
          <a:xfrm>
            <a:off x="8286375" y="3447251"/>
            <a:ext cx="326534" cy="388800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05164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Fully Editable Icon Sets : B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09E5B6F-3AF0-4E77-831D-2DBF30C53B0E}"/>
              </a:ext>
            </a:extLst>
          </p:cNvPr>
          <p:cNvSpPr txBox="1"/>
          <p:nvPr/>
        </p:nvSpPr>
        <p:spPr>
          <a:xfrm>
            <a:off x="711704" y="1420339"/>
            <a:ext cx="223224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D8D292-2324-45F3-B3FB-C607CD1A885C}"/>
              </a:ext>
            </a:extLst>
          </p:cNvPr>
          <p:cNvSpPr txBox="1"/>
          <p:nvPr/>
        </p:nvSpPr>
        <p:spPr>
          <a:xfrm>
            <a:off x="711704" y="1932586"/>
            <a:ext cx="223224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4DC464D-4D13-4AD2-8FB2-EB36228DB2B5}"/>
              </a:ext>
            </a:extLst>
          </p:cNvPr>
          <p:cNvSpPr txBox="1"/>
          <p:nvPr/>
        </p:nvSpPr>
        <p:spPr>
          <a:xfrm>
            <a:off x="711704" y="4248539"/>
            <a:ext cx="2232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6ADA24-1C02-41F9-8615-7C55929C80AF}"/>
              </a:ext>
            </a:extLst>
          </p:cNvPr>
          <p:cNvSpPr txBox="1"/>
          <p:nvPr/>
        </p:nvSpPr>
        <p:spPr>
          <a:xfrm>
            <a:off x="711704" y="3075806"/>
            <a:ext cx="22320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4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  <p:sp>
        <p:nvSpPr>
          <p:cNvPr id="57" name="Isosceles Triangle 68">
            <a:extLst>
              <a:ext uri="{FF2B5EF4-FFF2-40B4-BE49-F238E27FC236}">
                <a16:creationId xmlns:a16="http://schemas.microsoft.com/office/drawing/2014/main" id="{E5BB0AA3-D56D-4EE4-9E70-5047D9966BA9}"/>
              </a:ext>
            </a:extLst>
          </p:cNvPr>
          <p:cNvSpPr/>
          <p:nvPr/>
        </p:nvSpPr>
        <p:spPr>
          <a:xfrm rot="10800000">
            <a:off x="6076603" y="3430121"/>
            <a:ext cx="154974" cy="482618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8" name="Rectangle 9">
            <a:extLst>
              <a:ext uri="{FF2B5EF4-FFF2-40B4-BE49-F238E27FC236}">
                <a16:creationId xmlns:a16="http://schemas.microsoft.com/office/drawing/2014/main" id="{15BE9EBD-D703-4BA7-A9C7-0E1EA18A0440}"/>
              </a:ext>
            </a:extLst>
          </p:cNvPr>
          <p:cNvSpPr/>
          <p:nvPr/>
        </p:nvSpPr>
        <p:spPr>
          <a:xfrm>
            <a:off x="6472358" y="3485841"/>
            <a:ext cx="371782" cy="371178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9" name="Isosceles Triangle 8">
            <a:extLst>
              <a:ext uri="{FF2B5EF4-FFF2-40B4-BE49-F238E27FC236}">
                <a16:creationId xmlns:a16="http://schemas.microsoft.com/office/drawing/2014/main" id="{05AF37BF-01F7-45D4-9A23-7A8A3611DAF3}"/>
              </a:ext>
            </a:extLst>
          </p:cNvPr>
          <p:cNvSpPr/>
          <p:nvPr/>
        </p:nvSpPr>
        <p:spPr>
          <a:xfrm rot="16200000">
            <a:off x="3610095" y="2744881"/>
            <a:ext cx="311874" cy="371836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0" name="Donut 8">
            <a:extLst>
              <a:ext uri="{FF2B5EF4-FFF2-40B4-BE49-F238E27FC236}">
                <a16:creationId xmlns:a16="http://schemas.microsoft.com/office/drawing/2014/main" id="{4E6A4477-2C68-4888-9942-4F3FFF148C10}"/>
              </a:ext>
            </a:extLst>
          </p:cNvPr>
          <p:cNvSpPr/>
          <p:nvPr/>
        </p:nvSpPr>
        <p:spPr>
          <a:xfrm>
            <a:off x="7202344" y="2726749"/>
            <a:ext cx="341413" cy="408098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" name="Freeform 18">
            <a:extLst>
              <a:ext uri="{FF2B5EF4-FFF2-40B4-BE49-F238E27FC236}">
                <a16:creationId xmlns:a16="http://schemas.microsoft.com/office/drawing/2014/main" id="{D2E1939F-786F-44E5-849A-C6496C1CF758}"/>
              </a:ext>
            </a:extLst>
          </p:cNvPr>
          <p:cNvSpPr/>
          <p:nvPr/>
        </p:nvSpPr>
        <p:spPr>
          <a:xfrm>
            <a:off x="7644583" y="3526543"/>
            <a:ext cx="359044" cy="289775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2" name="Oval 7">
            <a:extLst>
              <a:ext uri="{FF2B5EF4-FFF2-40B4-BE49-F238E27FC236}">
                <a16:creationId xmlns:a16="http://schemas.microsoft.com/office/drawing/2014/main" id="{552AD2A1-BE6D-46B3-8FD9-FE747E9D74CC}"/>
              </a:ext>
            </a:extLst>
          </p:cNvPr>
          <p:cNvSpPr/>
          <p:nvPr/>
        </p:nvSpPr>
        <p:spPr>
          <a:xfrm>
            <a:off x="7748036" y="2750160"/>
            <a:ext cx="361277" cy="36127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3" name="Freeform 20">
            <a:extLst>
              <a:ext uri="{FF2B5EF4-FFF2-40B4-BE49-F238E27FC236}">
                <a16:creationId xmlns:a16="http://schemas.microsoft.com/office/drawing/2014/main" id="{891D7B6C-8408-48D5-8644-CD75F8F0C63A}"/>
              </a:ext>
            </a:extLst>
          </p:cNvPr>
          <p:cNvSpPr/>
          <p:nvPr/>
        </p:nvSpPr>
        <p:spPr>
          <a:xfrm>
            <a:off x="8271827" y="4162169"/>
            <a:ext cx="376670" cy="402560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4" name="Rounded Rectangle 25">
            <a:extLst>
              <a:ext uri="{FF2B5EF4-FFF2-40B4-BE49-F238E27FC236}">
                <a16:creationId xmlns:a16="http://schemas.microsoft.com/office/drawing/2014/main" id="{4AA46CEF-AAB6-418B-8933-533FDFEDC1FD}"/>
              </a:ext>
            </a:extLst>
          </p:cNvPr>
          <p:cNvSpPr/>
          <p:nvPr/>
        </p:nvSpPr>
        <p:spPr>
          <a:xfrm>
            <a:off x="8254078" y="2047226"/>
            <a:ext cx="412168" cy="30205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5" name="Block Arc 41">
            <a:extLst>
              <a:ext uri="{FF2B5EF4-FFF2-40B4-BE49-F238E27FC236}">
                <a16:creationId xmlns:a16="http://schemas.microsoft.com/office/drawing/2014/main" id="{795CF95B-3CE0-4091-A759-B631B065AE57}"/>
              </a:ext>
            </a:extLst>
          </p:cNvPr>
          <p:cNvSpPr/>
          <p:nvPr/>
        </p:nvSpPr>
        <p:spPr>
          <a:xfrm>
            <a:off x="7187564" y="4163165"/>
            <a:ext cx="395557" cy="400568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6" name="Round Same Side Corner Rectangle 11">
            <a:extLst>
              <a:ext uri="{FF2B5EF4-FFF2-40B4-BE49-F238E27FC236}">
                <a16:creationId xmlns:a16="http://schemas.microsoft.com/office/drawing/2014/main" id="{55D64088-315A-4C1A-B377-09956282E928}"/>
              </a:ext>
            </a:extLst>
          </p:cNvPr>
          <p:cNvSpPr/>
          <p:nvPr/>
        </p:nvSpPr>
        <p:spPr>
          <a:xfrm rot="9900000">
            <a:off x="7717589" y="1270728"/>
            <a:ext cx="407173" cy="34581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7" name="Donut 39">
            <a:extLst>
              <a:ext uri="{FF2B5EF4-FFF2-40B4-BE49-F238E27FC236}">
                <a16:creationId xmlns:a16="http://schemas.microsoft.com/office/drawing/2014/main" id="{81C72329-288B-424C-AD12-2E959E9C6085}"/>
              </a:ext>
            </a:extLst>
          </p:cNvPr>
          <p:cNvSpPr/>
          <p:nvPr/>
        </p:nvSpPr>
        <p:spPr>
          <a:xfrm>
            <a:off x="3530744" y="3469364"/>
            <a:ext cx="404132" cy="40413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8" name="Freeform 25">
            <a:extLst>
              <a:ext uri="{FF2B5EF4-FFF2-40B4-BE49-F238E27FC236}">
                <a16:creationId xmlns:a16="http://schemas.microsoft.com/office/drawing/2014/main" id="{AE1E686E-6E95-4274-85C3-E748D3F321B0}"/>
              </a:ext>
            </a:extLst>
          </p:cNvPr>
          <p:cNvSpPr/>
          <p:nvPr/>
        </p:nvSpPr>
        <p:spPr>
          <a:xfrm>
            <a:off x="6704653" y="2749259"/>
            <a:ext cx="293412" cy="363079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" fmla="*/ 371475 w 1600200"/>
              <a:gd name="connsiteY0" fmla="*/ 0 h 1917951"/>
              <a:gd name="connsiteX1" fmla="*/ 628650 w 1600200"/>
              <a:gd name="connsiteY1" fmla="*/ 584451 h 1917951"/>
              <a:gd name="connsiteX2" fmla="*/ 400050 w 1600200"/>
              <a:gd name="connsiteY2" fmla="*/ 622551 h 1917951"/>
              <a:gd name="connsiteX3" fmla="*/ 1019175 w 1600200"/>
              <a:gd name="connsiteY3" fmla="*/ 1498851 h 1917951"/>
              <a:gd name="connsiteX4" fmla="*/ 1219200 w 1600200"/>
              <a:gd name="connsiteY4" fmla="*/ 1298826 h 1917951"/>
              <a:gd name="connsiteX5" fmla="*/ 1600200 w 1600200"/>
              <a:gd name="connsiteY5" fmla="*/ 1727451 h 1917951"/>
              <a:gd name="connsiteX6" fmla="*/ 1038225 w 1600200"/>
              <a:gd name="connsiteY6" fmla="*/ 1917951 h 1917951"/>
              <a:gd name="connsiteX7" fmla="*/ 0 w 1600200"/>
              <a:gd name="connsiteY7" fmla="*/ 374901 h 1917951"/>
              <a:gd name="connsiteX8" fmla="*/ 371475 w 1600200"/>
              <a:gd name="connsiteY8" fmla="*/ 0 h 1917951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544 h 1919495"/>
              <a:gd name="connsiteX1" fmla="*/ 628650 w 1600200"/>
              <a:gd name="connsiteY1" fmla="*/ 585995 h 1919495"/>
              <a:gd name="connsiteX2" fmla="*/ 400050 w 1600200"/>
              <a:gd name="connsiteY2" fmla="*/ 624095 h 1919495"/>
              <a:gd name="connsiteX3" fmla="*/ 1019175 w 1600200"/>
              <a:gd name="connsiteY3" fmla="*/ 1500395 h 1919495"/>
              <a:gd name="connsiteX4" fmla="*/ 1219200 w 1600200"/>
              <a:gd name="connsiteY4" fmla="*/ 1300370 h 1919495"/>
              <a:gd name="connsiteX5" fmla="*/ 1600200 w 1600200"/>
              <a:gd name="connsiteY5" fmla="*/ 1728995 h 1919495"/>
              <a:gd name="connsiteX6" fmla="*/ 1038225 w 1600200"/>
              <a:gd name="connsiteY6" fmla="*/ 1919495 h 1919495"/>
              <a:gd name="connsiteX7" fmla="*/ 0 w 1600200"/>
              <a:gd name="connsiteY7" fmla="*/ 376445 h 1919495"/>
              <a:gd name="connsiteX8" fmla="*/ 371475 w 1600200"/>
              <a:gd name="connsiteY8" fmla="*/ 1544 h 1919495"/>
              <a:gd name="connsiteX0" fmla="*/ 371475 w 1600200"/>
              <a:gd name="connsiteY0" fmla="*/ 1487 h 1919438"/>
              <a:gd name="connsiteX1" fmla="*/ 568075 w 1600200"/>
              <a:gd name="connsiteY1" fmla="*/ 603245 h 1919438"/>
              <a:gd name="connsiteX2" fmla="*/ 400050 w 1600200"/>
              <a:gd name="connsiteY2" fmla="*/ 624038 h 1919438"/>
              <a:gd name="connsiteX3" fmla="*/ 1019175 w 1600200"/>
              <a:gd name="connsiteY3" fmla="*/ 1500338 h 1919438"/>
              <a:gd name="connsiteX4" fmla="*/ 1219200 w 1600200"/>
              <a:gd name="connsiteY4" fmla="*/ 1300313 h 1919438"/>
              <a:gd name="connsiteX5" fmla="*/ 1600200 w 1600200"/>
              <a:gd name="connsiteY5" fmla="*/ 1728938 h 1919438"/>
              <a:gd name="connsiteX6" fmla="*/ 1038225 w 1600200"/>
              <a:gd name="connsiteY6" fmla="*/ 1919438 h 1919438"/>
              <a:gd name="connsiteX7" fmla="*/ 0 w 1600200"/>
              <a:gd name="connsiteY7" fmla="*/ 376388 h 1919438"/>
              <a:gd name="connsiteX8" fmla="*/ 371475 w 1600200"/>
              <a:gd name="connsiteY8" fmla="*/ 1487 h 1919438"/>
              <a:gd name="connsiteX0" fmla="*/ 371475 w 1600200"/>
              <a:gd name="connsiteY0" fmla="*/ 1032 h 1918983"/>
              <a:gd name="connsiteX1" fmla="*/ 568075 w 1600200"/>
              <a:gd name="connsiteY1" fmla="*/ 602790 h 1918983"/>
              <a:gd name="connsiteX2" fmla="*/ 400050 w 1600200"/>
              <a:gd name="connsiteY2" fmla="*/ 623583 h 1918983"/>
              <a:gd name="connsiteX3" fmla="*/ 1019175 w 1600200"/>
              <a:gd name="connsiteY3" fmla="*/ 1499883 h 1918983"/>
              <a:gd name="connsiteX4" fmla="*/ 1219200 w 1600200"/>
              <a:gd name="connsiteY4" fmla="*/ 1299858 h 1918983"/>
              <a:gd name="connsiteX5" fmla="*/ 1600200 w 1600200"/>
              <a:gd name="connsiteY5" fmla="*/ 1728483 h 1918983"/>
              <a:gd name="connsiteX6" fmla="*/ 1038225 w 1600200"/>
              <a:gd name="connsiteY6" fmla="*/ 1918983 h 1918983"/>
              <a:gd name="connsiteX7" fmla="*/ 0 w 1600200"/>
              <a:gd name="connsiteY7" fmla="*/ 375933 h 1918983"/>
              <a:gd name="connsiteX8" fmla="*/ 371475 w 1600200"/>
              <a:gd name="connsiteY8" fmla="*/ 1032 h 1918983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0050 w 1600200"/>
              <a:gd name="connsiteY2" fmla="*/ 623669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8703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59666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70138 w 1600200"/>
              <a:gd name="connsiteY3" fmla="*/ 1517276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0522 w 1600200"/>
              <a:gd name="connsiteY3" fmla="*/ 1534584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96099 w 1600200"/>
              <a:gd name="connsiteY3" fmla="*/ 1546122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588662"/>
              <a:gd name="connsiteY0" fmla="*/ 1118 h 1919069"/>
              <a:gd name="connsiteX1" fmla="*/ 568075 w 1588662"/>
              <a:gd name="connsiteY1" fmla="*/ 602876 h 1919069"/>
              <a:gd name="connsiteX2" fmla="*/ 374089 w 1588662"/>
              <a:gd name="connsiteY2" fmla="*/ 646744 h 1919069"/>
              <a:gd name="connsiteX3" fmla="*/ 987445 w 1588662"/>
              <a:gd name="connsiteY3" fmla="*/ 1528815 h 1919069"/>
              <a:gd name="connsiteX4" fmla="*/ 1173048 w 1588662"/>
              <a:gd name="connsiteY4" fmla="*/ 1311482 h 1919069"/>
              <a:gd name="connsiteX5" fmla="*/ 1588662 w 1588662"/>
              <a:gd name="connsiteY5" fmla="*/ 1699723 h 1919069"/>
              <a:gd name="connsiteX6" fmla="*/ 1038225 w 1588662"/>
              <a:gd name="connsiteY6" fmla="*/ 1919069 h 1919069"/>
              <a:gd name="connsiteX7" fmla="*/ 0 w 1588662"/>
              <a:gd name="connsiteY7" fmla="*/ 376019 h 1919069"/>
              <a:gd name="connsiteX8" fmla="*/ 371475 w 1588662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46976"/>
              <a:gd name="connsiteX1" fmla="*/ 568075 w 1596260"/>
              <a:gd name="connsiteY1" fmla="*/ 602876 h 1946976"/>
              <a:gd name="connsiteX2" fmla="*/ 374089 w 1596260"/>
              <a:gd name="connsiteY2" fmla="*/ 646744 h 1946976"/>
              <a:gd name="connsiteX3" fmla="*/ 987445 w 1596260"/>
              <a:gd name="connsiteY3" fmla="*/ 1528815 h 1946976"/>
              <a:gd name="connsiteX4" fmla="*/ 1173048 w 1596260"/>
              <a:gd name="connsiteY4" fmla="*/ 1311482 h 1946976"/>
              <a:gd name="connsiteX5" fmla="*/ 1588662 w 1596260"/>
              <a:gd name="connsiteY5" fmla="*/ 1699723 h 1946976"/>
              <a:gd name="connsiteX6" fmla="*/ 1038225 w 1596260"/>
              <a:gd name="connsiteY6" fmla="*/ 1919069 h 1946976"/>
              <a:gd name="connsiteX7" fmla="*/ 0 w 1596260"/>
              <a:gd name="connsiteY7" fmla="*/ 376019 h 1946976"/>
              <a:gd name="connsiteX8" fmla="*/ 371475 w 1596260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33976 w 1558761"/>
              <a:gd name="connsiteY0" fmla="*/ 1118 h 1946976"/>
              <a:gd name="connsiteX1" fmla="*/ 530576 w 1558761"/>
              <a:gd name="connsiteY1" fmla="*/ 602876 h 1946976"/>
              <a:gd name="connsiteX2" fmla="*/ 336590 w 1558761"/>
              <a:gd name="connsiteY2" fmla="*/ 646744 h 1946976"/>
              <a:gd name="connsiteX3" fmla="*/ 949946 w 1558761"/>
              <a:gd name="connsiteY3" fmla="*/ 1528815 h 1946976"/>
              <a:gd name="connsiteX4" fmla="*/ 1135549 w 1558761"/>
              <a:gd name="connsiteY4" fmla="*/ 1311482 h 1946976"/>
              <a:gd name="connsiteX5" fmla="*/ 1551163 w 1558761"/>
              <a:gd name="connsiteY5" fmla="*/ 1699723 h 1946976"/>
              <a:gd name="connsiteX6" fmla="*/ 1000726 w 1558761"/>
              <a:gd name="connsiteY6" fmla="*/ 1919069 h 1946976"/>
              <a:gd name="connsiteX7" fmla="*/ 0 w 1558761"/>
              <a:gd name="connsiteY7" fmla="*/ 390441 h 1946976"/>
              <a:gd name="connsiteX8" fmla="*/ 333976 w 1558761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44260 w 1560662"/>
              <a:gd name="connsiteY2" fmla="*/ 655398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96 h 1946054"/>
              <a:gd name="connsiteX1" fmla="*/ 532477 w 1560662"/>
              <a:gd name="connsiteY1" fmla="*/ 601954 h 1946054"/>
              <a:gd name="connsiteX2" fmla="*/ 344260 w 1560662"/>
              <a:gd name="connsiteY2" fmla="*/ 654476 h 1946054"/>
              <a:gd name="connsiteX3" fmla="*/ 951847 w 1560662"/>
              <a:gd name="connsiteY3" fmla="*/ 1527893 h 1946054"/>
              <a:gd name="connsiteX4" fmla="*/ 1137450 w 1560662"/>
              <a:gd name="connsiteY4" fmla="*/ 1310560 h 1946054"/>
              <a:gd name="connsiteX5" fmla="*/ 1553064 w 1560662"/>
              <a:gd name="connsiteY5" fmla="*/ 1698801 h 1946054"/>
              <a:gd name="connsiteX6" fmla="*/ 1002627 w 1560662"/>
              <a:gd name="connsiteY6" fmla="*/ 1918147 h 1946054"/>
              <a:gd name="connsiteX7" fmla="*/ 1901 w 1560662"/>
              <a:gd name="connsiteY7" fmla="*/ 389519 h 1946054"/>
              <a:gd name="connsiteX8" fmla="*/ 335877 w 1560662"/>
              <a:gd name="connsiteY8" fmla="*/ 196 h 1946054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9" name="Rectangle 36">
            <a:extLst>
              <a:ext uri="{FF2B5EF4-FFF2-40B4-BE49-F238E27FC236}">
                <a16:creationId xmlns:a16="http://schemas.microsoft.com/office/drawing/2014/main" id="{234350B4-7392-4491-83B5-7B65707E76EF}"/>
              </a:ext>
            </a:extLst>
          </p:cNvPr>
          <p:cNvSpPr/>
          <p:nvPr/>
        </p:nvSpPr>
        <p:spPr>
          <a:xfrm>
            <a:off x="4175657" y="3499408"/>
            <a:ext cx="411575" cy="34404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0" name="Rounded Rectangle 27">
            <a:extLst>
              <a:ext uri="{FF2B5EF4-FFF2-40B4-BE49-F238E27FC236}">
                <a16:creationId xmlns:a16="http://schemas.microsoft.com/office/drawing/2014/main" id="{DE911334-ED03-41E7-8554-BC38F6D41324}"/>
              </a:ext>
            </a:extLst>
          </p:cNvPr>
          <p:cNvSpPr/>
          <p:nvPr/>
        </p:nvSpPr>
        <p:spPr>
          <a:xfrm>
            <a:off x="6388738" y="1280390"/>
            <a:ext cx="425042" cy="32649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1" name="Rounded Rectangle 7">
            <a:extLst>
              <a:ext uri="{FF2B5EF4-FFF2-40B4-BE49-F238E27FC236}">
                <a16:creationId xmlns:a16="http://schemas.microsoft.com/office/drawing/2014/main" id="{F3FCBE24-0BCE-45C9-97A5-8BC2238F6790}"/>
              </a:ext>
            </a:extLst>
          </p:cNvPr>
          <p:cNvSpPr/>
          <p:nvPr/>
        </p:nvSpPr>
        <p:spPr>
          <a:xfrm>
            <a:off x="7049617" y="1257171"/>
            <a:ext cx="432135" cy="37292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2" name="Chord 15">
            <a:extLst>
              <a:ext uri="{FF2B5EF4-FFF2-40B4-BE49-F238E27FC236}">
                <a16:creationId xmlns:a16="http://schemas.microsoft.com/office/drawing/2014/main" id="{ED0C65B9-7802-4B27-AF4B-EFFA004C71F4}"/>
              </a:ext>
            </a:extLst>
          </p:cNvPr>
          <p:cNvSpPr/>
          <p:nvPr/>
        </p:nvSpPr>
        <p:spPr>
          <a:xfrm>
            <a:off x="8360600" y="1226562"/>
            <a:ext cx="199125" cy="434146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3" name="Rectangle 16">
            <a:extLst>
              <a:ext uri="{FF2B5EF4-FFF2-40B4-BE49-F238E27FC236}">
                <a16:creationId xmlns:a16="http://schemas.microsoft.com/office/drawing/2014/main" id="{FBBEF29E-A1E0-48D3-AC8F-A2C293DB524D}"/>
              </a:ext>
            </a:extLst>
          </p:cNvPr>
          <p:cNvSpPr/>
          <p:nvPr/>
        </p:nvSpPr>
        <p:spPr>
          <a:xfrm>
            <a:off x="4828013" y="3529428"/>
            <a:ext cx="432135" cy="284005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4" name="Rounded Rectangle 6">
            <a:extLst>
              <a:ext uri="{FF2B5EF4-FFF2-40B4-BE49-F238E27FC236}">
                <a16:creationId xmlns:a16="http://schemas.microsoft.com/office/drawing/2014/main" id="{C0B491C9-E428-46D8-B47E-CBAF96A51AA9}"/>
              </a:ext>
            </a:extLst>
          </p:cNvPr>
          <p:cNvSpPr/>
          <p:nvPr/>
        </p:nvSpPr>
        <p:spPr>
          <a:xfrm>
            <a:off x="4156229" y="2826559"/>
            <a:ext cx="432827" cy="208478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5" name="Rounded Rectangle 6">
            <a:extLst>
              <a:ext uri="{FF2B5EF4-FFF2-40B4-BE49-F238E27FC236}">
                <a16:creationId xmlns:a16="http://schemas.microsoft.com/office/drawing/2014/main" id="{1A42F52D-EFE3-4B5D-AC30-DE8DC9C9B1EE}"/>
              </a:ext>
            </a:extLst>
          </p:cNvPr>
          <p:cNvSpPr/>
          <p:nvPr/>
        </p:nvSpPr>
        <p:spPr>
          <a:xfrm>
            <a:off x="4793335" y="2826559"/>
            <a:ext cx="432827" cy="208478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6" name="Rounded Rectangle 6">
            <a:extLst>
              <a:ext uri="{FF2B5EF4-FFF2-40B4-BE49-F238E27FC236}">
                <a16:creationId xmlns:a16="http://schemas.microsoft.com/office/drawing/2014/main" id="{CB6AD178-DC20-4806-85D1-B4A48824D062}"/>
              </a:ext>
            </a:extLst>
          </p:cNvPr>
          <p:cNvSpPr/>
          <p:nvPr/>
        </p:nvSpPr>
        <p:spPr>
          <a:xfrm>
            <a:off x="5430441" y="2826559"/>
            <a:ext cx="432827" cy="208478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7" name="Rounded Rectangle 6">
            <a:extLst>
              <a:ext uri="{FF2B5EF4-FFF2-40B4-BE49-F238E27FC236}">
                <a16:creationId xmlns:a16="http://schemas.microsoft.com/office/drawing/2014/main" id="{768ED41B-5903-4CFE-BE44-81210C8447D3}"/>
              </a:ext>
            </a:extLst>
          </p:cNvPr>
          <p:cNvSpPr/>
          <p:nvPr/>
        </p:nvSpPr>
        <p:spPr>
          <a:xfrm>
            <a:off x="6067547" y="2826559"/>
            <a:ext cx="432827" cy="208478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8" name="Teardrop 6">
            <a:extLst>
              <a:ext uri="{FF2B5EF4-FFF2-40B4-BE49-F238E27FC236}">
                <a16:creationId xmlns:a16="http://schemas.microsoft.com/office/drawing/2014/main" id="{CC69382B-77C6-4FED-9C8E-61105D274B28}"/>
              </a:ext>
            </a:extLst>
          </p:cNvPr>
          <p:cNvSpPr/>
          <p:nvPr/>
        </p:nvSpPr>
        <p:spPr>
          <a:xfrm rot="8100000">
            <a:off x="8313590" y="2784226"/>
            <a:ext cx="293144" cy="293145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9" name="Donut 24">
            <a:extLst>
              <a:ext uri="{FF2B5EF4-FFF2-40B4-BE49-F238E27FC236}">
                <a16:creationId xmlns:a16="http://schemas.microsoft.com/office/drawing/2014/main" id="{A360D2BA-8EB6-4B6D-BF3A-59CD58ED1220}"/>
              </a:ext>
            </a:extLst>
          </p:cNvPr>
          <p:cNvSpPr/>
          <p:nvPr/>
        </p:nvSpPr>
        <p:spPr>
          <a:xfrm>
            <a:off x="4603191" y="1979686"/>
            <a:ext cx="433604" cy="437134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0" name="Chord 38">
            <a:extLst>
              <a:ext uri="{FF2B5EF4-FFF2-40B4-BE49-F238E27FC236}">
                <a16:creationId xmlns:a16="http://schemas.microsoft.com/office/drawing/2014/main" id="{7AA426FE-5E84-4EF8-B85B-74A63DDF18EB}"/>
              </a:ext>
            </a:extLst>
          </p:cNvPr>
          <p:cNvSpPr/>
          <p:nvPr/>
        </p:nvSpPr>
        <p:spPr>
          <a:xfrm>
            <a:off x="5277177" y="1979317"/>
            <a:ext cx="340508" cy="437873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1" name="Heart 38">
            <a:extLst>
              <a:ext uri="{FF2B5EF4-FFF2-40B4-BE49-F238E27FC236}">
                <a16:creationId xmlns:a16="http://schemas.microsoft.com/office/drawing/2014/main" id="{38501299-D684-4F86-9186-E0623BCBE99F}"/>
              </a:ext>
            </a:extLst>
          </p:cNvPr>
          <p:cNvSpPr/>
          <p:nvPr/>
        </p:nvSpPr>
        <p:spPr>
          <a:xfrm>
            <a:off x="5770720" y="1252545"/>
            <a:ext cx="382181" cy="382181"/>
          </a:xfrm>
          <a:prstGeom prst="hear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2" name="Round Same Side Corner Rectangle 19">
            <a:extLst>
              <a:ext uri="{FF2B5EF4-FFF2-40B4-BE49-F238E27FC236}">
                <a16:creationId xmlns:a16="http://schemas.microsoft.com/office/drawing/2014/main" id="{F9A397B4-D471-4E9B-B17C-EB6BA3EEEE09}"/>
              </a:ext>
            </a:extLst>
          </p:cNvPr>
          <p:cNvSpPr/>
          <p:nvPr/>
        </p:nvSpPr>
        <p:spPr>
          <a:xfrm>
            <a:off x="7782928" y="4184858"/>
            <a:ext cx="289093" cy="357183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3" name="Rectangle 23">
            <a:extLst>
              <a:ext uri="{FF2B5EF4-FFF2-40B4-BE49-F238E27FC236}">
                <a16:creationId xmlns:a16="http://schemas.microsoft.com/office/drawing/2014/main" id="{151BDBED-B229-4F7F-9865-2DD876DBA646}"/>
              </a:ext>
            </a:extLst>
          </p:cNvPr>
          <p:cNvSpPr/>
          <p:nvPr/>
        </p:nvSpPr>
        <p:spPr>
          <a:xfrm>
            <a:off x="3527955" y="4223407"/>
            <a:ext cx="476152" cy="280084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4" name="Oval 31">
            <a:extLst>
              <a:ext uri="{FF2B5EF4-FFF2-40B4-BE49-F238E27FC236}">
                <a16:creationId xmlns:a16="http://schemas.microsoft.com/office/drawing/2014/main" id="{174415EF-FA25-4E4B-881C-7156FA9E2F5A}"/>
              </a:ext>
            </a:extLst>
          </p:cNvPr>
          <p:cNvSpPr/>
          <p:nvPr/>
        </p:nvSpPr>
        <p:spPr>
          <a:xfrm>
            <a:off x="6633502" y="4184654"/>
            <a:ext cx="354255" cy="357590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5" name="Rectangle 23">
            <a:extLst>
              <a:ext uri="{FF2B5EF4-FFF2-40B4-BE49-F238E27FC236}">
                <a16:creationId xmlns:a16="http://schemas.microsoft.com/office/drawing/2014/main" id="{48D56080-2BF1-4208-B3F1-0102464BA7F2}"/>
              </a:ext>
            </a:extLst>
          </p:cNvPr>
          <p:cNvSpPr/>
          <p:nvPr/>
        </p:nvSpPr>
        <p:spPr>
          <a:xfrm>
            <a:off x="4736303" y="4206900"/>
            <a:ext cx="485828" cy="313098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6" name="Oval 31">
            <a:extLst>
              <a:ext uri="{FF2B5EF4-FFF2-40B4-BE49-F238E27FC236}">
                <a16:creationId xmlns:a16="http://schemas.microsoft.com/office/drawing/2014/main" id="{72CFFE88-65E3-4AEF-9E81-60CB6ADE80EC}"/>
              </a:ext>
            </a:extLst>
          </p:cNvPr>
          <p:cNvSpPr/>
          <p:nvPr/>
        </p:nvSpPr>
        <p:spPr>
          <a:xfrm>
            <a:off x="5421938" y="4162596"/>
            <a:ext cx="407177" cy="401707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7" name="Teardrop 17">
            <a:extLst>
              <a:ext uri="{FF2B5EF4-FFF2-40B4-BE49-F238E27FC236}">
                <a16:creationId xmlns:a16="http://schemas.microsoft.com/office/drawing/2014/main" id="{EE289659-1A3A-44A9-BFDD-B455379EE389}"/>
              </a:ext>
            </a:extLst>
          </p:cNvPr>
          <p:cNvSpPr/>
          <p:nvPr/>
        </p:nvSpPr>
        <p:spPr>
          <a:xfrm rot="18900000">
            <a:off x="4203914" y="4194545"/>
            <a:ext cx="332582" cy="337808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8" name="Rectangle 23">
            <a:extLst>
              <a:ext uri="{FF2B5EF4-FFF2-40B4-BE49-F238E27FC236}">
                <a16:creationId xmlns:a16="http://schemas.microsoft.com/office/drawing/2014/main" id="{877F869E-C892-4808-BE32-55322CE949B1}"/>
              </a:ext>
            </a:extLst>
          </p:cNvPr>
          <p:cNvSpPr/>
          <p:nvPr/>
        </p:nvSpPr>
        <p:spPr>
          <a:xfrm>
            <a:off x="6028922" y="4159866"/>
            <a:ext cx="404773" cy="407167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9" name="Round Same Side Corner Rectangle 8">
            <a:extLst>
              <a:ext uri="{FF2B5EF4-FFF2-40B4-BE49-F238E27FC236}">
                <a16:creationId xmlns:a16="http://schemas.microsoft.com/office/drawing/2014/main" id="{8A67B1D2-B478-4548-B727-EB51DDE65667}"/>
              </a:ext>
            </a:extLst>
          </p:cNvPr>
          <p:cNvSpPr/>
          <p:nvPr/>
        </p:nvSpPr>
        <p:spPr>
          <a:xfrm>
            <a:off x="3677801" y="1211259"/>
            <a:ext cx="176460" cy="464752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0" name="Round Same Side Corner Rectangle 20">
            <a:extLst>
              <a:ext uri="{FF2B5EF4-FFF2-40B4-BE49-F238E27FC236}">
                <a16:creationId xmlns:a16="http://schemas.microsoft.com/office/drawing/2014/main" id="{6A0F1161-E90A-47BF-8911-0A538B35F2CA}"/>
              </a:ext>
            </a:extLst>
          </p:cNvPr>
          <p:cNvSpPr/>
          <p:nvPr/>
        </p:nvSpPr>
        <p:spPr>
          <a:xfrm rot="10800000">
            <a:off x="4090098" y="1209113"/>
            <a:ext cx="219879" cy="469045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1" name="Donut 87">
            <a:extLst>
              <a:ext uri="{FF2B5EF4-FFF2-40B4-BE49-F238E27FC236}">
                <a16:creationId xmlns:a16="http://schemas.microsoft.com/office/drawing/2014/main" id="{18C18636-A521-4031-9A11-1873EF9A37C6}"/>
              </a:ext>
            </a:extLst>
          </p:cNvPr>
          <p:cNvSpPr/>
          <p:nvPr/>
        </p:nvSpPr>
        <p:spPr>
          <a:xfrm>
            <a:off x="4545814" y="1274208"/>
            <a:ext cx="356471" cy="366339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2" name="Donut 90">
            <a:extLst>
              <a:ext uri="{FF2B5EF4-FFF2-40B4-BE49-F238E27FC236}">
                <a16:creationId xmlns:a16="http://schemas.microsoft.com/office/drawing/2014/main" id="{5897A354-53AD-47B3-8321-E45473231B63}"/>
              </a:ext>
            </a:extLst>
          </p:cNvPr>
          <p:cNvSpPr/>
          <p:nvPr/>
        </p:nvSpPr>
        <p:spPr>
          <a:xfrm>
            <a:off x="5161285" y="1247479"/>
            <a:ext cx="373598" cy="38181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3" name="Oval 6">
            <a:extLst>
              <a:ext uri="{FF2B5EF4-FFF2-40B4-BE49-F238E27FC236}">
                <a16:creationId xmlns:a16="http://schemas.microsoft.com/office/drawing/2014/main" id="{EFA8C0C3-55E9-41E8-94F7-9526F367450B}"/>
              </a:ext>
            </a:extLst>
          </p:cNvPr>
          <p:cNvSpPr/>
          <p:nvPr/>
        </p:nvSpPr>
        <p:spPr>
          <a:xfrm>
            <a:off x="5858067" y="2021781"/>
            <a:ext cx="356681" cy="352945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4" name="Block Arc 25">
            <a:extLst>
              <a:ext uri="{FF2B5EF4-FFF2-40B4-BE49-F238E27FC236}">
                <a16:creationId xmlns:a16="http://schemas.microsoft.com/office/drawing/2014/main" id="{A868A0AC-BDA5-4A5B-830B-1D8EC797667F}"/>
              </a:ext>
            </a:extLst>
          </p:cNvPr>
          <p:cNvSpPr/>
          <p:nvPr/>
        </p:nvSpPr>
        <p:spPr>
          <a:xfrm>
            <a:off x="4117415" y="2020993"/>
            <a:ext cx="245394" cy="354521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5" name="Block Arc 31">
            <a:extLst>
              <a:ext uri="{FF2B5EF4-FFF2-40B4-BE49-F238E27FC236}">
                <a16:creationId xmlns:a16="http://schemas.microsoft.com/office/drawing/2014/main" id="{817D18EE-F0FF-45DE-B729-B6D84DD6F746}"/>
              </a:ext>
            </a:extLst>
          </p:cNvPr>
          <p:cNvSpPr/>
          <p:nvPr/>
        </p:nvSpPr>
        <p:spPr>
          <a:xfrm>
            <a:off x="6455130" y="2020993"/>
            <a:ext cx="320167" cy="354521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6" name="Freeform 53">
            <a:extLst>
              <a:ext uri="{FF2B5EF4-FFF2-40B4-BE49-F238E27FC236}">
                <a16:creationId xmlns:a16="http://schemas.microsoft.com/office/drawing/2014/main" id="{FADE4736-319C-4E00-86FF-533FBC8405CD}"/>
              </a:ext>
            </a:extLst>
          </p:cNvPr>
          <p:cNvSpPr/>
          <p:nvPr/>
        </p:nvSpPr>
        <p:spPr>
          <a:xfrm>
            <a:off x="7662840" y="2018386"/>
            <a:ext cx="350856" cy="359735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7" name="Block Arc 10">
            <a:extLst>
              <a:ext uri="{FF2B5EF4-FFF2-40B4-BE49-F238E27FC236}">
                <a16:creationId xmlns:a16="http://schemas.microsoft.com/office/drawing/2014/main" id="{7E604CC0-D923-4CDD-AA98-C4F62D0FEBD0}"/>
              </a:ext>
            </a:extLst>
          </p:cNvPr>
          <p:cNvSpPr/>
          <p:nvPr/>
        </p:nvSpPr>
        <p:spPr>
          <a:xfrm>
            <a:off x="8244408" y="3525290"/>
            <a:ext cx="431509" cy="292281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8" name="Freeform 55">
            <a:extLst>
              <a:ext uri="{FF2B5EF4-FFF2-40B4-BE49-F238E27FC236}">
                <a16:creationId xmlns:a16="http://schemas.microsoft.com/office/drawing/2014/main" id="{D25159D7-A5C5-4FD6-935D-4E9870D538FA}"/>
              </a:ext>
            </a:extLst>
          </p:cNvPr>
          <p:cNvSpPr/>
          <p:nvPr/>
        </p:nvSpPr>
        <p:spPr>
          <a:xfrm>
            <a:off x="3655029" y="1926261"/>
            <a:ext cx="222004" cy="54398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9" name="Round Same Side Corner Rectangle 36">
            <a:extLst>
              <a:ext uri="{FF2B5EF4-FFF2-40B4-BE49-F238E27FC236}">
                <a16:creationId xmlns:a16="http://schemas.microsoft.com/office/drawing/2014/main" id="{4E43C6AD-B2DD-4058-8B46-F292AD809CCE}"/>
              </a:ext>
            </a:extLst>
          </p:cNvPr>
          <p:cNvSpPr/>
          <p:nvPr/>
        </p:nvSpPr>
        <p:spPr>
          <a:xfrm>
            <a:off x="7015679" y="2037450"/>
            <a:ext cx="406779" cy="321606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0" name="Oval 21">
            <a:extLst>
              <a:ext uri="{FF2B5EF4-FFF2-40B4-BE49-F238E27FC236}">
                <a16:creationId xmlns:a16="http://schemas.microsoft.com/office/drawing/2014/main" id="{A4A30500-2379-467E-AC72-4F2033CE6B21}"/>
              </a:ext>
            </a:extLst>
          </p:cNvPr>
          <p:cNvSpPr>
            <a:spLocks noChangeAspect="1"/>
          </p:cNvSpPr>
          <p:nvPr/>
        </p:nvSpPr>
        <p:spPr>
          <a:xfrm>
            <a:off x="5500929" y="3502585"/>
            <a:ext cx="334893" cy="33769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1" name="Oval 32">
            <a:extLst>
              <a:ext uri="{FF2B5EF4-FFF2-40B4-BE49-F238E27FC236}">
                <a16:creationId xmlns:a16="http://schemas.microsoft.com/office/drawing/2014/main" id="{ED9748FD-2411-4343-8052-1E7C740869A3}"/>
              </a:ext>
            </a:extLst>
          </p:cNvPr>
          <p:cNvSpPr/>
          <p:nvPr/>
        </p:nvSpPr>
        <p:spPr>
          <a:xfrm>
            <a:off x="7084921" y="3479620"/>
            <a:ext cx="318881" cy="383620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17092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Fully Editable Icon Sets : C</a:t>
            </a:r>
            <a:endParaRPr lang="ko-KR" altLang="en-US" dirty="0"/>
          </a:p>
        </p:txBody>
      </p:sp>
      <p:sp>
        <p:nvSpPr>
          <p:cNvPr id="75" name="Freeform 47">
            <a:extLst>
              <a:ext uri="{FF2B5EF4-FFF2-40B4-BE49-F238E27FC236}">
                <a16:creationId xmlns:a16="http://schemas.microsoft.com/office/drawing/2014/main" id="{FF01123C-62EE-456F-A3C0-41708B5E40AE}"/>
              </a:ext>
            </a:extLst>
          </p:cNvPr>
          <p:cNvSpPr>
            <a:spLocks noChangeAspect="1"/>
          </p:cNvSpPr>
          <p:nvPr/>
        </p:nvSpPr>
        <p:spPr>
          <a:xfrm>
            <a:off x="3706960" y="1353413"/>
            <a:ext cx="360219" cy="360000"/>
          </a:xfrm>
          <a:custGeom>
            <a:avLst/>
            <a:gdLst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5619 w 1901727"/>
              <a:gd name="connsiteY10" fmla="*/ 633909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7575 w 1901727"/>
              <a:gd name="connsiteY5" fmla="*/ 403907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72451 w 1901727"/>
              <a:gd name="connsiteY4" fmla="*/ 605860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01727"/>
              <a:gd name="connsiteY0" fmla="*/ 0 h 1985875"/>
              <a:gd name="connsiteX1" fmla="*/ 790984 w 1901727"/>
              <a:gd name="connsiteY1" fmla="*/ 0 h 1985875"/>
              <a:gd name="connsiteX2" fmla="*/ 1026596 w 1901727"/>
              <a:gd name="connsiteY2" fmla="*/ 5610 h 1985875"/>
              <a:gd name="connsiteX3" fmla="*/ 1020986 w 1901727"/>
              <a:gd name="connsiteY3" fmla="*/ 493664 h 1985875"/>
              <a:gd name="connsiteX4" fmla="*/ 1155622 w 1901727"/>
              <a:gd name="connsiteY4" fmla="*/ 572201 h 1985875"/>
              <a:gd name="connsiteX5" fmla="*/ 1351965 w 1901727"/>
              <a:gd name="connsiteY5" fmla="*/ 375858 h 1985875"/>
              <a:gd name="connsiteX6" fmla="*/ 1901727 w 1901727"/>
              <a:gd name="connsiteY6" fmla="*/ 1924167 h 1985875"/>
              <a:gd name="connsiteX7" fmla="*/ 992937 w 1901727"/>
              <a:gd name="connsiteY7" fmla="*/ 1480991 h 1985875"/>
              <a:gd name="connsiteX8" fmla="*/ 1054645 w 1901727"/>
              <a:gd name="connsiteY8" fmla="*/ 1121963 h 1985875"/>
              <a:gd name="connsiteX9" fmla="*/ 1088304 w 1901727"/>
              <a:gd name="connsiteY9" fmla="*/ 757325 h 1985875"/>
              <a:gd name="connsiteX10" fmla="*/ 920009 w 1901727"/>
              <a:gd name="connsiteY10" fmla="*/ 611470 h 1985875"/>
              <a:gd name="connsiteX11" fmla="*/ 729276 w 1901727"/>
              <a:gd name="connsiteY11" fmla="*/ 751715 h 1985875"/>
              <a:gd name="connsiteX12" fmla="*/ 740495 w 1901727"/>
              <a:gd name="connsiteY12" fmla="*/ 1161232 h 1985875"/>
              <a:gd name="connsiteX13" fmla="*/ 785374 w 1901727"/>
              <a:gd name="connsiteY13" fmla="*/ 1509040 h 1985875"/>
              <a:gd name="connsiteX14" fmla="*/ 0 w 1901727"/>
              <a:gd name="connsiteY14" fmla="*/ 1985875 h 1985875"/>
              <a:gd name="connsiteX15" fmla="*/ 437565 w 1901727"/>
              <a:gd name="connsiteY15" fmla="*/ 387077 h 1985875"/>
              <a:gd name="connsiteX16" fmla="*/ 650738 w 1901727"/>
              <a:gd name="connsiteY16" fmla="*/ 611470 h 1985875"/>
              <a:gd name="connsiteX17" fmla="*/ 813423 w 1901727"/>
              <a:gd name="connsiteY17" fmla="*/ 499274 h 1985875"/>
              <a:gd name="connsiteX18" fmla="*/ 790984 w 1901727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2424"/>
              <a:gd name="connsiteY0" fmla="*/ 0 h 1985875"/>
              <a:gd name="connsiteX1" fmla="*/ 790984 w 1942424"/>
              <a:gd name="connsiteY1" fmla="*/ 0 h 1985875"/>
              <a:gd name="connsiteX2" fmla="*/ 1026596 w 1942424"/>
              <a:gd name="connsiteY2" fmla="*/ 5610 h 1985875"/>
              <a:gd name="connsiteX3" fmla="*/ 1020986 w 1942424"/>
              <a:gd name="connsiteY3" fmla="*/ 493664 h 1985875"/>
              <a:gd name="connsiteX4" fmla="*/ 1155622 w 1942424"/>
              <a:gd name="connsiteY4" fmla="*/ 572201 h 1985875"/>
              <a:gd name="connsiteX5" fmla="*/ 1351965 w 1942424"/>
              <a:gd name="connsiteY5" fmla="*/ 375858 h 1985875"/>
              <a:gd name="connsiteX6" fmla="*/ 1901727 w 1942424"/>
              <a:gd name="connsiteY6" fmla="*/ 1924167 h 1985875"/>
              <a:gd name="connsiteX7" fmla="*/ 992937 w 1942424"/>
              <a:gd name="connsiteY7" fmla="*/ 1480991 h 1985875"/>
              <a:gd name="connsiteX8" fmla="*/ 1054645 w 1942424"/>
              <a:gd name="connsiteY8" fmla="*/ 1121963 h 1985875"/>
              <a:gd name="connsiteX9" fmla="*/ 1088304 w 1942424"/>
              <a:gd name="connsiteY9" fmla="*/ 757325 h 1985875"/>
              <a:gd name="connsiteX10" fmla="*/ 920009 w 1942424"/>
              <a:gd name="connsiteY10" fmla="*/ 611470 h 1985875"/>
              <a:gd name="connsiteX11" fmla="*/ 729276 w 1942424"/>
              <a:gd name="connsiteY11" fmla="*/ 751715 h 1985875"/>
              <a:gd name="connsiteX12" fmla="*/ 740495 w 1942424"/>
              <a:gd name="connsiteY12" fmla="*/ 1161232 h 1985875"/>
              <a:gd name="connsiteX13" fmla="*/ 785374 w 1942424"/>
              <a:gd name="connsiteY13" fmla="*/ 1509040 h 1985875"/>
              <a:gd name="connsiteX14" fmla="*/ 0 w 1942424"/>
              <a:gd name="connsiteY14" fmla="*/ 1985875 h 1985875"/>
              <a:gd name="connsiteX15" fmla="*/ 437565 w 1942424"/>
              <a:gd name="connsiteY15" fmla="*/ 387077 h 1985875"/>
              <a:gd name="connsiteX16" fmla="*/ 650738 w 1942424"/>
              <a:gd name="connsiteY16" fmla="*/ 611470 h 1985875"/>
              <a:gd name="connsiteX17" fmla="*/ 813423 w 1942424"/>
              <a:gd name="connsiteY17" fmla="*/ 499274 h 1985875"/>
              <a:gd name="connsiteX18" fmla="*/ 790984 w 194242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54645 w 1946874"/>
              <a:gd name="connsiteY8" fmla="*/ 112196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992937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71474 w 1946874"/>
              <a:gd name="connsiteY7" fmla="*/ 1480991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61232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37565 w 1946874"/>
              <a:gd name="connsiteY15" fmla="*/ 387077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790984 w 1946874"/>
              <a:gd name="connsiteY0" fmla="*/ 0 h 1985875"/>
              <a:gd name="connsiteX1" fmla="*/ 790984 w 1946874"/>
              <a:gd name="connsiteY1" fmla="*/ 0 h 1985875"/>
              <a:gd name="connsiteX2" fmla="*/ 1026596 w 1946874"/>
              <a:gd name="connsiteY2" fmla="*/ 5610 h 1985875"/>
              <a:gd name="connsiteX3" fmla="*/ 1020986 w 1946874"/>
              <a:gd name="connsiteY3" fmla="*/ 493664 h 1985875"/>
              <a:gd name="connsiteX4" fmla="*/ 1155622 w 1946874"/>
              <a:gd name="connsiteY4" fmla="*/ 572201 h 1985875"/>
              <a:gd name="connsiteX5" fmla="*/ 1351965 w 1946874"/>
              <a:gd name="connsiteY5" fmla="*/ 375858 h 1985875"/>
              <a:gd name="connsiteX6" fmla="*/ 1901727 w 1946874"/>
              <a:gd name="connsiteY6" fmla="*/ 1924167 h 1985875"/>
              <a:gd name="connsiteX7" fmla="*/ 1054644 w 1946874"/>
              <a:gd name="connsiteY7" fmla="*/ 1486600 h 1985875"/>
              <a:gd name="connsiteX8" fmla="*/ 1037816 w 1946874"/>
              <a:gd name="connsiteY8" fmla="*/ 1144403 h 1985875"/>
              <a:gd name="connsiteX9" fmla="*/ 1088304 w 1946874"/>
              <a:gd name="connsiteY9" fmla="*/ 757325 h 1985875"/>
              <a:gd name="connsiteX10" fmla="*/ 920009 w 1946874"/>
              <a:gd name="connsiteY10" fmla="*/ 611470 h 1985875"/>
              <a:gd name="connsiteX11" fmla="*/ 729276 w 1946874"/>
              <a:gd name="connsiteY11" fmla="*/ 751715 h 1985875"/>
              <a:gd name="connsiteX12" fmla="*/ 740495 w 1946874"/>
              <a:gd name="connsiteY12" fmla="*/ 1161232 h 1985875"/>
              <a:gd name="connsiteX13" fmla="*/ 785374 w 1946874"/>
              <a:gd name="connsiteY13" fmla="*/ 1509040 h 1985875"/>
              <a:gd name="connsiteX14" fmla="*/ 0 w 1946874"/>
              <a:gd name="connsiteY14" fmla="*/ 1985875 h 1985875"/>
              <a:gd name="connsiteX15" fmla="*/ 420736 w 1946874"/>
              <a:gd name="connsiteY15" fmla="*/ 375858 h 1985875"/>
              <a:gd name="connsiteX16" fmla="*/ 650738 w 1946874"/>
              <a:gd name="connsiteY16" fmla="*/ 611470 h 1985875"/>
              <a:gd name="connsiteX17" fmla="*/ 813423 w 1946874"/>
              <a:gd name="connsiteY17" fmla="*/ 499274 h 1985875"/>
              <a:gd name="connsiteX18" fmla="*/ 790984 w 1946874"/>
              <a:gd name="connsiteY18" fmla="*/ 0 h 1985875"/>
              <a:gd name="connsiteX0" fmla="*/ 858302 w 2014192"/>
              <a:gd name="connsiteY0" fmla="*/ 0 h 1958316"/>
              <a:gd name="connsiteX1" fmla="*/ 858302 w 2014192"/>
              <a:gd name="connsiteY1" fmla="*/ 0 h 1958316"/>
              <a:gd name="connsiteX2" fmla="*/ 1093914 w 2014192"/>
              <a:gd name="connsiteY2" fmla="*/ 5610 h 1958316"/>
              <a:gd name="connsiteX3" fmla="*/ 1088304 w 2014192"/>
              <a:gd name="connsiteY3" fmla="*/ 493664 h 1958316"/>
              <a:gd name="connsiteX4" fmla="*/ 1222940 w 2014192"/>
              <a:gd name="connsiteY4" fmla="*/ 572201 h 1958316"/>
              <a:gd name="connsiteX5" fmla="*/ 1419283 w 2014192"/>
              <a:gd name="connsiteY5" fmla="*/ 375858 h 1958316"/>
              <a:gd name="connsiteX6" fmla="*/ 1969045 w 2014192"/>
              <a:gd name="connsiteY6" fmla="*/ 1924167 h 1958316"/>
              <a:gd name="connsiteX7" fmla="*/ 1121962 w 2014192"/>
              <a:gd name="connsiteY7" fmla="*/ 1486600 h 1958316"/>
              <a:gd name="connsiteX8" fmla="*/ 1105134 w 2014192"/>
              <a:gd name="connsiteY8" fmla="*/ 1144403 h 1958316"/>
              <a:gd name="connsiteX9" fmla="*/ 1155622 w 2014192"/>
              <a:gd name="connsiteY9" fmla="*/ 757325 h 1958316"/>
              <a:gd name="connsiteX10" fmla="*/ 987327 w 2014192"/>
              <a:gd name="connsiteY10" fmla="*/ 611470 h 1958316"/>
              <a:gd name="connsiteX11" fmla="*/ 796594 w 2014192"/>
              <a:gd name="connsiteY11" fmla="*/ 751715 h 1958316"/>
              <a:gd name="connsiteX12" fmla="*/ 807813 w 2014192"/>
              <a:gd name="connsiteY12" fmla="*/ 1161232 h 1958316"/>
              <a:gd name="connsiteX13" fmla="*/ 852692 w 2014192"/>
              <a:gd name="connsiteY13" fmla="*/ 1509040 h 1958316"/>
              <a:gd name="connsiteX14" fmla="*/ 0 w 2014192"/>
              <a:gd name="connsiteY14" fmla="*/ 1952216 h 1958316"/>
              <a:gd name="connsiteX15" fmla="*/ 488054 w 2014192"/>
              <a:gd name="connsiteY15" fmla="*/ 375858 h 1958316"/>
              <a:gd name="connsiteX16" fmla="*/ 718056 w 2014192"/>
              <a:gd name="connsiteY16" fmla="*/ 611470 h 1958316"/>
              <a:gd name="connsiteX17" fmla="*/ 880741 w 2014192"/>
              <a:gd name="connsiteY17" fmla="*/ 499274 h 1958316"/>
              <a:gd name="connsiteX18" fmla="*/ 858302 w 2014192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41893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930674 w 2103393"/>
              <a:gd name="connsiteY13" fmla="*/ 1480991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897014 w 2103393"/>
              <a:gd name="connsiteY12" fmla="*/ 1161232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194335 w 2103393"/>
              <a:gd name="connsiteY8" fmla="*/ 1144403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8316"/>
              <a:gd name="connsiteX1" fmla="*/ 947503 w 2103393"/>
              <a:gd name="connsiteY1" fmla="*/ 0 h 1958316"/>
              <a:gd name="connsiteX2" fmla="*/ 1183115 w 2103393"/>
              <a:gd name="connsiteY2" fmla="*/ 5610 h 1958316"/>
              <a:gd name="connsiteX3" fmla="*/ 1177505 w 2103393"/>
              <a:gd name="connsiteY3" fmla="*/ 493664 h 1958316"/>
              <a:gd name="connsiteX4" fmla="*/ 1312141 w 2103393"/>
              <a:gd name="connsiteY4" fmla="*/ 572201 h 1958316"/>
              <a:gd name="connsiteX5" fmla="*/ 1508484 w 2103393"/>
              <a:gd name="connsiteY5" fmla="*/ 375858 h 1958316"/>
              <a:gd name="connsiteX6" fmla="*/ 2058246 w 2103393"/>
              <a:gd name="connsiteY6" fmla="*/ 1924167 h 1958316"/>
              <a:gd name="connsiteX7" fmla="*/ 1211163 w 2103393"/>
              <a:gd name="connsiteY7" fmla="*/ 1486600 h 1958316"/>
              <a:gd name="connsiteX8" fmla="*/ 1227994 w 2103393"/>
              <a:gd name="connsiteY8" fmla="*/ 1194891 h 1958316"/>
              <a:gd name="connsiteX9" fmla="*/ 1244823 w 2103393"/>
              <a:gd name="connsiteY9" fmla="*/ 757325 h 1958316"/>
              <a:gd name="connsiteX10" fmla="*/ 1076528 w 2103393"/>
              <a:gd name="connsiteY10" fmla="*/ 611470 h 1958316"/>
              <a:gd name="connsiteX11" fmla="*/ 885795 w 2103393"/>
              <a:gd name="connsiteY11" fmla="*/ 751715 h 1958316"/>
              <a:gd name="connsiteX12" fmla="*/ 919453 w 2103393"/>
              <a:gd name="connsiteY12" fmla="*/ 1189281 h 1958316"/>
              <a:gd name="connsiteX13" fmla="*/ 891405 w 2103393"/>
              <a:gd name="connsiteY13" fmla="*/ 1509040 h 1958316"/>
              <a:gd name="connsiteX14" fmla="*/ 89201 w 2103393"/>
              <a:gd name="connsiteY14" fmla="*/ 1952216 h 1958316"/>
              <a:gd name="connsiteX15" fmla="*/ 577255 w 2103393"/>
              <a:gd name="connsiteY15" fmla="*/ 375858 h 1958316"/>
              <a:gd name="connsiteX16" fmla="*/ 807257 w 2103393"/>
              <a:gd name="connsiteY16" fmla="*/ 611470 h 1958316"/>
              <a:gd name="connsiteX17" fmla="*/ 969942 w 2103393"/>
              <a:gd name="connsiteY17" fmla="*/ 499274 h 1958316"/>
              <a:gd name="connsiteX18" fmla="*/ 947503 w 2103393"/>
              <a:gd name="connsiteY18" fmla="*/ 0 h 1958316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7994 w 2103393"/>
              <a:gd name="connsiteY8" fmla="*/ 1194891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22384 w 2103393"/>
              <a:gd name="connsiteY8" fmla="*/ 117806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59848"/>
              <a:gd name="connsiteX1" fmla="*/ 947503 w 2103393"/>
              <a:gd name="connsiteY1" fmla="*/ 0 h 1959848"/>
              <a:gd name="connsiteX2" fmla="*/ 1183115 w 2103393"/>
              <a:gd name="connsiteY2" fmla="*/ 5610 h 1959848"/>
              <a:gd name="connsiteX3" fmla="*/ 1177505 w 2103393"/>
              <a:gd name="connsiteY3" fmla="*/ 493664 h 1959848"/>
              <a:gd name="connsiteX4" fmla="*/ 1312141 w 2103393"/>
              <a:gd name="connsiteY4" fmla="*/ 572201 h 1959848"/>
              <a:gd name="connsiteX5" fmla="*/ 1508484 w 2103393"/>
              <a:gd name="connsiteY5" fmla="*/ 375858 h 1959848"/>
              <a:gd name="connsiteX6" fmla="*/ 2058246 w 2103393"/>
              <a:gd name="connsiteY6" fmla="*/ 1924167 h 1959848"/>
              <a:gd name="connsiteX7" fmla="*/ 1211163 w 2103393"/>
              <a:gd name="connsiteY7" fmla="*/ 1486600 h 1959848"/>
              <a:gd name="connsiteX8" fmla="*/ 1205554 w 2103393"/>
              <a:gd name="connsiteY8" fmla="*/ 1200502 h 1959848"/>
              <a:gd name="connsiteX9" fmla="*/ 1244823 w 2103393"/>
              <a:gd name="connsiteY9" fmla="*/ 757325 h 1959848"/>
              <a:gd name="connsiteX10" fmla="*/ 1076528 w 2103393"/>
              <a:gd name="connsiteY10" fmla="*/ 611470 h 1959848"/>
              <a:gd name="connsiteX11" fmla="*/ 885795 w 2103393"/>
              <a:gd name="connsiteY11" fmla="*/ 751715 h 1959848"/>
              <a:gd name="connsiteX12" fmla="*/ 919453 w 2103393"/>
              <a:gd name="connsiteY12" fmla="*/ 1189281 h 1959848"/>
              <a:gd name="connsiteX13" fmla="*/ 891405 w 2103393"/>
              <a:gd name="connsiteY13" fmla="*/ 1509040 h 1959848"/>
              <a:gd name="connsiteX14" fmla="*/ 89201 w 2103393"/>
              <a:gd name="connsiteY14" fmla="*/ 1952216 h 1959848"/>
              <a:gd name="connsiteX15" fmla="*/ 577255 w 2103393"/>
              <a:gd name="connsiteY15" fmla="*/ 375858 h 1959848"/>
              <a:gd name="connsiteX16" fmla="*/ 807257 w 2103393"/>
              <a:gd name="connsiteY16" fmla="*/ 611470 h 1959848"/>
              <a:gd name="connsiteX17" fmla="*/ 969942 w 2103393"/>
              <a:gd name="connsiteY17" fmla="*/ 499274 h 1959848"/>
              <a:gd name="connsiteX18" fmla="*/ 947503 w 2103393"/>
              <a:gd name="connsiteY18" fmla="*/ 0 h 1959848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1617"/>
              <a:gd name="connsiteX1" fmla="*/ 947503 w 2103393"/>
              <a:gd name="connsiteY1" fmla="*/ 0 h 1961617"/>
              <a:gd name="connsiteX2" fmla="*/ 1183115 w 2103393"/>
              <a:gd name="connsiteY2" fmla="*/ 5610 h 1961617"/>
              <a:gd name="connsiteX3" fmla="*/ 1177505 w 2103393"/>
              <a:gd name="connsiteY3" fmla="*/ 493664 h 1961617"/>
              <a:gd name="connsiteX4" fmla="*/ 1312141 w 2103393"/>
              <a:gd name="connsiteY4" fmla="*/ 572201 h 1961617"/>
              <a:gd name="connsiteX5" fmla="*/ 1508484 w 2103393"/>
              <a:gd name="connsiteY5" fmla="*/ 375858 h 1961617"/>
              <a:gd name="connsiteX6" fmla="*/ 2058246 w 2103393"/>
              <a:gd name="connsiteY6" fmla="*/ 1924167 h 1961617"/>
              <a:gd name="connsiteX7" fmla="*/ 1244822 w 2103393"/>
              <a:gd name="connsiteY7" fmla="*/ 1514649 h 1961617"/>
              <a:gd name="connsiteX8" fmla="*/ 1205554 w 2103393"/>
              <a:gd name="connsiteY8" fmla="*/ 1200502 h 1961617"/>
              <a:gd name="connsiteX9" fmla="*/ 1244823 w 2103393"/>
              <a:gd name="connsiteY9" fmla="*/ 757325 h 1961617"/>
              <a:gd name="connsiteX10" fmla="*/ 1076528 w 2103393"/>
              <a:gd name="connsiteY10" fmla="*/ 611470 h 1961617"/>
              <a:gd name="connsiteX11" fmla="*/ 885795 w 2103393"/>
              <a:gd name="connsiteY11" fmla="*/ 751715 h 1961617"/>
              <a:gd name="connsiteX12" fmla="*/ 919453 w 2103393"/>
              <a:gd name="connsiteY12" fmla="*/ 1189281 h 1961617"/>
              <a:gd name="connsiteX13" fmla="*/ 891405 w 2103393"/>
              <a:gd name="connsiteY13" fmla="*/ 1509040 h 1961617"/>
              <a:gd name="connsiteX14" fmla="*/ 89201 w 2103393"/>
              <a:gd name="connsiteY14" fmla="*/ 1952216 h 1961617"/>
              <a:gd name="connsiteX15" fmla="*/ 577255 w 2103393"/>
              <a:gd name="connsiteY15" fmla="*/ 375858 h 1961617"/>
              <a:gd name="connsiteX16" fmla="*/ 807257 w 2103393"/>
              <a:gd name="connsiteY16" fmla="*/ 611470 h 1961617"/>
              <a:gd name="connsiteX17" fmla="*/ 969942 w 2103393"/>
              <a:gd name="connsiteY17" fmla="*/ 499274 h 1961617"/>
              <a:gd name="connsiteX18" fmla="*/ 947503 w 2103393"/>
              <a:gd name="connsiteY18" fmla="*/ 0 h 1961617"/>
              <a:gd name="connsiteX0" fmla="*/ 947503 w 2103393"/>
              <a:gd name="connsiteY0" fmla="*/ 0 h 1963064"/>
              <a:gd name="connsiteX1" fmla="*/ 947503 w 2103393"/>
              <a:gd name="connsiteY1" fmla="*/ 0 h 1963064"/>
              <a:gd name="connsiteX2" fmla="*/ 1183115 w 2103393"/>
              <a:gd name="connsiteY2" fmla="*/ 5610 h 1963064"/>
              <a:gd name="connsiteX3" fmla="*/ 1177505 w 2103393"/>
              <a:gd name="connsiteY3" fmla="*/ 493664 h 1963064"/>
              <a:gd name="connsiteX4" fmla="*/ 1312141 w 2103393"/>
              <a:gd name="connsiteY4" fmla="*/ 572201 h 1963064"/>
              <a:gd name="connsiteX5" fmla="*/ 1508484 w 2103393"/>
              <a:gd name="connsiteY5" fmla="*/ 375858 h 1963064"/>
              <a:gd name="connsiteX6" fmla="*/ 2058246 w 2103393"/>
              <a:gd name="connsiteY6" fmla="*/ 1924167 h 1963064"/>
              <a:gd name="connsiteX7" fmla="*/ 1244822 w 2103393"/>
              <a:gd name="connsiteY7" fmla="*/ 1514649 h 1963064"/>
              <a:gd name="connsiteX8" fmla="*/ 1205554 w 2103393"/>
              <a:gd name="connsiteY8" fmla="*/ 1200502 h 1963064"/>
              <a:gd name="connsiteX9" fmla="*/ 1244823 w 2103393"/>
              <a:gd name="connsiteY9" fmla="*/ 757325 h 1963064"/>
              <a:gd name="connsiteX10" fmla="*/ 1076528 w 2103393"/>
              <a:gd name="connsiteY10" fmla="*/ 611470 h 1963064"/>
              <a:gd name="connsiteX11" fmla="*/ 885795 w 2103393"/>
              <a:gd name="connsiteY11" fmla="*/ 751715 h 1963064"/>
              <a:gd name="connsiteX12" fmla="*/ 919453 w 2103393"/>
              <a:gd name="connsiteY12" fmla="*/ 1189281 h 1963064"/>
              <a:gd name="connsiteX13" fmla="*/ 891405 w 2103393"/>
              <a:gd name="connsiteY13" fmla="*/ 1509040 h 1963064"/>
              <a:gd name="connsiteX14" fmla="*/ 89201 w 2103393"/>
              <a:gd name="connsiteY14" fmla="*/ 1952216 h 1963064"/>
              <a:gd name="connsiteX15" fmla="*/ 577255 w 2103393"/>
              <a:gd name="connsiteY15" fmla="*/ 375858 h 1963064"/>
              <a:gd name="connsiteX16" fmla="*/ 807257 w 2103393"/>
              <a:gd name="connsiteY16" fmla="*/ 611470 h 1963064"/>
              <a:gd name="connsiteX17" fmla="*/ 969942 w 2103393"/>
              <a:gd name="connsiteY17" fmla="*/ 499274 h 1963064"/>
              <a:gd name="connsiteX18" fmla="*/ 947503 w 2103393"/>
              <a:gd name="connsiteY18" fmla="*/ 0 h 1963064"/>
              <a:gd name="connsiteX0" fmla="*/ 947503 w 2103393"/>
              <a:gd name="connsiteY0" fmla="*/ 0 h 1964995"/>
              <a:gd name="connsiteX1" fmla="*/ 947503 w 2103393"/>
              <a:gd name="connsiteY1" fmla="*/ 0 h 1964995"/>
              <a:gd name="connsiteX2" fmla="*/ 1183115 w 2103393"/>
              <a:gd name="connsiteY2" fmla="*/ 5610 h 1964995"/>
              <a:gd name="connsiteX3" fmla="*/ 1177505 w 2103393"/>
              <a:gd name="connsiteY3" fmla="*/ 493664 h 1964995"/>
              <a:gd name="connsiteX4" fmla="*/ 1312141 w 2103393"/>
              <a:gd name="connsiteY4" fmla="*/ 572201 h 1964995"/>
              <a:gd name="connsiteX5" fmla="*/ 1508484 w 2103393"/>
              <a:gd name="connsiteY5" fmla="*/ 375858 h 1964995"/>
              <a:gd name="connsiteX6" fmla="*/ 2058246 w 2103393"/>
              <a:gd name="connsiteY6" fmla="*/ 1924167 h 1964995"/>
              <a:gd name="connsiteX7" fmla="*/ 1244822 w 2103393"/>
              <a:gd name="connsiteY7" fmla="*/ 1514649 h 1964995"/>
              <a:gd name="connsiteX8" fmla="*/ 1205554 w 2103393"/>
              <a:gd name="connsiteY8" fmla="*/ 1200502 h 1964995"/>
              <a:gd name="connsiteX9" fmla="*/ 1244823 w 2103393"/>
              <a:gd name="connsiteY9" fmla="*/ 757325 h 1964995"/>
              <a:gd name="connsiteX10" fmla="*/ 1076528 w 2103393"/>
              <a:gd name="connsiteY10" fmla="*/ 611470 h 1964995"/>
              <a:gd name="connsiteX11" fmla="*/ 885795 w 2103393"/>
              <a:gd name="connsiteY11" fmla="*/ 751715 h 1964995"/>
              <a:gd name="connsiteX12" fmla="*/ 919453 w 2103393"/>
              <a:gd name="connsiteY12" fmla="*/ 1189281 h 1964995"/>
              <a:gd name="connsiteX13" fmla="*/ 891405 w 2103393"/>
              <a:gd name="connsiteY13" fmla="*/ 1509040 h 1964995"/>
              <a:gd name="connsiteX14" fmla="*/ 89201 w 2103393"/>
              <a:gd name="connsiteY14" fmla="*/ 1952216 h 1964995"/>
              <a:gd name="connsiteX15" fmla="*/ 577255 w 2103393"/>
              <a:gd name="connsiteY15" fmla="*/ 375858 h 1964995"/>
              <a:gd name="connsiteX16" fmla="*/ 807257 w 2103393"/>
              <a:gd name="connsiteY16" fmla="*/ 611470 h 1964995"/>
              <a:gd name="connsiteX17" fmla="*/ 969942 w 2103393"/>
              <a:gd name="connsiteY17" fmla="*/ 499274 h 1964995"/>
              <a:gd name="connsiteX18" fmla="*/ 947503 w 2103393"/>
              <a:gd name="connsiteY18" fmla="*/ 0 h 1964995"/>
              <a:gd name="connsiteX0" fmla="*/ 947503 w 2103393"/>
              <a:gd name="connsiteY0" fmla="*/ 13781 h 1978776"/>
              <a:gd name="connsiteX1" fmla="*/ 947503 w 2103393"/>
              <a:gd name="connsiteY1" fmla="*/ 13781 h 1978776"/>
              <a:gd name="connsiteX2" fmla="*/ 1183115 w 2103393"/>
              <a:gd name="connsiteY2" fmla="*/ 19391 h 1978776"/>
              <a:gd name="connsiteX3" fmla="*/ 1177505 w 2103393"/>
              <a:gd name="connsiteY3" fmla="*/ 507445 h 1978776"/>
              <a:gd name="connsiteX4" fmla="*/ 1312141 w 2103393"/>
              <a:gd name="connsiteY4" fmla="*/ 585982 h 1978776"/>
              <a:gd name="connsiteX5" fmla="*/ 1508484 w 2103393"/>
              <a:gd name="connsiteY5" fmla="*/ 389639 h 1978776"/>
              <a:gd name="connsiteX6" fmla="*/ 2058246 w 2103393"/>
              <a:gd name="connsiteY6" fmla="*/ 1937948 h 1978776"/>
              <a:gd name="connsiteX7" fmla="*/ 1244822 w 2103393"/>
              <a:gd name="connsiteY7" fmla="*/ 1528430 h 1978776"/>
              <a:gd name="connsiteX8" fmla="*/ 1205554 w 2103393"/>
              <a:gd name="connsiteY8" fmla="*/ 1214283 h 1978776"/>
              <a:gd name="connsiteX9" fmla="*/ 1244823 w 2103393"/>
              <a:gd name="connsiteY9" fmla="*/ 771106 h 1978776"/>
              <a:gd name="connsiteX10" fmla="*/ 1076528 w 2103393"/>
              <a:gd name="connsiteY10" fmla="*/ 625251 h 1978776"/>
              <a:gd name="connsiteX11" fmla="*/ 885795 w 2103393"/>
              <a:gd name="connsiteY11" fmla="*/ 765496 h 1978776"/>
              <a:gd name="connsiteX12" fmla="*/ 919453 w 2103393"/>
              <a:gd name="connsiteY12" fmla="*/ 1203062 h 1978776"/>
              <a:gd name="connsiteX13" fmla="*/ 891405 w 2103393"/>
              <a:gd name="connsiteY13" fmla="*/ 1522821 h 1978776"/>
              <a:gd name="connsiteX14" fmla="*/ 89201 w 2103393"/>
              <a:gd name="connsiteY14" fmla="*/ 1965997 h 1978776"/>
              <a:gd name="connsiteX15" fmla="*/ 577255 w 2103393"/>
              <a:gd name="connsiteY15" fmla="*/ 389639 h 1978776"/>
              <a:gd name="connsiteX16" fmla="*/ 807257 w 2103393"/>
              <a:gd name="connsiteY16" fmla="*/ 625251 h 1978776"/>
              <a:gd name="connsiteX17" fmla="*/ 969942 w 2103393"/>
              <a:gd name="connsiteY17" fmla="*/ 513055 h 1978776"/>
              <a:gd name="connsiteX18" fmla="*/ 947503 w 2103393"/>
              <a:gd name="connsiteY18" fmla="*/ 13781 h 1978776"/>
              <a:gd name="connsiteX0" fmla="*/ 964333 w 2103393"/>
              <a:gd name="connsiteY0" fmla="*/ 55026 h 1980752"/>
              <a:gd name="connsiteX1" fmla="*/ 947503 w 2103393"/>
              <a:gd name="connsiteY1" fmla="*/ 15757 h 1980752"/>
              <a:gd name="connsiteX2" fmla="*/ 1183115 w 2103393"/>
              <a:gd name="connsiteY2" fmla="*/ 21367 h 1980752"/>
              <a:gd name="connsiteX3" fmla="*/ 1177505 w 2103393"/>
              <a:gd name="connsiteY3" fmla="*/ 509421 h 1980752"/>
              <a:gd name="connsiteX4" fmla="*/ 1312141 w 2103393"/>
              <a:gd name="connsiteY4" fmla="*/ 587958 h 1980752"/>
              <a:gd name="connsiteX5" fmla="*/ 1508484 w 2103393"/>
              <a:gd name="connsiteY5" fmla="*/ 391615 h 1980752"/>
              <a:gd name="connsiteX6" fmla="*/ 2058246 w 2103393"/>
              <a:gd name="connsiteY6" fmla="*/ 1939924 h 1980752"/>
              <a:gd name="connsiteX7" fmla="*/ 1244822 w 2103393"/>
              <a:gd name="connsiteY7" fmla="*/ 1530406 h 1980752"/>
              <a:gd name="connsiteX8" fmla="*/ 1205554 w 2103393"/>
              <a:gd name="connsiteY8" fmla="*/ 1216259 h 1980752"/>
              <a:gd name="connsiteX9" fmla="*/ 1244823 w 2103393"/>
              <a:gd name="connsiteY9" fmla="*/ 773082 h 1980752"/>
              <a:gd name="connsiteX10" fmla="*/ 1076528 w 2103393"/>
              <a:gd name="connsiteY10" fmla="*/ 627227 h 1980752"/>
              <a:gd name="connsiteX11" fmla="*/ 885795 w 2103393"/>
              <a:gd name="connsiteY11" fmla="*/ 767472 h 1980752"/>
              <a:gd name="connsiteX12" fmla="*/ 919453 w 2103393"/>
              <a:gd name="connsiteY12" fmla="*/ 1205038 h 1980752"/>
              <a:gd name="connsiteX13" fmla="*/ 891405 w 2103393"/>
              <a:gd name="connsiteY13" fmla="*/ 1524797 h 1980752"/>
              <a:gd name="connsiteX14" fmla="*/ 89201 w 2103393"/>
              <a:gd name="connsiteY14" fmla="*/ 1967973 h 1980752"/>
              <a:gd name="connsiteX15" fmla="*/ 577255 w 2103393"/>
              <a:gd name="connsiteY15" fmla="*/ 391615 h 1980752"/>
              <a:gd name="connsiteX16" fmla="*/ 807257 w 2103393"/>
              <a:gd name="connsiteY16" fmla="*/ 627227 h 1980752"/>
              <a:gd name="connsiteX17" fmla="*/ 969942 w 2103393"/>
              <a:gd name="connsiteY17" fmla="*/ 515031 h 1980752"/>
              <a:gd name="connsiteX18" fmla="*/ 964333 w 2103393"/>
              <a:gd name="connsiteY18" fmla="*/ 55026 h 1980752"/>
              <a:gd name="connsiteX0" fmla="*/ 913845 w 2103393"/>
              <a:gd name="connsiteY0" fmla="*/ 72662 h 1981559"/>
              <a:gd name="connsiteX1" fmla="*/ 947503 w 2103393"/>
              <a:gd name="connsiteY1" fmla="*/ 16564 h 1981559"/>
              <a:gd name="connsiteX2" fmla="*/ 1183115 w 2103393"/>
              <a:gd name="connsiteY2" fmla="*/ 22174 h 1981559"/>
              <a:gd name="connsiteX3" fmla="*/ 1177505 w 2103393"/>
              <a:gd name="connsiteY3" fmla="*/ 510228 h 1981559"/>
              <a:gd name="connsiteX4" fmla="*/ 1312141 w 2103393"/>
              <a:gd name="connsiteY4" fmla="*/ 588765 h 1981559"/>
              <a:gd name="connsiteX5" fmla="*/ 1508484 w 2103393"/>
              <a:gd name="connsiteY5" fmla="*/ 392422 h 1981559"/>
              <a:gd name="connsiteX6" fmla="*/ 2058246 w 2103393"/>
              <a:gd name="connsiteY6" fmla="*/ 1940731 h 1981559"/>
              <a:gd name="connsiteX7" fmla="*/ 1244822 w 2103393"/>
              <a:gd name="connsiteY7" fmla="*/ 1531213 h 1981559"/>
              <a:gd name="connsiteX8" fmla="*/ 1205554 w 2103393"/>
              <a:gd name="connsiteY8" fmla="*/ 1217066 h 1981559"/>
              <a:gd name="connsiteX9" fmla="*/ 1244823 w 2103393"/>
              <a:gd name="connsiteY9" fmla="*/ 773889 h 1981559"/>
              <a:gd name="connsiteX10" fmla="*/ 1076528 w 2103393"/>
              <a:gd name="connsiteY10" fmla="*/ 628034 h 1981559"/>
              <a:gd name="connsiteX11" fmla="*/ 885795 w 2103393"/>
              <a:gd name="connsiteY11" fmla="*/ 768279 h 1981559"/>
              <a:gd name="connsiteX12" fmla="*/ 919453 w 2103393"/>
              <a:gd name="connsiteY12" fmla="*/ 1205845 h 1981559"/>
              <a:gd name="connsiteX13" fmla="*/ 891405 w 2103393"/>
              <a:gd name="connsiteY13" fmla="*/ 1525604 h 1981559"/>
              <a:gd name="connsiteX14" fmla="*/ 89201 w 2103393"/>
              <a:gd name="connsiteY14" fmla="*/ 1968780 h 1981559"/>
              <a:gd name="connsiteX15" fmla="*/ 577255 w 2103393"/>
              <a:gd name="connsiteY15" fmla="*/ 392422 h 1981559"/>
              <a:gd name="connsiteX16" fmla="*/ 807257 w 2103393"/>
              <a:gd name="connsiteY16" fmla="*/ 628034 h 1981559"/>
              <a:gd name="connsiteX17" fmla="*/ 969942 w 2103393"/>
              <a:gd name="connsiteY17" fmla="*/ 515838 h 1981559"/>
              <a:gd name="connsiteX18" fmla="*/ 913845 w 2103393"/>
              <a:gd name="connsiteY18" fmla="*/ 72662 h 1981559"/>
              <a:gd name="connsiteX0" fmla="*/ 913845 w 2103393"/>
              <a:gd name="connsiteY0" fmla="*/ 103017 h 2011914"/>
              <a:gd name="connsiteX1" fmla="*/ 1003601 w 2103393"/>
              <a:gd name="connsiteY1" fmla="*/ 2040 h 2011914"/>
              <a:gd name="connsiteX2" fmla="*/ 1183115 w 2103393"/>
              <a:gd name="connsiteY2" fmla="*/ 52529 h 2011914"/>
              <a:gd name="connsiteX3" fmla="*/ 1177505 w 2103393"/>
              <a:gd name="connsiteY3" fmla="*/ 540583 h 2011914"/>
              <a:gd name="connsiteX4" fmla="*/ 1312141 w 2103393"/>
              <a:gd name="connsiteY4" fmla="*/ 619120 h 2011914"/>
              <a:gd name="connsiteX5" fmla="*/ 1508484 w 2103393"/>
              <a:gd name="connsiteY5" fmla="*/ 422777 h 2011914"/>
              <a:gd name="connsiteX6" fmla="*/ 2058246 w 2103393"/>
              <a:gd name="connsiteY6" fmla="*/ 1971086 h 2011914"/>
              <a:gd name="connsiteX7" fmla="*/ 1244822 w 2103393"/>
              <a:gd name="connsiteY7" fmla="*/ 1561568 h 2011914"/>
              <a:gd name="connsiteX8" fmla="*/ 1205554 w 2103393"/>
              <a:gd name="connsiteY8" fmla="*/ 1247421 h 2011914"/>
              <a:gd name="connsiteX9" fmla="*/ 1244823 w 2103393"/>
              <a:gd name="connsiteY9" fmla="*/ 804244 h 2011914"/>
              <a:gd name="connsiteX10" fmla="*/ 1076528 w 2103393"/>
              <a:gd name="connsiteY10" fmla="*/ 658389 h 2011914"/>
              <a:gd name="connsiteX11" fmla="*/ 885795 w 2103393"/>
              <a:gd name="connsiteY11" fmla="*/ 798634 h 2011914"/>
              <a:gd name="connsiteX12" fmla="*/ 919453 w 2103393"/>
              <a:gd name="connsiteY12" fmla="*/ 1236200 h 2011914"/>
              <a:gd name="connsiteX13" fmla="*/ 891405 w 2103393"/>
              <a:gd name="connsiteY13" fmla="*/ 1555959 h 2011914"/>
              <a:gd name="connsiteX14" fmla="*/ 89201 w 2103393"/>
              <a:gd name="connsiteY14" fmla="*/ 1999135 h 2011914"/>
              <a:gd name="connsiteX15" fmla="*/ 577255 w 2103393"/>
              <a:gd name="connsiteY15" fmla="*/ 422777 h 2011914"/>
              <a:gd name="connsiteX16" fmla="*/ 807257 w 2103393"/>
              <a:gd name="connsiteY16" fmla="*/ 658389 h 2011914"/>
              <a:gd name="connsiteX17" fmla="*/ 969942 w 2103393"/>
              <a:gd name="connsiteY17" fmla="*/ 546193 h 2011914"/>
              <a:gd name="connsiteX18" fmla="*/ 913845 w 2103393"/>
              <a:gd name="connsiteY18" fmla="*/ 103017 h 2011914"/>
              <a:gd name="connsiteX0" fmla="*/ 930675 w 2103393"/>
              <a:gd name="connsiteY0" fmla="*/ 67702 h 2010258"/>
              <a:gd name="connsiteX1" fmla="*/ 1003601 w 2103393"/>
              <a:gd name="connsiteY1" fmla="*/ 384 h 2010258"/>
              <a:gd name="connsiteX2" fmla="*/ 1183115 w 2103393"/>
              <a:gd name="connsiteY2" fmla="*/ 50873 h 2010258"/>
              <a:gd name="connsiteX3" fmla="*/ 1177505 w 2103393"/>
              <a:gd name="connsiteY3" fmla="*/ 538927 h 2010258"/>
              <a:gd name="connsiteX4" fmla="*/ 1312141 w 2103393"/>
              <a:gd name="connsiteY4" fmla="*/ 617464 h 2010258"/>
              <a:gd name="connsiteX5" fmla="*/ 1508484 w 2103393"/>
              <a:gd name="connsiteY5" fmla="*/ 421121 h 2010258"/>
              <a:gd name="connsiteX6" fmla="*/ 2058246 w 2103393"/>
              <a:gd name="connsiteY6" fmla="*/ 1969430 h 2010258"/>
              <a:gd name="connsiteX7" fmla="*/ 1244822 w 2103393"/>
              <a:gd name="connsiteY7" fmla="*/ 1559912 h 2010258"/>
              <a:gd name="connsiteX8" fmla="*/ 1205554 w 2103393"/>
              <a:gd name="connsiteY8" fmla="*/ 1245765 h 2010258"/>
              <a:gd name="connsiteX9" fmla="*/ 1244823 w 2103393"/>
              <a:gd name="connsiteY9" fmla="*/ 802588 h 2010258"/>
              <a:gd name="connsiteX10" fmla="*/ 1076528 w 2103393"/>
              <a:gd name="connsiteY10" fmla="*/ 656733 h 2010258"/>
              <a:gd name="connsiteX11" fmla="*/ 885795 w 2103393"/>
              <a:gd name="connsiteY11" fmla="*/ 796978 h 2010258"/>
              <a:gd name="connsiteX12" fmla="*/ 919453 w 2103393"/>
              <a:gd name="connsiteY12" fmla="*/ 1234544 h 2010258"/>
              <a:gd name="connsiteX13" fmla="*/ 891405 w 2103393"/>
              <a:gd name="connsiteY13" fmla="*/ 1554303 h 2010258"/>
              <a:gd name="connsiteX14" fmla="*/ 89201 w 2103393"/>
              <a:gd name="connsiteY14" fmla="*/ 1997479 h 2010258"/>
              <a:gd name="connsiteX15" fmla="*/ 577255 w 2103393"/>
              <a:gd name="connsiteY15" fmla="*/ 421121 h 2010258"/>
              <a:gd name="connsiteX16" fmla="*/ 807257 w 2103393"/>
              <a:gd name="connsiteY16" fmla="*/ 656733 h 2010258"/>
              <a:gd name="connsiteX17" fmla="*/ 969942 w 2103393"/>
              <a:gd name="connsiteY17" fmla="*/ 544537 h 2010258"/>
              <a:gd name="connsiteX18" fmla="*/ 930675 w 2103393"/>
              <a:gd name="connsiteY18" fmla="*/ 67702 h 2010258"/>
              <a:gd name="connsiteX0" fmla="*/ 930675 w 2103393"/>
              <a:gd name="connsiteY0" fmla="*/ 69239 h 2011795"/>
              <a:gd name="connsiteX1" fmla="*/ 1183115 w 2103393"/>
              <a:gd name="connsiteY1" fmla="*/ 52410 h 2011795"/>
              <a:gd name="connsiteX2" fmla="*/ 1177505 w 2103393"/>
              <a:gd name="connsiteY2" fmla="*/ 540464 h 2011795"/>
              <a:gd name="connsiteX3" fmla="*/ 1312141 w 2103393"/>
              <a:gd name="connsiteY3" fmla="*/ 619001 h 2011795"/>
              <a:gd name="connsiteX4" fmla="*/ 1508484 w 2103393"/>
              <a:gd name="connsiteY4" fmla="*/ 422658 h 2011795"/>
              <a:gd name="connsiteX5" fmla="*/ 2058246 w 2103393"/>
              <a:gd name="connsiteY5" fmla="*/ 1970967 h 2011795"/>
              <a:gd name="connsiteX6" fmla="*/ 1244822 w 2103393"/>
              <a:gd name="connsiteY6" fmla="*/ 1561449 h 2011795"/>
              <a:gd name="connsiteX7" fmla="*/ 1205554 w 2103393"/>
              <a:gd name="connsiteY7" fmla="*/ 1247302 h 2011795"/>
              <a:gd name="connsiteX8" fmla="*/ 1244823 w 2103393"/>
              <a:gd name="connsiteY8" fmla="*/ 804125 h 2011795"/>
              <a:gd name="connsiteX9" fmla="*/ 1076528 w 2103393"/>
              <a:gd name="connsiteY9" fmla="*/ 658270 h 2011795"/>
              <a:gd name="connsiteX10" fmla="*/ 885795 w 2103393"/>
              <a:gd name="connsiteY10" fmla="*/ 798515 h 2011795"/>
              <a:gd name="connsiteX11" fmla="*/ 919453 w 2103393"/>
              <a:gd name="connsiteY11" fmla="*/ 1236081 h 2011795"/>
              <a:gd name="connsiteX12" fmla="*/ 891405 w 2103393"/>
              <a:gd name="connsiteY12" fmla="*/ 1555840 h 2011795"/>
              <a:gd name="connsiteX13" fmla="*/ 89201 w 2103393"/>
              <a:gd name="connsiteY13" fmla="*/ 1999016 h 2011795"/>
              <a:gd name="connsiteX14" fmla="*/ 577255 w 2103393"/>
              <a:gd name="connsiteY14" fmla="*/ 422658 h 2011795"/>
              <a:gd name="connsiteX15" fmla="*/ 807257 w 2103393"/>
              <a:gd name="connsiteY15" fmla="*/ 658270 h 2011795"/>
              <a:gd name="connsiteX16" fmla="*/ 969942 w 2103393"/>
              <a:gd name="connsiteY16" fmla="*/ 546074 h 2011795"/>
              <a:gd name="connsiteX17" fmla="*/ 930675 w 2103393"/>
              <a:gd name="connsiteY17" fmla="*/ 69239 h 2011795"/>
              <a:gd name="connsiteX0" fmla="*/ 930675 w 2103393"/>
              <a:gd name="connsiteY0" fmla="*/ 63795 h 2006351"/>
              <a:gd name="connsiteX1" fmla="*/ 1183115 w 2103393"/>
              <a:gd name="connsiteY1" fmla="*/ 46966 h 2006351"/>
              <a:gd name="connsiteX2" fmla="*/ 1177505 w 2103393"/>
              <a:gd name="connsiteY2" fmla="*/ 535020 h 2006351"/>
              <a:gd name="connsiteX3" fmla="*/ 1312141 w 2103393"/>
              <a:gd name="connsiteY3" fmla="*/ 613557 h 2006351"/>
              <a:gd name="connsiteX4" fmla="*/ 1508484 w 2103393"/>
              <a:gd name="connsiteY4" fmla="*/ 417214 h 2006351"/>
              <a:gd name="connsiteX5" fmla="*/ 2058246 w 2103393"/>
              <a:gd name="connsiteY5" fmla="*/ 1965523 h 2006351"/>
              <a:gd name="connsiteX6" fmla="*/ 1244822 w 2103393"/>
              <a:gd name="connsiteY6" fmla="*/ 1556005 h 2006351"/>
              <a:gd name="connsiteX7" fmla="*/ 1205554 w 2103393"/>
              <a:gd name="connsiteY7" fmla="*/ 1241858 h 2006351"/>
              <a:gd name="connsiteX8" fmla="*/ 1244823 w 2103393"/>
              <a:gd name="connsiteY8" fmla="*/ 798681 h 2006351"/>
              <a:gd name="connsiteX9" fmla="*/ 1076528 w 2103393"/>
              <a:gd name="connsiteY9" fmla="*/ 652826 h 2006351"/>
              <a:gd name="connsiteX10" fmla="*/ 885795 w 2103393"/>
              <a:gd name="connsiteY10" fmla="*/ 793071 h 2006351"/>
              <a:gd name="connsiteX11" fmla="*/ 919453 w 2103393"/>
              <a:gd name="connsiteY11" fmla="*/ 1230637 h 2006351"/>
              <a:gd name="connsiteX12" fmla="*/ 891405 w 2103393"/>
              <a:gd name="connsiteY12" fmla="*/ 1550396 h 2006351"/>
              <a:gd name="connsiteX13" fmla="*/ 89201 w 2103393"/>
              <a:gd name="connsiteY13" fmla="*/ 1993572 h 2006351"/>
              <a:gd name="connsiteX14" fmla="*/ 577255 w 2103393"/>
              <a:gd name="connsiteY14" fmla="*/ 417214 h 2006351"/>
              <a:gd name="connsiteX15" fmla="*/ 807257 w 2103393"/>
              <a:gd name="connsiteY15" fmla="*/ 652826 h 2006351"/>
              <a:gd name="connsiteX16" fmla="*/ 969942 w 2103393"/>
              <a:gd name="connsiteY16" fmla="*/ 540630 h 2006351"/>
              <a:gd name="connsiteX17" fmla="*/ 930675 w 2103393"/>
              <a:gd name="connsiteY17" fmla="*/ 63795 h 2006351"/>
              <a:gd name="connsiteX0" fmla="*/ 930675 w 2103393"/>
              <a:gd name="connsiteY0" fmla="*/ 51191 h 2016186"/>
              <a:gd name="connsiteX1" fmla="*/ 1183115 w 2103393"/>
              <a:gd name="connsiteY1" fmla="*/ 56801 h 2016186"/>
              <a:gd name="connsiteX2" fmla="*/ 1177505 w 2103393"/>
              <a:gd name="connsiteY2" fmla="*/ 544855 h 2016186"/>
              <a:gd name="connsiteX3" fmla="*/ 1312141 w 2103393"/>
              <a:gd name="connsiteY3" fmla="*/ 623392 h 2016186"/>
              <a:gd name="connsiteX4" fmla="*/ 1508484 w 2103393"/>
              <a:gd name="connsiteY4" fmla="*/ 427049 h 2016186"/>
              <a:gd name="connsiteX5" fmla="*/ 2058246 w 2103393"/>
              <a:gd name="connsiteY5" fmla="*/ 1975358 h 2016186"/>
              <a:gd name="connsiteX6" fmla="*/ 1244822 w 2103393"/>
              <a:gd name="connsiteY6" fmla="*/ 1565840 h 2016186"/>
              <a:gd name="connsiteX7" fmla="*/ 1205554 w 2103393"/>
              <a:gd name="connsiteY7" fmla="*/ 1251693 h 2016186"/>
              <a:gd name="connsiteX8" fmla="*/ 1244823 w 2103393"/>
              <a:gd name="connsiteY8" fmla="*/ 808516 h 2016186"/>
              <a:gd name="connsiteX9" fmla="*/ 1076528 w 2103393"/>
              <a:gd name="connsiteY9" fmla="*/ 662661 h 2016186"/>
              <a:gd name="connsiteX10" fmla="*/ 885795 w 2103393"/>
              <a:gd name="connsiteY10" fmla="*/ 802906 h 2016186"/>
              <a:gd name="connsiteX11" fmla="*/ 919453 w 2103393"/>
              <a:gd name="connsiteY11" fmla="*/ 1240472 h 2016186"/>
              <a:gd name="connsiteX12" fmla="*/ 891405 w 2103393"/>
              <a:gd name="connsiteY12" fmla="*/ 1560231 h 2016186"/>
              <a:gd name="connsiteX13" fmla="*/ 89201 w 2103393"/>
              <a:gd name="connsiteY13" fmla="*/ 2003407 h 2016186"/>
              <a:gd name="connsiteX14" fmla="*/ 577255 w 2103393"/>
              <a:gd name="connsiteY14" fmla="*/ 427049 h 2016186"/>
              <a:gd name="connsiteX15" fmla="*/ 807257 w 2103393"/>
              <a:gd name="connsiteY15" fmla="*/ 662661 h 2016186"/>
              <a:gd name="connsiteX16" fmla="*/ 969942 w 2103393"/>
              <a:gd name="connsiteY16" fmla="*/ 550465 h 2016186"/>
              <a:gd name="connsiteX17" fmla="*/ 930675 w 2103393"/>
              <a:gd name="connsiteY17" fmla="*/ 51191 h 2016186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47103 h 2012098"/>
              <a:gd name="connsiteX1" fmla="*/ 1183115 w 2103393"/>
              <a:gd name="connsiteY1" fmla="*/ 52713 h 2012098"/>
              <a:gd name="connsiteX2" fmla="*/ 1177505 w 2103393"/>
              <a:gd name="connsiteY2" fmla="*/ 540767 h 2012098"/>
              <a:gd name="connsiteX3" fmla="*/ 1312141 w 2103393"/>
              <a:gd name="connsiteY3" fmla="*/ 619304 h 2012098"/>
              <a:gd name="connsiteX4" fmla="*/ 1508484 w 2103393"/>
              <a:gd name="connsiteY4" fmla="*/ 422961 h 2012098"/>
              <a:gd name="connsiteX5" fmla="*/ 2058246 w 2103393"/>
              <a:gd name="connsiteY5" fmla="*/ 1971270 h 2012098"/>
              <a:gd name="connsiteX6" fmla="*/ 1244822 w 2103393"/>
              <a:gd name="connsiteY6" fmla="*/ 1561752 h 2012098"/>
              <a:gd name="connsiteX7" fmla="*/ 1205554 w 2103393"/>
              <a:gd name="connsiteY7" fmla="*/ 1247605 h 2012098"/>
              <a:gd name="connsiteX8" fmla="*/ 1244823 w 2103393"/>
              <a:gd name="connsiteY8" fmla="*/ 804428 h 2012098"/>
              <a:gd name="connsiteX9" fmla="*/ 1076528 w 2103393"/>
              <a:gd name="connsiteY9" fmla="*/ 658573 h 2012098"/>
              <a:gd name="connsiteX10" fmla="*/ 885795 w 2103393"/>
              <a:gd name="connsiteY10" fmla="*/ 798818 h 2012098"/>
              <a:gd name="connsiteX11" fmla="*/ 919453 w 2103393"/>
              <a:gd name="connsiteY11" fmla="*/ 1236384 h 2012098"/>
              <a:gd name="connsiteX12" fmla="*/ 891405 w 2103393"/>
              <a:gd name="connsiteY12" fmla="*/ 1556143 h 2012098"/>
              <a:gd name="connsiteX13" fmla="*/ 89201 w 2103393"/>
              <a:gd name="connsiteY13" fmla="*/ 1999319 h 2012098"/>
              <a:gd name="connsiteX14" fmla="*/ 577255 w 2103393"/>
              <a:gd name="connsiteY14" fmla="*/ 422961 h 2012098"/>
              <a:gd name="connsiteX15" fmla="*/ 807257 w 2103393"/>
              <a:gd name="connsiteY15" fmla="*/ 658573 h 2012098"/>
              <a:gd name="connsiteX16" fmla="*/ 969942 w 2103393"/>
              <a:gd name="connsiteY16" fmla="*/ 546377 h 2012098"/>
              <a:gd name="connsiteX17" fmla="*/ 930675 w 2103393"/>
              <a:gd name="connsiteY17" fmla="*/ 47103 h 2012098"/>
              <a:gd name="connsiteX0" fmla="*/ 930675 w 2103393"/>
              <a:gd name="connsiteY0" fmla="*/ 24191 h 2051098"/>
              <a:gd name="connsiteX1" fmla="*/ 1183115 w 2103393"/>
              <a:gd name="connsiteY1" fmla="*/ 91713 h 2051098"/>
              <a:gd name="connsiteX2" fmla="*/ 1177505 w 2103393"/>
              <a:gd name="connsiteY2" fmla="*/ 579767 h 2051098"/>
              <a:gd name="connsiteX3" fmla="*/ 1312141 w 2103393"/>
              <a:gd name="connsiteY3" fmla="*/ 658304 h 2051098"/>
              <a:gd name="connsiteX4" fmla="*/ 1508484 w 2103393"/>
              <a:gd name="connsiteY4" fmla="*/ 461961 h 2051098"/>
              <a:gd name="connsiteX5" fmla="*/ 2058246 w 2103393"/>
              <a:gd name="connsiteY5" fmla="*/ 2010270 h 2051098"/>
              <a:gd name="connsiteX6" fmla="*/ 1244822 w 2103393"/>
              <a:gd name="connsiteY6" fmla="*/ 1600752 h 2051098"/>
              <a:gd name="connsiteX7" fmla="*/ 1205554 w 2103393"/>
              <a:gd name="connsiteY7" fmla="*/ 1286605 h 2051098"/>
              <a:gd name="connsiteX8" fmla="*/ 1244823 w 2103393"/>
              <a:gd name="connsiteY8" fmla="*/ 843428 h 2051098"/>
              <a:gd name="connsiteX9" fmla="*/ 1076528 w 2103393"/>
              <a:gd name="connsiteY9" fmla="*/ 697573 h 2051098"/>
              <a:gd name="connsiteX10" fmla="*/ 885795 w 2103393"/>
              <a:gd name="connsiteY10" fmla="*/ 837818 h 2051098"/>
              <a:gd name="connsiteX11" fmla="*/ 919453 w 2103393"/>
              <a:gd name="connsiteY11" fmla="*/ 1275384 h 2051098"/>
              <a:gd name="connsiteX12" fmla="*/ 891405 w 2103393"/>
              <a:gd name="connsiteY12" fmla="*/ 1595143 h 2051098"/>
              <a:gd name="connsiteX13" fmla="*/ 89201 w 2103393"/>
              <a:gd name="connsiteY13" fmla="*/ 2038319 h 2051098"/>
              <a:gd name="connsiteX14" fmla="*/ 577255 w 2103393"/>
              <a:gd name="connsiteY14" fmla="*/ 461961 h 2051098"/>
              <a:gd name="connsiteX15" fmla="*/ 807257 w 2103393"/>
              <a:gd name="connsiteY15" fmla="*/ 697573 h 2051098"/>
              <a:gd name="connsiteX16" fmla="*/ 969942 w 2103393"/>
              <a:gd name="connsiteY16" fmla="*/ 585377 h 2051098"/>
              <a:gd name="connsiteX17" fmla="*/ 930675 w 2103393"/>
              <a:gd name="connsiteY17" fmla="*/ 24191 h 2051098"/>
              <a:gd name="connsiteX0" fmla="*/ 930675 w 2103393"/>
              <a:gd name="connsiteY0" fmla="*/ 51153 h 2078060"/>
              <a:gd name="connsiteX1" fmla="*/ 1190398 w 2103393"/>
              <a:gd name="connsiteY1" fmla="*/ 49480 h 2078060"/>
              <a:gd name="connsiteX2" fmla="*/ 1177505 w 2103393"/>
              <a:gd name="connsiteY2" fmla="*/ 606729 h 2078060"/>
              <a:gd name="connsiteX3" fmla="*/ 1312141 w 2103393"/>
              <a:gd name="connsiteY3" fmla="*/ 685266 h 2078060"/>
              <a:gd name="connsiteX4" fmla="*/ 1508484 w 2103393"/>
              <a:gd name="connsiteY4" fmla="*/ 488923 h 2078060"/>
              <a:gd name="connsiteX5" fmla="*/ 2058246 w 2103393"/>
              <a:gd name="connsiteY5" fmla="*/ 2037232 h 2078060"/>
              <a:gd name="connsiteX6" fmla="*/ 1244822 w 2103393"/>
              <a:gd name="connsiteY6" fmla="*/ 1627714 h 2078060"/>
              <a:gd name="connsiteX7" fmla="*/ 1205554 w 2103393"/>
              <a:gd name="connsiteY7" fmla="*/ 1313567 h 2078060"/>
              <a:gd name="connsiteX8" fmla="*/ 1244823 w 2103393"/>
              <a:gd name="connsiteY8" fmla="*/ 870390 h 2078060"/>
              <a:gd name="connsiteX9" fmla="*/ 1076528 w 2103393"/>
              <a:gd name="connsiteY9" fmla="*/ 724535 h 2078060"/>
              <a:gd name="connsiteX10" fmla="*/ 885795 w 2103393"/>
              <a:gd name="connsiteY10" fmla="*/ 864780 h 2078060"/>
              <a:gd name="connsiteX11" fmla="*/ 919453 w 2103393"/>
              <a:gd name="connsiteY11" fmla="*/ 1302346 h 2078060"/>
              <a:gd name="connsiteX12" fmla="*/ 891405 w 2103393"/>
              <a:gd name="connsiteY12" fmla="*/ 1622105 h 2078060"/>
              <a:gd name="connsiteX13" fmla="*/ 89201 w 2103393"/>
              <a:gd name="connsiteY13" fmla="*/ 2065281 h 2078060"/>
              <a:gd name="connsiteX14" fmla="*/ 577255 w 2103393"/>
              <a:gd name="connsiteY14" fmla="*/ 488923 h 2078060"/>
              <a:gd name="connsiteX15" fmla="*/ 807257 w 2103393"/>
              <a:gd name="connsiteY15" fmla="*/ 724535 h 2078060"/>
              <a:gd name="connsiteX16" fmla="*/ 969942 w 2103393"/>
              <a:gd name="connsiteY16" fmla="*/ 612339 h 2078060"/>
              <a:gd name="connsiteX17" fmla="*/ 930675 w 2103393"/>
              <a:gd name="connsiteY17" fmla="*/ 51153 h 2078060"/>
              <a:gd name="connsiteX0" fmla="*/ 930675 w 2103393"/>
              <a:gd name="connsiteY0" fmla="*/ 57180 h 2084087"/>
              <a:gd name="connsiteX1" fmla="*/ 1190398 w 2103393"/>
              <a:gd name="connsiteY1" fmla="*/ 55507 h 2084087"/>
              <a:gd name="connsiteX2" fmla="*/ 1177505 w 2103393"/>
              <a:gd name="connsiteY2" fmla="*/ 612756 h 2084087"/>
              <a:gd name="connsiteX3" fmla="*/ 1312141 w 2103393"/>
              <a:gd name="connsiteY3" fmla="*/ 691293 h 2084087"/>
              <a:gd name="connsiteX4" fmla="*/ 1508484 w 2103393"/>
              <a:gd name="connsiteY4" fmla="*/ 494950 h 2084087"/>
              <a:gd name="connsiteX5" fmla="*/ 2058246 w 2103393"/>
              <a:gd name="connsiteY5" fmla="*/ 2043259 h 2084087"/>
              <a:gd name="connsiteX6" fmla="*/ 1244822 w 2103393"/>
              <a:gd name="connsiteY6" fmla="*/ 1633741 h 2084087"/>
              <a:gd name="connsiteX7" fmla="*/ 1205554 w 2103393"/>
              <a:gd name="connsiteY7" fmla="*/ 1319594 h 2084087"/>
              <a:gd name="connsiteX8" fmla="*/ 1244823 w 2103393"/>
              <a:gd name="connsiteY8" fmla="*/ 876417 h 2084087"/>
              <a:gd name="connsiteX9" fmla="*/ 1076528 w 2103393"/>
              <a:gd name="connsiteY9" fmla="*/ 730562 h 2084087"/>
              <a:gd name="connsiteX10" fmla="*/ 885795 w 2103393"/>
              <a:gd name="connsiteY10" fmla="*/ 870807 h 2084087"/>
              <a:gd name="connsiteX11" fmla="*/ 919453 w 2103393"/>
              <a:gd name="connsiteY11" fmla="*/ 1308373 h 2084087"/>
              <a:gd name="connsiteX12" fmla="*/ 891405 w 2103393"/>
              <a:gd name="connsiteY12" fmla="*/ 1628132 h 2084087"/>
              <a:gd name="connsiteX13" fmla="*/ 89201 w 2103393"/>
              <a:gd name="connsiteY13" fmla="*/ 2071308 h 2084087"/>
              <a:gd name="connsiteX14" fmla="*/ 577255 w 2103393"/>
              <a:gd name="connsiteY14" fmla="*/ 494950 h 2084087"/>
              <a:gd name="connsiteX15" fmla="*/ 807257 w 2103393"/>
              <a:gd name="connsiteY15" fmla="*/ 730562 h 2084087"/>
              <a:gd name="connsiteX16" fmla="*/ 969942 w 2103393"/>
              <a:gd name="connsiteY16" fmla="*/ 618366 h 2084087"/>
              <a:gd name="connsiteX17" fmla="*/ 930675 w 2103393"/>
              <a:gd name="connsiteY17" fmla="*/ 57180 h 2084087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65797 h 2092704"/>
              <a:gd name="connsiteX1" fmla="*/ 1190398 w 2103393"/>
              <a:gd name="connsiteY1" fmla="*/ 64124 h 2092704"/>
              <a:gd name="connsiteX2" fmla="*/ 1177505 w 2103393"/>
              <a:gd name="connsiteY2" fmla="*/ 621373 h 2092704"/>
              <a:gd name="connsiteX3" fmla="*/ 1312141 w 2103393"/>
              <a:gd name="connsiteY3" fmla="*/ 699910 h 2092704"/>
              <a:gd name="connsiteX4" fmla="*/ 1508484 w 2103393"/>
              <a:gd name="connsiteY4" fmla="*/ 503567 h 2092704"/>
              <a:gd name="connsiteX5" fmla="*/ 2058246 w 2103393"/>
              <a:gd name="connsiteY5" fmla="*/ 2051876 h 2092704"/>
              <a:gd name="connsiteX6" fmla="*/ 1244822 w 2103393"/>
              <a:gd name="connsiteY6" fmla="*/ 1642358 h 2092704"/>
              <a:gd name="connsiteX7" fmla="*/ 1205554 w 2103393"/>
              <a:gd name="connsiteY7" fmla="*/ 1328211 h 2092704"/>
              <a:gd name="connsiteX8" fmla="*/ 1244823 w 2103393"/>
              <a:gd name="connsiteY8" fmla="*/ 885034 h 2092704"/>
              <a:gd name="connsiteX9" fmla="*/ 1076528 w 2103393"/>
              <a:gd name="connsiteY9" fmla="*/ 739179 h 2092704"/>
              <a:gd name="connsiteX10" fmla="*/ 885795 w 2103393"/>
              <a:gd name="connsiteY10" fmla="*/ 879424 h 2092704"/>
              <a:gd name="connsiteX11" fmla="*/ 919453 w 2103393"/>
              <a:gd name="connsiteY11" fmla="*/ 1316990 h 2092704"/>
              <a:gd name="connsiteX12" fmla="*/ 891405 w 2103393"/>
              <a:gd name="connsiteY12" fmla="*/ 1636749 h 2092704"/>
              <a:gd name="connsiteX13" fmla="*/ 89201 w 2103393"/>
              <a:gd name="connsiteY13" fmla="*/ 2079925 h 2092704"/>
              <a:gd name="connsiteX14" fmla="*/ 577255 w 2103393"/>
              <a:gd name="connsiteY14" fmla="*/ 503567 h 2092704"/>
              <a:gd name="connsiteX15" fmla="*/ 807257 w 2103393"/>
              <a:gd name="connsiteY15" fmla="*/ 739179 h 2092704"/>
              <a:gd name="connsiteX16" fmla="*/ 969942 w 2103393"/>
              <a:gd name="connsiteY16" fmla="*/ 626983 h 2092704"/>
              <a:gd name="connsiteX17" fmla="*/ 930675 w 2103393"/>
              <a:gd name="connsiteY17" fmla="*/ 65797 h 2092704"/>
              <a:gd name="connsiteX0" fmla="*/ 930675 w 2103393"/>
              <a:gd name="connsiteY0" fmla="*/ 73853 h 2100760"/>
              <a:gd name="connsiteX1" fmla="*/ 1190398 w 2103393"/>
              <a:gd name="connsiteY1" fmla="*/ 72180 h 2100760"/>
              <a:gd name="connsiteX2" fmla="*/ 1177505 w 2103393"/>
              <a:gd name="connsiteY2" fmla="*/ 629429 h 2100760"/>
              <a:gd name="connsiteX3" fmla="*/ 1312141 w 2103393"/>
              <a:gd name="connsiteY3" fmla="*/ 707966 h 2100760"/>
              <a:gd name="connsiteX4" fmla="*/ 1508484 w 2103393"/>
              <a:gd name="connsiteY4" fmla="*/ 511623 h 2100760"/>
              <a:gd name="connsiteX5" fmla="*/ 2058246 w 2103393"/>
              <a:gd name="connsiteY5" fmla="*/ 2059932 h 2100760"/>
              <a:gd name="connsiteX6" fmla="*/ 1244822 w 2103393"/>
              <a:gd name="connsiteY6" fmla="*/ 1650414 h 2100760"/>
              <a:gd name="connsiteX7" fmla="*/ 1205554 w 2103393"/>
              <a:gd name="connsiteY7" fmla="*/ 1336267 h 2100760"/>
              <a:gd name="connsiteX8" fmla="*/ 1244823 w 2103393"/>
              <a:gd name="connsiteY8" fmla="*/ 893090 h 2100760"/>
              <a:gd name="connsiteX9" fmla="*/ 1076528 w 2103393"/>
              <a:gd name="connsiteY9" fmla="*/ 747235 h 2100760"/>
              <a:gd name="connsiteX10" fmla="*/ 885795 w 2103393"/>
              <a:gd name="connsiteY10" fmla="*/ 887480 h 2100760"/>
              <a:gd name="connsiteX11" fmla="*/ 919453 w 2103393"/>
              <a:gd name="connsiteY11" fmla="*/ 1325046 h 2100760"/>
              <a:gd name="connsiteX12" fmla="*/ 891405 w 2103393"/>
              <a:gd name="connsiteY12" fmla="*/ 1644805 h 2100760"/>
              <a:gd name="connsiteX13" fmla="*/ 89201 w 2103393"/>
              <a:gd name="connsiteY13" fmla="*/ 2087981 h 2100760"/>
              <a:gd name="connsiteX14" fmla="*/ 577255 w 2103393"/>
              <a:gd name="connsiteY14" fmla="*/ 511623 h 2100760"/>
              <a:gd name="connsiteX15" fmla="*/ 807257 w 2103393"/>
              <a:gd name="connsiteY15" fmla="*/ 747235 h 2100760"/>
              <a:gd name="connsiteX16" fmla="*/ 969942 w 2103393"/>
              <a:gd name="connsiteY16" fmla="*/ 635039 h 2100760"/>
              <a:gd name="connsiteX17" fmla="*/ 930675 w 2103393"/>
              <a:gd name="connsiteY17" fmla="*/ 73853 h 2100760"/>
              <a:gd name="connsiteX0" fmla="*/ 930675 w 2103393"/>
              <a:gd name="connsiteY0" fmla="*/ 77953 h 2104860"/>
              <a:gd name="connsiteX1" fmla="*/ 1190398 w 2103393"/>
              <a:gd name="connsiteY1" fmla="*/ 76280 h 2104860"/>
              <a:gd name="connsiteX2" fmla="*/ 1177505 w 2103393"/>
              <a:gd name="connsiteY2" fmla="*/ 633529 h 2104860"/>
              <a:gd name="connsiteX3" fmla="*/ 1312141 w 2103393"/>
              <a:gd name="connsiteY3" fmla="*/ 712066 h 2104860"/>
              <a:gd name="connsiteX4" fmla="*/ 1508484 w 2103393"/>
              <a:gd name="connsiteY4" fmla="*/ 515723 h 2104860"/>
              <a:gd name="connsiteX5" fmla="*/ 2058246 w 2103393"/>
              <a:gd name="connsiteY5" fmla="*/ 2064032 h 2104860"/>
              <a:gd name="connsiteX6" fmla="*/ 1244822 w 2103393"/>
              <a:gd name="connsiteY6" fmla="*/ 1654514 h 2104860"/>
              <a:gd name="connsiteX7" fmla="*/ 1205554 w 2103393"/>
              <a:gd name="connsiteY7" fmla="*/ 1340367 h 2104860"/>
              <a:gd name="connsiteX8" fmla="*/ 1244823 w 2103393"/>
              <a:gd name="connsiteY8" fmla="*/ 897190 h 2104860"/>
              <a:gd name="connsiteX9" fmla="*/ 1076528 w 2103393"/>
              <a:gd name="connsiteY9" fmla="*/ 751335 h 2104860"/>
              <a:gd name="connsiteX10" fmla="*/ 885795 w 2103393"/>
              <a:gd name="connsiteY10" fmla="*/ 891580 h 2104860"/>
              <a:gd name="connsiteX11" fmla="*/ 919453 w 2103393"/>
              <a:gd name="connsiteY11" fmla="*/ 1329146 h 2104860"/>
              <a:gd name="connsiteX12" fmla="*/ 891405 w 2103393"/>
              <a:gd name="connsiteY12" fmla="*/ 1648905 h 2104860"/>
              <a:gd name="connsiteX13" fmla="*/ 89201 w 2103393"/>
              <a:gd name="connsiteY13" fmla="*/ 2092081 h 2104860"/>
              <a:gd name="connsiteX14" fmla="*/ 577255 w 2103393"/>
              <a:gd name="connsiteY14" fmla="*/ 515723 h 2104860"/>
              <a:gd name="connsiteX15" fmla="*/ 807257 w 2103393"/>
              <a:gd name="connsiteY15" fmla="*/ 751335 h 2104860"/>
              <a:gd name="connsiteX16" fmla="*/ 969942 w 2103393"/>
              <a:gd name="connsiteY16" fmla="*/ 639139 h 2104860"/>
              <a:gd name="connsiteX17" fmla="*/ 930675 w 2103393"/>
              <a:gd name="connsiteY17" fmla="*/ 77953 h 2104860"/>
              <a:gd name="connsiteX0" fmla="*/ 930675 w 2103393"/>
              <a:gd name="connsiteY0" fmla="*/ 71187 h 2098094"/>
              <a:gd name="connsiteX1" fmla="*/ 1190398 w 2103393"/>
              <a:gd name="connsiteY1" fmla="*/ 69514 h 2098094"/>
              <a:gd name="connsiteX2" fmla="*/ 1177505 w 2103393"/>
              <a:gd name="connsiteY2" fmla="*/ 626763 h 2098094"/>
              <a:gd name="connsiteX3" fmla="*/ 1312141 w 2103393"/>
              <a:gd name="connsiteY3" fmla="*/ 705300 h 2098094"/>
              <a:gd name="connsiteX4" fmla="*/ 1508484 w 2103393"/>
              <a:gd name="connsiteY4" fmla="*/ 508957 h 2098094"/>
              <a:gd name="connsiteX5" fmla="*/ 2058246 w 2103393"/>
              <a:gd name="connsiteY5" fmla="*/ 2057266 h 2098094"/>
              <a:gd name="connsiteX6" fmla="*/ 1244822 w 2103393"/>
              <a:gd name="connsiteY6" fmla="*/ 1647748 h 2098094"/>
              <a:gd name="connsiteX7" fmla="*/ 1205554 w 2103393"/>
              <a:gd name="connsiteY7" fmla="*/ 1333601 h 2098094"/>
              <a:gd name="connsiteX8" fmla="*/ 1244823 w 2103393"/>
              <a:gd name="connsiteY8" fmla="*/ 890424 h 2098094"/>
              <a:gd name="connsiteX9" fmla="*/ 1076528 w 2103393"/>
              <a:gd name="connsiteY9" fmla="*/ 744569 h 2098094"/>
              <a:gd name="connsiteX10" fmla="*/ 885795 w 2103393"/>
              <a:gd name="connsiteY10" fmla="*/ 884814 h 2098094"/>
              <a:gd name="connsiteX11" fmla="*/ 919453 w 2103393"/>
              <a:gd name="connsiteY11" fmla="*/ 1322380 h 2098094"/>
              <a:gd name="connsiteX12" fmla="*/ 891405 w 2103393"/>
              <a:gd name="connsiteY12" fmla="*/ 1642139 h 2098094"/>
              <a:gd name="connsiteX13" fmla="*/ 89201 w 2103393"/>
              <a:gd name="connsiteY13" fmla="*/ 2085315 h 2098094"/>
              <a:gd name="connsiteX14" fmla="*/ 577255 w 2103393"/>
              <a:gd name="connsiteY14" fmla="*/ 508957 h 2098094"/>
              <a:gd name="connsiteX15" fmla="*/ 807257 w 2103393"/>
              <a:gd name="connsiteY15" fmla="*/ 744569 h 2098094"/>
              <a:gd name="connsiteX16" fmla="*/ 969942 w 2103393"/>
              <a:gd name="connsiteY16" fmla="*/ 632373 h 2098094"/>
              <a:gd name="connsiteX17" fmla="*/ 930675 w 2103393"/>
              <a:gd name="connsiteY17" fmla="*/ 71187 h 2098094"/>
              <a:gd name="connsiteX0" fmla="*/ 930675 w 2103393"/>
              <a:gd name="connsiteY0" fmla="*/ 75207 h 2102114"/>
              <a:gd name="connsiteX1" fmla="*/ 1190398 w 2103393"/>
              <a:gd name="connsiteY1" fmla="*/ 73534 h 2102114"/>
              <a:gd name="connsiteX2" fmla="*/ 1177505 w 2103393"/>
              <a:gd name="connsiteY2" fmla="*/ 630783 h 2102114"/>
              <a:gd name="connsiteX3" fmla="*/ 1312141 w 2103393"/>
              <a:gd name="connsiteY3" fmla="*/ 709320 h 2102114"/>
              <a:gd name="connsiteX4" fmla="*/ 1508484 w 2103393"/>
              <a:gd name="connsiteY4" fmla="*/ 512977 h 2102114"/>
              <a:gd name="connsiteX5" fmla="*/ 2058246 w 2103393"/>
              <a:gd name="connsiteY5" fmla="*/ 2061286 h 2102114"/>
              <a:gd name="connsiteX6" fmla="*/ 1244822 w 2103393"/>
              <a:gd name="connsiteY6" fmla="*/ 1651768 h 2102114"/>
              <a:gd name="connsiteX7" fmla="*/ 1205554 w 2103393"/>
              <a:gd name="connsiteY7" fmla="*/ 1337621 h 2102114"/>
              <a:gd name="connsiteX8" fmla="*/ 1244823 w 2103393"/>
              <a:gd name="connsiteY8" fmla="*/ 894444 h 2102114"/>
              <a:gd name="connsiteX9" fmla="*/ 1076528 w 2103393"/>
              <a:gd name="connsiteY9" fmla="*/ 748589 h 2102114"/>
              <a:gd name="connsiteX10" fmla="*/ 885795 w 2103393"/>
              <a:gd name="connsiteY10" fmla="*/ 888834 h 2102114"/>
              <a:gd name="connsiteX11" fmla="*/ 919453 w 2103393"/>
              <a:gd name="connsiteY11" fmla="*/ 1326400 h 2102114"/>
              <a:gd name="connsiteX12" fmla="*/ 891405 w 2103393"/>
              <a:gd name="connsiteY12" fmla="*/ 1646159 h 2102114"/>
              <a:gd name="connsiteX13" fmla="*/ 89201 w 2103393"/>
              <a:gd name="connsiteY13" fmla="*/ 2089335 h 2102114"/>
              <a:gd name="connsiteX14" fmla="*/ 577255 w 2103393"/>
              <a:gd name="connsiteY14" fmla="*/ 512977 h 2102114"/>
              <a:gd name="connsiteX15" fmla="*/ 807257 w 2103393"/>
              <a:gd name="connsiteY15" fmla="*/ 748589 h 2102114"/>
              <a:gd name="connsiteX16" fmla="*/ 969942 w 2103393"/>
              <a:gd name="connsiteY16" fmla="*/ 636393 h 2102114"/>
              <a:gd name="connsiteX17" fmla="*/ 930675 w 2103393"/>
              <a:gd name="connsiteY17" fmla="*/ 75207 h 2102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03393" h="2102114">
                <a:moveTo>
                  <a:pt x="930675" y="75207"/>
                </a:moveTo>
                <a:cubicBezTo>
                  <a:pt x="914336" y="-26367"/>
                  <a:pt x="1202803" y="-23213"/>
                  <a:pt x="1190398" y="73534"/>
                </a:cubicBezTo>
                <a:lnTo>
                  <a:pt x="1177505" y="630783"/>
                </a:lnTo>
                <a:lnTo>
                  <a:pt x="1312141" y="709320"/>
                </a:lnTo>
                <a:cubicBezTo>
                  <a:pt x="1349539" y="621433"/>
                  <a:pt x="1403768" y="466228"/>
                  <a:pt x="1508484" y="512977"/>
                </a:cubicBezTo>
                <a:cubicBezTo>
                  <a:pt x="1961009" y="692492"/>
                  <a:pt x="2211581" y="1696648"/>
                  <a:pt x="2058246" y="2061286"/>
                </a:cubicBezTo>
                <a:cubicBezTo>
                  <a:pt x="1912391" y="2233320"/>
                  <a:pt x="1542142" y="1816322"/>
                  <a:pt x="1244822" y="1651768"/>
                </a:cubicBezTo>
                <a:cubicBezTo>
                  <a:pt x="1113927" y="1590061"/>
                  <a:pt x="1184984" y="1466646"/>
                  <a:pt x="1205554" y="1337621"/>
                </a:cubicBezTo>
                <a:cubicBezTo>
                  <a:pt x="1233603" y="1238514"/>
                  <a:pt x="1127017" y="1161846"/>
                  <a:pt x="1244823" y="894444"/>
                </a:cubicBezTo>
                <a:cubicBezTo>
                  <a:pt x="1188725" y="845826"/>
                  <a:pt x="1155065" y="802817"/>
                  <a:pt x="1076528" y="748589"/>
                </a:cubicBezTo>
                <a:cubicBezTo>
                  <a:pt x="973682" y="789728"/>
                  <a:pt x="949373" y="842086"/>
                  <a:pt x="885795" y="888834"/>
                </a:cubicBezTo>
                <a:cubicBezTo>
                  <a:pt x="951243" y="1053389"/>
                  <a:pt x="898883" y="1240382"/>
                  <a:pt x="919453" y="1326400"/>
                </a:cubicBezTo>
                <a:cubicBezTo>
                  <a:pt x="930673" y="1432986"/>
                  <a:pt x="1003602" y="1595671"/>
                  <a:pt x="891405" y="1646159"/>
                </a:cubicBezTo>
                <a:cubicBezTo>
                  <a:pt x="685711" y="1737785"/>
                  <a:pt x="311722" y="2121123"/>
                  <a:pt x="89201" y="2089335"/>
                </a:cubicBezTo>
                <a:cubicBezTo>
                  <a:pt x="-118362" y="2035107"/>
                  <a:pt x="33103" y="774768"/>
                  <a:pt x="577255" y="512977"/>
                </a:cubicBezTo>
                <a:cubicBezTo>
                  <a:pt x="704411" y="464359"/>
                  <a:pt x="736199" y="673791"/>
                  <a:pt x="807257" y="748589"/>
                </a:cubicBezTo>
                <a:lnTo>
                  <a:pt x="969942" y="636393"/>
                </a:lnTo>
                <a:cubicBezTo>
                  <a:pt x="968072" y="483058"/>
                  <a:pt x="947112" y="235825"/>
                  <a:pt x="930675" y="752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Freeform 48">
            <a:extLst>
              <a:ext uri="{FF2B5EF4-FFF2-40B4-BE49-F238E27FC236}">
                <a16:creationId xmlns:a16="http://schemas.microsoft.com/office/drawing/2014/main" id="{5BE33B9F-92F8-4412-8C27-D886E6CA7799}"/>
              </a:ext>
            </a:extLst>
          </p:cNvPr>
          <p:cNvSpPr>
            <a:spLocks noChangeAspect="1"/>
          </p:cNvSpPr>
          <p:nvPr/>
        </p:nvSpPr>
        <p:spPr>
          <a:xfrm>
            <a:off x="4282582" y="1383506"/>
            <a:ext cx="360000" cy="299814"/>
          </a:xfrm>
          <a:custGeom>
            <a:avLst/>
            <a:gdLst/>
            <a:ahLst/>
            <a:cxnLst/>
            <a:rect l="l" t="t" r="r" b="b"/>
            <a:pathLst>
              <a:path w="3240001" h="2698329">
                <a:moveTo>
                  <a:pt x="2548075" y="5025"/>
                </a:moveTo>
                <a:cubicBezTo>
                  <a:pt x="2888705" y="21427"/>
                  <a:pt x="3205543" y="144443"/>
                  <a:pt x="3236875" y="324866"/>
                </a:cubicBezTo>
                <a:cubicBezTo>
                  <a:pt x="3272384" y="584869"/>
                  <a:pt x="3000845" y="793843"/>
                  <a:pt x="2654112" y="922630"/>
                </a:cubicBezTo>
                <a:cubicBezTo>
                  <a:pt x="2512076" y="1002818"/>
                  <a:pt x="2288579" y="1396468"/>
                  <a:pt x="2077615" y="1155904"/>
                </a:cubicBezTo>
                <a:cubicBezTo>
                  <a:pt x="1902159" y="985808"/>
                  <a:pt x="1914692" y="662627"/>
                  <a:pt x="1946024" y="426923"/>
                </a:cubicBezTo>
                <a:cubicBezTo>
                  <a:pt x="1958557" y="234957"/>
                  <a:pt x="1977355" y="79442"/>
                  <a:pt x="2209208" y="25983"/>
                </a:cubicBezTo>
                <a:cubicBezTo>
                  <a:pt x="2318345" y="5936"/>
                  <a:pt x="2434532" y="-443"/>
                  <a:pt x="2548075" y="5025"/>
                </a:cubicBezTo>
                <a:close/>
                <a:moveTo>
                  <a:pt x="1184195" y="86"/>
                </a:moveTo>
                <a:cubicBezTo>
                  <a:pt x="1412849" y="2955"/>
                  <a:pt x="1621488" y="77771"/>
                  <a:pt x="1732975" y="244677"/>
                </a:cubicBezTo>
                <a:cubicBezTo>
                  <a:pt x="1866656" y="436642"/>
                  <a:pt x="1793548" y="672347"/>
                  <a:pt x="1801904" y="871602"/>
                </a:cubicBezTo>
                <a:cubicBezTo>
                  <a:pt x="1820702" y="1041698"/>
                  <a:pt x="1996160" y="1255532"/>
                  <a:pt x="1889631" y="1396469"/>
                </a:cubicBezTo>
                <a:cubicBezTo>
                  <a:pt x="1714174" y="1644320"/>
                  <a:pt x="1482324" y="1717219"/>
                  <a:pt x="1300601" y="1906754"/>
                </a:cubicBezTo>
                <a:cubicBezTo>
                  <a:pt x="1068750" y="2152178"/>
                  <a:pt x="736639" y="2754803"/>
                  <a:pt x="442124" y="2694054"/>
                </a:cubicBezTo>
                <a:cubicBezTo>
                  <a:pt x="189385" y="2609005"/>
                  <a:pt x="149697" y="2276103"/>
                  <a:pt x="78680" y="2016101"/>
                </a:cubicBezTo>
                <a:cubicBezTo>
                  <a:pt x="-50823" y="1442635"/>
                  <a:pt x="-61268" y="759824"/>
                  <a:pt x="366928" y="302996"/>
                </a:cubicBezTo>
                <a:cubicBezTo>
                  <a:pt x="563141" y="111638"/>
                  <a:pt x="890211" y="-3604"/>
                  <a:pt x="1184195" y="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7" name="Freeform 49">
            <a:extLst>
              <a:ext uri="{FF2B5EF4-FFF2-40B4-BE49-F238E27FC236}">
                <a16:creationId xmlns:a16="http://schemas.microsoft.com/office/drawing/2014/main" id="{63323538-DFBB-4FA2-8E67-93E061BF9804}"/>
              </a:ext>
            </a:extLst>
          </p:cNvPr>
          <p:cNvSpPr>
            <a:spLocks noChangeAspect="1"/>
          </p:cNvSpPr>
          <p:nvPr/>
        </p:nvSpPr>
        <p:spPr>
          <a:xfrm>
            <a:off x="5449552" y="1373426"/>
            <a:ext cx="319975" cy="319975"/>
          </a:xfrm>
          <a:custGeom>
            <a:avLst/>
            <a:gdLst>
              <a:gd name="connsiteX0" fmla="*/ 1054645 w 3259303"/>
              <a:gd name="connsiteY0" fmla="*/ 0 h 3248084"/>
              <a:gd name="connsiteX1" fmla="*/ 1469772 w 3259303"/>
              <a:gd name="connsiteY1" fmla="*/ 28049 h 3248084"/>
              <a:gd name="connsiteX2" fmla="*/ 1682945 w 3259303"/>
              <a:gd name="connsiteY2" fmla="*/ 740496 h 3248084"/>
              <a:gd name="connsiteX3" fmla="*/ 2417830 w 3259303"/>
              <a:gd name="connsiteY3" fmla="*/ 566592 h 3248084"/>
              <a:gd name="connsiteX4" fmla="*/ 3259303 w 3259303"/>
              <a:gd name="connsiteY4" fmla="*/ 1834410 h 3248084"/>
              <a:gd name="connsiteX5" fmla="*/ 2311244 w 3259303"/>
              <a:gd name="connsiteY5" fmla="*/ 3113448 h 3248084"/>
              <a:gd name="connsiteX6" fmla="*/ 622689 w 3259303"/>
              <a:gd name="connsiteY6" fmla="*/ 2670273 h 3248084"/>
              <a:gd name="connsiteX7" fmla="*/ 398297 w 3259303"/>
              <a:gd name="connsiteY7" fmla="*/ 3248084 h 3248084"/>
              <a:gd name="connsiteX8" fmla="*/ 0 w 3259303"/>
              <a:gd name="connsiteY8" fmla="*/ 3242474 h 3248084"/>
              <a:gd name="connsiteX9" fmla="*/ 218783 w 3259303"/>
              <a:gd name="connsiteY9" fmla="*/ 2333684 h 3248084"/>
              <a:gd name="connsiteX10" fmla="*/ 1593187 w 3259303"/>
              <a:gd name="connsiteY10" fmla="*/ 1997095 h 3248084"/>
              <a:gd name="connsiteX11" fmla="*/ 1250989 w 3259303"/>
              <a:gd name="connsiteY11" fmla="*/ 964889 h 3248084"/>
              <a:gd name="connsiteX12" fmla="*/ 1054645 w 3259303"/>
              <a:gd name="connsiteY12" fmla="*/ 0 h 3248084"/>
              <a:gd name="connsiteX0" fmla="*/ 1054645 w 3259303"/>
              <a:gd name="connsiteY0" fmla="*/ 0 h 3225645"/>
              <a:gd name="connsiteX1" fmla="*/ 1469772 w 3259303"/>
              <a:gd name="connsiteY1" fmla="*/ 5610 h 3225645"/>
              <a:gd name="connsiteX2" fmla="*/ 1682945 w 3259303"/>
              <a:gd name="connsiteY2" fmla="*/ 718057 h 3225645"/>
              <a:gd name="connsiteX3" fmla="*/ 2417830 w 3259303"/>
              <a:gd name="connsiteY3" fmla="*/ 544153 h 3225645"/>
              <a:gd name="connsiteX4" fmla="*/ 3259303 w 3259303"/>
              <a:gd name="connsiteY4" fmla="*/ 1811971 h 3225645"/>
              <a:gd name="connsiteX5" fmla="*/ 2311244 w 3259303"/>
              <a:gd name="connsiteY5" fmla="*/ 3091009 h 3225645"/>
              <a:gd name="connsiteX6" fmla="*/ 622689 w 3259303"/>
              <a:gd name="connsiteY6" fmla="*/ 2647834 h 3225645"/>
              <a:gd name="connsiteX7" fmla="*/ 398297 w 3259303"/>
              <a:gd name="connsiteY7" fmla="*/ 3225645 h 3225645"/>
              <a:gd name="connsiteX8" fmla="*/ 0 w 3259303"/>
              <a:gd name="connsiteY8" fmla="*/ 3220035 h 3225645"/>
              <a:gd name="connsiteX9" fmla="*/ 218783 w 3259303"/>
              <a:gd name="connsiteY9" fmla="*/ 2311245 h 3225645"/>
              <a:gd name="connsiteX10" fmla="*/ 1593187 w 3259303"/>
              <a:gd name="connsiteY10" fmla="*/ 1974656 h 3225645"/>
              <a:gd name="connsiteX11" fmla="*/ 1250989 w 3259303"/>
              <a:gd name="connsiteY11" fmla="*/ 942450 h 3225645"/>
              <a:gd name="connsiteX12" fmla="*/ 1054645 w 3259303"/>
              <a:gd name="connsiteY12" fmla="*/ 0 h 3225645"/>
              <a:gd name="connsiteX0" fmla="*/ 1054645 w 3259303"/>
              <a:gd name="connsiteY0" fmla="*/ 0 h 3242475"/>
              <a:gd name="connsiteX1" fmla="*/ 1469772 w 3259303"/>
              <a:gd name="connsiteY1" fmla="*/ 22440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54645 w 3259303"/>
              <a:gd name="connsiteY0" fmla="*/ 0 h 3242475"/>
              <a:gd name="connsiteX1" fmla="*/ 1464162 w 3259303"/>
              <a:gd name="connsiteY1" fmla="*/ 1 h 3242475"/>
              <a:gd name="connsiteX2" fmla="*/ 1682945 w 3259303"/>
              <a:gd name="connsiteY2" fmla="*/ 734887 h 3242475"/>
              <a:gd name="connsiteX3" fmla="*/ 2417830 w 3259303"/>
              <a:gd name="connsiteY3" fmla="*/ 560983 h 3242475"/>
              <a:gd name="connsiteX4" fmla="*/ 3259303 w 3259303"/>
              <a:gd name="connsiteY4" fmla="*/ 1828801 h 3242475"/>
              <a:gd name="connsiteX5" fmla="*/ 2311244 w 3259303"/>
              <a:gd name="connsiteY5" fmla="*/ 3107839 h 3242475"/>
              <a:gd name="connsiteX6" fmla="*/ 622689 w 3259303"/>
              <a:gd name="connsiteY6" fmla="*/ 2664664 h 3242475"/>
              <a:gd name="connsiteX7" fmla="*/ 398297 w 3259303"/>
              <a:gd name="connsiteY7" fmla="*/ 3242475 h 3242475"/>
              <a:gd name="connsiteX8" fmla="*/ 0 w 3259303"/>
              <a:gd name="connsiteY8" fmla="*/ 3236865 h 3242475"/>
              <a:gd name="connsiteX9" fmla="*/ 218783 w 3259303"/>
              <a:gd name="connsiteY9" fmla="*/ 2328075 h 3242475"/>
              <a:gd name="connsiteX10" fmla="*/ 1593187 w 3259303"/>
              <a:gd name="connsiteY10" fmla="*/ 1991486 h 3242475"/>
              <a:gd name="connsiteX11" fmla="*/ 1250989 w 3259303"/>
              <a:gd name="connsiteY11" fmla="*/ 959280 h 3242475"/>
              <a:gd name="connsiteX12" fmla="*/ 1054645 w 3259303"/>
              <a:gd name="connsiteY12" fmla="*/ 0 h 3242475"/>
              <a:gd name="connsiteX0" fmla="*/ 1065864 w 3259303"/>
              <a:gd name="connsiteY0" fmla="*/ 5609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5609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218783 w 3259303"/>
              <a:gd name="connsiteY9" fmla="*/ 2328074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37566 w 3259303"/>
              <a:gd name="connsiteY9" fmla="*/ 2260757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93187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65864 w 3259303"/>
              <a:gd name="connsiteY0" fmla="*/ 16828 h 3242474"/>
              <a:gd name="connsiteX1" fmla="*/ 1464162 w 3259303"/>
              <a:gd name="connsiteY1" fmla="*/ 0 h 3242474"/>
              <a:gd name="connsiteX2" fmla="*/ 1682945 w 3259303"/>
              <a:gd name="connsiteY2" fmla="*/ 734886 h 3242474"/>
              <a:gd name="connsiteX3" fmla="*/ 2417830 w 3259303"/>
              <a:gd name="connsiteY3" fmla="*/ 560982 h 3242474"/>
              <a:gd name="connsiteX4" fmla="*/ 3259303 w 3259303"/>
              <a:gd name="connsiteY4" fmla="*/ 1828800 h 3242474"/>
              <a:gd name="connsiteX5" fmla="*/ 2311244 w 3259303"/>
              <a:gd name="connsiteY5" fmla="*/ 3107838 h 3242474"/>
              <a:gd name="connsiteX6" fmla="*/ 622689 w 3259303"/>
              <a:gd name="connsiteY6" fmla="*/ 2664663 h 3242474"/>
              <a:gd name="connsiteX7" fmla="*/ 398297 w 3259303"/>
              <a:gd name="connsiteY7" fmla="*/ 3242474 h 3242474"/>
              <a:gd name="connsiteX8" fmla="*/ 0 w 3259303"/>
              <a:gd name="connsiteY8" fmla="*/ 3236864 h 3242474"/>
              <a:gd name="connsiteX9" fmla="*/ 448785 w 3259303"/>
              <a:gd name="connsiteY9" fmla="*/ 2232708 h 3242474"/>
              <a:gd name="connsiteX10" fmla="*/ 1576358 w 3259303"/>
              <a:gd name="connsiteY10" fmla="*/ 1991485 h 3242474"/>
              <a:gd name="connsiteX11" fmla="*/ 1250989 w 3259303"/>
              <a:gd name="connsiteY11" fmla="*/ 959279 h 3242474"/>
              <a:gd name="connsiteX12" fmla="*/ 1065864 w 3259303"/>
              <a:gd name="connsiteY12" fmla="*/ 16828 h 3242474"/>
              <a:gd name="connsiteX0" fmla="*/ 1004156 w 3197595"/>
              <a:gd name="connsiteY0" fmla="*/ 16828 h 3242474"/>
              <a:gd name="connsiteX1" fmla="*/ 1402454 w 3197595"/>
              <a:gd name="connsiteY1" fmla="*/ 0 h 3242474"/>
              <a:gd name="connsiteX2" fmla="*/ 1621237 w 3197595"/>
              <a:gd name="connsiteY2" fmla="*/ 734886 h 3242474"/>
              <a:gd name="connsiteX3" fmla="*/ 2356122 w 3197595"/>
              <a:gd name="connsiteY3" fmla="*/ 560982 h 3242474"/>
              <a:gd name="connsiteX4" fmla="*/ 3197595 w 3197595"/>
              <a:gd name="connsiteY4" fmla="*/ 1828800 h 3242474"/>
              <a:gd name="connsiteX5" fmla="*/ 2249536 w 3197595"/>
              <a:gd name="connsiteY5" fmla="*/ 3107838 h 3242474"/>
              <a:gd name="connsiteX6" fmla="*/ 560981 w 3197595"/>
              <a:gd name="connsiteY6" fmla="*/ 2664663 h 3242474"/>
              <a:gd name="connsiteX7" fmla="*/ 336589 w 3197595"/>
              <a:gd name="connsiteY7" fmla="*/ 3242474 h 3242474"/>
              <a:gd name="connsiteX8" fmla="*/ 0 w 3197595"/>
              <a:gd name="connsiteY8" fmla="*/ 3236864 h 3242474"/>
              <a:gd name="connsiteX9" fmla="*/ 387077 w 3197595"/>
              <a:gd name="connsiteY9" fmla="*/ 2232708 h 3242474"/>
              <a:gd name="connsiteX10" fmla="*/ 1514650 w 3197595"/>
              <a:gd name="connsiteY10" fmla="*/ 1991485 h 3242474"/>
              <a:gd name="connsiteX11" fmla="*/ 1189281 w 3197595"/>
              <a:gd name="connsiteY11" fmla="*/ 959279 h 3242474"/>
              <a:gd name="connsiteX12" fmla="*/ 1004156 w 3197595"/>
              <a:gd name="connsiteY12" fmla="*/ 16828 h 3242474"/>
              <a:gd name="connsiteX0" fmla="*/ 1011476 w 3204915"/>
              <a:gd name="connsiteY0" fmla="*/ 16828 h 3242474"/>
              <a:gd name="connsiteX1" fmla="*/ 1409774 w 3204915"/>
              <a:gd name="connsiteY1" fmla="*/ 0 h 3242474"/>
              <a:gd name="connsiteX2" fmla="*/ 1628557 w 3204915"/>
              <a:gd name="connsiteY2" fmla="*/ 734886 h 3242474"/>
              <a:gd name="connsiteX3" fmla="*/ 2363442 w 3204915"/>
              <a:gd name="connsiteY3" fmla="*/ 560982 h 3242474"/>
              <a:gd name="connsiteX4" fmla="*/ 3204915 w 3204915"/>
              <a:gd name="connsiteY4" fmla="*/ 1828800 h 3242474"/>
              <a:gd name="connsiteX5" fmla="*/ 2256856 w 3204915"/>
              <a:gd name="connsiteY5" fmla="*/ 3107838 h 3242474"/>
              <a:gd name="connsiteX6" fmla="*/ 568301 w 3204915"/>
              <a:gd name="connsiteY6" fmla="*/ 2664663 h 3242474"/>
              <a:gd name="connsiteX7" fmla="*/ 343909 w 3204915"/>
              <a:gd name="connsiteY7" fmla="*/ 3242474 h 3242474"/>
              <a:gd name="connsiteX8" fmla="*/ 7320 w 3204915"/>
              <a:gd name="connsiteY8" fmla="*/ 3236864 h 3242474"/>
              <a:gd name="connsiteX9" fmla="*/ 394397 w 3204915"/>
              <a:gd name="connsiteY9" fmla="*/ 2232708 h 3242474"/>
              <a:gd name="connsiteX10" fmla="*/ 1521970 w 3204915"/>
              <a:gd name="connsiteY10" fmla="*/ 1991485 h 3242474"/>
              <a:gd name="connsiteX11" fmla="*/ 1196601 w 3204915"/>
              <a:gd name="connsiteY11" fmla="*/ 959279 h 3242474"/>
              <a:gd name="connsiteX12" fmla="*/ 1011476 w 3204915"/>
              <a:gd name="connsiteY12" fmla="*/ 16828 h 3242474"/>
              <a:gd name="connsiteX0" fmla="*/ 1007292 w 3200731"/>
              <a:gd name="connsiteY0" fmla="*/ 16828 h 3242474"/>
              <a:gd name="connsiteX1" fmla="*/ 1405590 w 3200731"/>
              <a:gd name="connsiteY1" fmla="*/ 0 h 3242474"/>
              <a:gd name="connsiteX2" fmla="*/ 1624373 w 3200731"/>
              <a:gd name="connsiteY2" fmla="*/ 734886 h 3242474"/>
              <a:gd name="connsiteX3" fmla="*/ 2359258 w 3200731"/>
              <a:gd name="connsiteY3" fmla="*/ 560982 h 3242474"/>
              <a:gd name="connsiteX4" fmla="*/ 3200731 w 3200731"/>
              <a:gd name="connsiteY4" fmla="*/ 1828800 h 3242474"/>
              <a:gd name="connsiteX5" fmla="*/ 2252672 w 3200731"/>
              <a:gd name="connsiteY5" fmla="*/ 3107838 h 3242474"/>
              <a:gd name="connsiteX6" fmla="*/ 564117 w 3200731"/>
              <a:gd name="connsiteY6" fmla="*/ 2664663 h 3242474"/>
              <a:gd name="connsiteX7" fmla="*/ 339725 w 3200731"/>
              <a:gd name="connsiteY7" fmla="*/ 3242474 h 3242474"/>
              <a:gd name="connsiteX8" fmla="*/ 3136 w 3200731"/>
              <a:gd name="connsiteY8" fmla="*/ 3236864 h 3242474"/>
              <a:gd name="connsiteX9" fmla="*/ 390213 w 3200731"/>
              <a:gd name="connsiteY9" fmla="*/ 2232708 h 3242474"/>
              <a:gd name="connsiteX10" fmla="*/ 1517786 w 3200731"/>
              <a:gd name="connsiteY10" fmla="*/ 1991485 h 3242474"/>
              <a:gd name="connsiteX11" fmla="*/ 1192417 w 3200731"/>
              <a:gd name="connsiteY11" fmla="*/ 959279 h 3242474"/>
              <a:gd name="connsiteX12" fmla="*/ 1007292 w 3200731"/>
              <a:gd name="connsiteY12" fmla="*/ 16828 h 3242474"/>
              <a:gd name="connsiteX0" fmla="*/ 1051443 w 3244882"/>
              <a:gd name="connsiteY0" fmla="*/ 16828 h 3242474"/>
              <a:gd name="connsiteX1" fmla="*/ 1449741 w 3244882"/>
              <a:gd name="connsiteY1" fmla="*/ 0 h 3242474"/>
              <a:gd name="connsiteX2" fmla="*/ 1668524 w 3244882"/>
              <a:gd name="connsiteY2" fmla="*/ 734886 h 3242474"/>
              <a:gd name="connsiteX3" fmla="*/ 2403409 w 3244882"/>
              <a:gd name="connsiteY3" fmla="*/ 560982 h 3242474"/>
              <a:gd name="connsiteX4" fmla="*/ 3244882 w 3244882"/>
              <a:gd name="connsiteY4" fmla="*/ 1828800 h 3242474"/>
              <a:gd name="connsiteX5" fmla="*/ 2296823 w 3244882"/>
              <a:gd name="connsiteY5" fmla="*/ 3107838 h 3242474"/>
              <a:gd name="connsiteX6" fmla="*/ 608268 w 3244882"/>
              <a:gd name="connsiteY6" fmla="*/ 2664663 h 3242474"/>
              <a:gd name="connsiteX7" fmla="*/ 383876 w 3244882"/>
              <a:gd name="connsiteY7" fmla="*/ 3242474 h 3242474"/>
              <a:gd name="connsiteX8" fmla="*/ 2408 w 3244882"/>
              <a:gd name="connsiteY8" fmla="*/ 3236864 h 3242474"/>
              <a:gd name="connsiteX9" fmla="*/ 434364 w 3244882"/>
              <a:gd name="connsiteY9" fmla="*/ 2232708 h 3242474"/>
              <a:gd name="connsiteX10" fmla="*/ 1561937 w 3244882"/>
              <a:gd name="connsiteY10" fmla="*/ 1991485 h 3242474"/>
              <a:gd name="connsiteX11" fmla="*/ 1236568 w 3244882"/>
              <a:gd name="connsiteY11" fmla="*/ 959279 h 3242474"/>
              <a:gd name="connsiteX12" fmla="*/ 1051443 w 3244882"/>
              <a:gd name="connsiteY12" fmla="*/ 16828 h 3242474"/>
              <a:gd name="connsiteX0" fmla="*/ 1049313 w 3242752"/>
              <a:gd name="connsiteY0" fmla="*/ 16828 h 3242474"/>
              <a:gd name="connsiteX1" fmla="*/ 1447611 w 3242752"/>
              <a:gd name="connsiteY1" fmla="*/ 0 h 3242474"/>
              <a:gd name="connsiteX2" fmla="*/ 1666394 w 3242752"/>
              <a:gd name="connsiteY2" fmla="*/ 734886 h 3242474"/>
              <a:gd name="connsiteX3" fmla="*/ 2401279 w 3242752"/>
              <a:gd name="connsiteY3" fmla="*/ 560982 h 3242474"/>
              <a:gd name="connsiteX4" fmla="*/ 3242752 w 3242752"/>
              <a:gd name="connsiteY4" fmla="*/ 1828800 h 3242474"/>
              <a:gd name="connsiteX5" fmla="*/ 2294693 w 3242752"/>
              <a:gd name="connsiteY5" fmla="*/ 3107838 h 3242474"/>
              <a:gd name="connsiteX6" fmla="*/ 606138 w 3242752"/>
              <a:gd name="connsiteY6" fmla="*/ 2664663 h 3242474"/>
              <a:gd name="connsiteX7" fmla="*/ 381746 w 3242752"/>
              <a:gd name="connsiteY7" fmla="*/ 3242474 h 3242474"/>
              <a:gd name="connsiteX8" fmla="*/ 278 w 3242752"/>
              <a:gd name="connsiteY8" fmla="*/ 3236864 h 3242474"/>
              <a:gd name="connsiteX9" fmla="*/ 432234 w 3242752"/>
              <a:gd name="connsiteY9" fmla="*/ 2232708 h 3242474"/>
              <a:gd name="connsiteX10" fmla="*/ 1559807 w 3242752"/>
              <a:gd name="connsiteY10" fmla="*/ 1991485 h 3242474"/>
              <a:gd name="connsiteX11" fmla="*/ 1234438 w 3242752"/>
              <a:gd name="connsiteY11" fmla="*/ 959279 h 3242474"/>
              <a:gd name="connsiteX12" fmla="*/ 1049313 w 3242752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294415 w 3242474"/>
              <a:gd name="connsiteY5" fmla="*/ 3107838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242474"/>
              <a:gd name="connsiteY0" fmla="*/ 16828 h 3242474"/>
              <a:gd name="connsiteX1" fmla="*/ 1447333 w 3242474"/>
              <a:gd name="connsiteY1" fmla="*/ 0 h 3242474"/>
              <a:gd name="connsiteX2" fmla="*/ 1666116 w 3242474"/>
              <a:gd name="connsiteY2" fmla="*/ 734886 h 3242474"/>
              <a:gd name="connsiteX3" fmla="*/ 2401001 w 3242474"/>
              <a:gd name="connsiteY3" fmla="*/ 560982 h 3242474"/>
              <a:gd name="connsiteX4" fmla="*/ 3242474 w 3242474"/>
              <a:gd name="connsiteY4" fmla="*/ 1828800 h 3242474"/>
              <a:gd name="connsiteX5" fmla="*/ 2300025 w 3242474"/>
              <a:gd name="connsiteY5" fmla="*/ 3046130 h 3242474"/>
              <a:gd name="connsiteX6" fmla="*/ 605860 w 3242474"/>
              <a:gd name="connsiteY6" fmla="*/ 2664663 h 3242474"/>
              <a:gd name="connsiteX7" fmla="*/ 381468 w 3242474"/>
              <a:gd name="connsiteY7" fmla="*/ 3242474 h 3242474"/>
              <a:gd name="connsiteX8" fmla="*/ 0 w 3242474"/>
              <a:gd name="connsiteY8" fmla="*/ 3236864 h 3242474"/>
              <a:gd name="connsiteX9" fmla="*/ 431956 w 3242474"/>
              <a:gd name="connsiteY9" fmla="*/ 2232708 h 3242474"/>
              <a:gd name="connsiteX10" fmla="*/ 1559529 w 3242474"/>
              <a:gd name="connsiteY10" fmla="*/ 1991485 h 3242474"/>
              <a:gd name="connsiteX11" fmla="*/ 1234160 w 3242474"/>
              <a:gd name="connsiteY11" fmla="*/ 959279 h 3242474"/>
              <a:gd name="connsiteX12" fmla="*/ 1049035 w 3242474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186376"/>
              <a:gd name="connsiteY0" fmla="*/ 16828 h 3242474"/>
              <a:gd name="connsiteX1" fmla="*/ 1447333 w 3186376"/>
              <a:gd name="connsiteY1" fmla="*/ 0 h 3242474"/>
              <a:gd name="connsiteX2" fmla="*/ 1666116 w 3186376"/>
              <a:gd name="connsiteY2" fmla="*/ 734886 h 3242474"/>
              <a:gd name="connsiteX3" fmla="*/ 2401001 w 3186376"/>
              <a:gd name="connsiteY3" fmla="*/ 560982 h 3242474"/>
              <a:gd name="connsiteX4" fmla="*/ 3186376 w 3186376"/>
              <a:gd name="connsiteY4" fmla="*/ 1828800 h 3242474"/>
              <a:gd name="connsiteX5" fmla="*/ 2300025 w 3186376"/>
              <a:gd name="connsiteY5" fmla="*/ 3046130 h 3242474"/>
              <a:gd name="connsiteX6" fmla="*/ 605860 w 3186376"/>
              <a:gd name="connsiteY6" fmla="*/ 2664663 h 3242474"/>
              <a:gd name="connsiteX7" fmla="*/ 381468 w 3186376"/>
              <a:gd name="connsiteY7" fmla="*/ 3242474 h 3242474"/>
              <a:gd name="connsiteX8" fmla="*/ 0 w 3186376"/>
              <a:gd name="connsiteY8" fmla="*/ 3236864 h 3242474"/>
              <a:gd name="connsiteX9" fmla="*/ 431956 w 3186376"/>
              <a:gd name="connsiteY9" fmla="*/ 2232708 h 3242474"/>
              <a:gd name="connsiteX10" fmla="*/ 1559529 w 3186376"/>
              <a:gd name="connsiteY10" fmla="*/ 1991485 h 3242474"/>
              <a:gd name="connsiteX11" fmla="*/ 1234160 w 3186376"/>
              <a:gd name="connsiteY11" fmla="*/ 959279 h 3242474"/>
              <a:gd name="connsiteX12" fmla="*/ 1049035 w 318637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23190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431956 w 3203206"/>
              <a:gd name="connsiteY9" fmla="*/ 223270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431956 w 3175157"/>
              <a:gd name="connsiteY9" fmla="*/ 223270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175157"/>
              <a:gd name="connsiteY0" fmla="*/ 16828 h 3242474"/>
              <a:gd name="connsiteX1" fmla="*/ 1447333 w 3175157"/>
              <a:gd name="connsiteY1" fmla="*/ 0 h 3242474"/>
              <a:gd name="connsiteX2" fmla="*/ 1666116 w 3175157"/>
              <a:gd name="connsiteY2" fmla="*/ 734886 h 3242474"/>
              <a:gd name="connsiteX3" fmla="*/ 2401001 w 3175157"/>
              <a:gd name="connsiteY3" fmla="*/ 560982 h 3242474"/>
              <a:gd name="connsiteX4" fmla="*/ 3175157 w 3175157"/>
              <a:gd name="connsiteY4" fmla="*/ 1834409 h 3242474"/>
              <a:gd name="connsiteX5" fmla="*/ 2300025 w 3175157"/>
              <a:gd name="connsiteY5" fmla="*/ 3046130 h 3242474"/>
              <a:gd name="connsiteX6" fmla="*/ 605860 w 3175157"/>
              <a:gd name="connsiteY6" fmla="*/ 2664663 h 3242474"/>
              <a:gd name="connsiteX7" fmla="*/ 381468 w 3175157"/>
              <a:gd name="connsiteY7" fmla="*/ 3242474 h 3242474"/>
              <a:gd name="connsiteX8" fmla="*/ 0 w 3175157"/>
              <a:gd name="connsiteY8" fmla="*/ 3236864 h 3242474"/>
              <a:gd name="connsiteX9" fmla="*/ 516103 w 3175157"/>
              <a:gd name="connsiteY9" fmla="*/ 2249538 h 3242474"/>
              <a:gd name="connsiteX10" fmla="*/ 1559529 w 3175157"/>
              <a:gd name="connsiteY10" fmla="*/ 1991485 h 3242474"/>
              <a:gd name="connsiteX11" fmla="*/ 1234160 w 3175157"/>
              <a:gd name="connsiteY11" fmla="*/ 959279 h 3242474"/>
              <a:gd name="connsiteX12" fmla="*/ 1049035 w 3175157"/>
              <a:gd name="connsiteY12" fmla="*/ 16828 h 3242474"/>
              <a:gd name="connsiteX0" fmla="*/ 1049035 w 3203206"/>
              <a:gd name="connsiteY0" fmla="*/ 16828 h 3242474"/>
              <a:gd name="connsiteX1" fmla="*/ 1447333 w 3203206"/>
              <a:gd name="connsiteY1" fmla="*/ 0 h 3242474"/>
              <a:gd name="connsiteX2" fmla="*/ 1666116 w 3203206"/>
              <a:gd name="connsiteY2" fmla="*/ 734886 h 3242474"/>
              <a:gd name="connsiteX3" fmla="*/ 2401001 w 3203206"/>
              <a:gd name="connsiteY3" fmla="*/ 560982 h 3242474"/>
              <a:gd name="connsiteX4" fmla="*/ 3203206 w 3203206"/>
              <a:gd name="connsiteY4" fmla="*/ 1834409 h 3242474"/>
              <a:gd name="connsiteX5" fmla="*/ 2300025 w 3203206"/>
              <a:gd name="connsiteY5" fmla="*/ 3046130 h 3242474"/>
              <a:gd name="connsiteX6" fmla="*/ 605860 w 3203206"/>
              <a:gd name="connsiteY6" fmla="*/ 2664663 h 3242474"/>
              <a:gd name="connsiteX7" fmla="*/ 381468 w 3203206"/>
              <a:gd name="connsiteY7" fmla="*/ 3242474 h 3242474"/>
              <a:gd name="connsiteX8" fmla="*/ 0 w 3203206"/>
              <a:gd name="connsiteY8" fmla="*/ 3236864 h 3242474"/>
              <a:gd name="connsiteX9" fmla="*/ 516103 w 3203206"/>
              <a:gd name="connsiteY9" fmla="*/ 2249538 h 3242474"/>
              <a:gd name="connsiteX10" fmla="*/ 1559529 w 3203206"/>
              <a:gd name="connsiteY10" fmla="*/ 1991485 h 3242474"/>
              <a:gd name="connsiteX11" fmla="*/ 1234160 w 3203206"/>
              <a:gd name="connsiteY11" fmla="*/ 959279 h 3242474"/>
              <a:gd name="connsiteX12" fmla="*/ 1049035 w 3203206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  <a:gd name="connsiteX0" fmla="*/ 1049035 w 3203570"/>
              <a:gd name="connsiteY0" fmla="*/ 16828 h 3242474"/>
              <a:gd name="connsiteX1" fmla="*/ 1447333 w 3203570"/>
              <a:gd name="connsiteY1" fmla="*/ 0 h 3242474"/>
              <a:gd name="connsiteX2" fmla="*/ 1666116 w 3203570"/>
              <a:gd name="connsiteY2" fmla="*/ 734886 h 3242474"/>
              <a:gd name="connsiteX3" fmla="*/ 2401001 w 3203570"/>
              <a:gd name="connsiteY3" fmla="*/ 560982 h 3242474"/>
              <a:gd name="connsiteX4" fmla="*/ 3203206 w 3203570"/>
              <a:gd name="connsiteY4" fmla="*/ 1834409 h 3242474"/>
              <a:gd name="connsiteX5" fmla="*/ 2300025 w 3203570"/>
              <a:gd name="connsiteY5" fmla="*/ 3046130 h 3242474"/>
              <a:gd name="connsiteX6" fmla="*/ 605860 w 3203570"/>
              <a:gd name="connsiteY6" fmla="*/ 2664663 h 3242474"/>
              <a:gd name="connsiteX7" fmla="*/ 381468 w 3203570"/>
              <a:gd name="connsiteY7" fmla="*/ 3242474 h 3242474"/>
              <a:gd name="connsiteX8" fmla="*/ 0 w 3203570"/>
              <a:gd name="connsiteY8" fmla="*/ 3236864 h 3242474"/>
              <a:gd name="connsiteX9" fmla="*/ 516103 w 3203570"/>
              <a:gd name="connsiteY9" fmla="*/ 2249538 h 3242474"/>
              <a:gd name="connsiteX10" fmla="*/ 1559529 w 3203570"/>
              <a:gd name="connsiteY10" fmla="*/ 1991485 h 3242474"/>
              <a:gd name="connsiteX11" fmla="*/ 1234160 w 3203570"/>
              <a:gd name="connsiteY11" fmla="*/ 959279 h 3242474"/>
              <a:gd name="connsiteX12" fmla="*/ 1049035 w 3203570"/>
              <a:gd name="connsiteY12" fmla="*/ 16828 h 324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3570" h="3242474">
                <a:moveTo>
                  <a:pt x="1049035" y="16828"/>
                </a:moveTo>
                <a:lnTo>
                  <a:pt x="1447333" y="0"/>
                </a:lnTo>
                <a:cubicBezTo>
                  <a:pt x="1441724" y="284231"/>
                  <a:pt x="1413674" y="613340"/>
                  <a:pt x="1666116" y="734886"/>
                </a:cubicBezTo>
                <a:cubicBezTo>
                  <a:pt x="1888639" y="783504"/>
                  <a:pt x="1937256" y="473095"/>
                  <a:pt x="2401001" y="560982"/>
                </a:cubicBezTo>
                <a:cubicBezTo>
                  <a:pt x="2875965" y="635779"/>
                  <a:pt x="3216295" y="1035945"/>
                  <a:pt x="3203206" y="1834409"/>
                </a:cubicBezTo>
                <a:cubicBezTo>
                  <a:pt x="3175156" y="2587994"/>
                  <a:pt x="2844177" y="2814257"/>
                  <a:pt x="2300025" y="3046130"/>
                </a:cubicBezTo>
                <a:cubicBezTo>
                  <a:pt x="1406194" y="3347190"/>
                  <a:pt x="820903" y="2705801"/>
                  <a:pt x="605860" y="2664663"/>
                </a:cubicBezTo>
                <a:cubicBezTo>
                  <a:pt x="379598" y="2621655"/>
                  <a:pt x="355288" y="2954503"/>
                  <a:pt x="381468" y="3242474"/>
                </a:cubicBezTo>
                <a:lnTo>
                  <a:pt x="0" y="3236864"/>
                </a:lnTo>
                <a:cubicBezTo>
                  <a:pt x="9350" y="2823607"/>
                  <a:pt x="-31788" y="2191567"/>
                  <a:pt x="516103" y="2249538"/>
                </a:cubicBezTo>
                <a:cubicBezTo>
                  <a:pt x="918138" y="2305637"/>
                  <a:pt x="1303347" y="2423441"/>
                  <a:pt x="1559529" y="1991485"/>
                </a:cubicBezTo>
                <a:cubicBezTo>
                  <a:pt x="1720344" y="1686686"/>
                  <a:pt x="1701645" y="1337006"/>
                  <a:pt x="1234160" y="959279"/>
                </a:cubicBezTo>
                <a:cubicBezTo>
                  <a:pt x="1155622" y="891961"/>
                  <a:pt x="981717" y="516102"/>
                  <a:pt x="1049035" y="16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8" name="Freeform 50">
            <a:extLst>
              <a:ext uri="{FF2B5EF4-FFF2-40B4-BE49-F238E27FC236}">
                <a16:creationId xmlns:a16="http://schemas.microsoft.com/office/drawing/2014/main" id="{507D8183-9A78-4B66-A2C9-55C7F757EF57}"/>
              </a:ext>
            </a:extLst>
          </p:cNvPr>
          <p:cNvSpPr>
            <a:spLocks noChangeAspect="1"/>
          </p:cNvSpPr>
          <p:nvPr/>
        </p:nvSpPr>
        <p:spPr>
          <a:xfrm>
            <a:off x="4851982" y="1381413"/>
            <a:ext cx="360000" cy="304000"/>
          </a:xfrm>
          <a:custGeom>
            <a:avLst/>
            <a:gdLst/>
            <a:ahLst/>
            <a:cxnLst/>
            <a:rect l="l" t="t" r="r" b="b"/>
            <a:pathLst>
              <a:path w="3213653" h="2719059">
                <a:moveTo>
                  <a:pt x="1378151" y="1333546"/>
                </a:moveTo>
                <a:cubicBezTo>
                  <a:pt x="1319627" y="1375402"/>
                  <a:pt x="1250513" y="1400241"/>
                  <a:pt x="1177640" y="1404742"/>
                </a:cubicBezTo>
                <a:cubicBezTo>
                  <a:pt x="1183273" y="1421668"/>
                  <a:pt x="1185388" y="1439329"/>
                  <a:pt x="1185029" y="1457608"/>
                </a:cubicBezTo>
                <a:lnTo>
                  <a:pt x="1182201" y="1517198"/>
                </a:lnTo>
                <a:cubicBezTo>
                  <a:pt x="1256472" y="1514781"/>
                  <a:pt x="1326341" y="1484168"/>
                  <a:pt x="1378151" y="1432005"/>
                </a:cubicBezTo>
                <a:close/>
                <a:moveTo>
                  <a:pt x="1765736" y="0"/>
                </a:moveTo>
                <a:cubicBezTo>
                  <a:pt x="1820598" y="0"/>
                  <a:pt x="1865072" y="44474"/>
                  <a:pt x="1865072" y="99336"/>
                </a:cubicBezTo>
                <a:lnTo>
                  <a:pt x="1865072" y="1145199"/>
                </a:lnTo>
                <a:cubicBezTo>
                  <a:pt x="1927584" y="1198906"/>
                  <a:pt x="2002197" y="1234373"/>
                  <a:pt x="2081262" y="1252128"/>
                </a:cubicBezTo>
                <a:cubicBezTo>
                  <a:pt x="2096727" y="1219747"/>
                  <a:pt x="2112543" y="1186289"/>
                  <a:pt x="2123992" y="1149920"/>
                </a:cubicBezTo>
                <a:cubicBezTo>
                  <a:pt x="1899600" y="1041464"/>
                  <a:pt x="1832282" y="585198"/>
                  <a:pt x="1933258" y="437473"/>
                </a:cubicBezTo>
                <a:cubicBezTo>
                  <a:pt x="2028156" y="327848"/>
                  <a:pt x="2131647" y="265468"/>
                  <a:pt x="2345195" y="261608"/>
                </a:cubicBezTo>
                <a:cubicBezTo>
                  <a:pt x="2375702" y="261056"/>
                  <a:pt x="2408455" y="261699"/>
                  <a:pt x="2443750" y="263569"/>
                </a:cubicBezTo>
                <a:cubicBezTo>
                  <a:pt x="2954244" y="291618"/>
                  <a:pt x="3189856" y="886259"/>
                  <a:pt x="3206686" y="1323824"/>
                </a:cubicBezTo>
                <a:cubicBezTo>
                  <a:pt x="3247823" y="2015701"/>
                  <a:pt x="3103839" y="2270013"/>
                  <a:pt x="2853267" y="2462617"/>
                </a:cubicBezTo>
                <a:cubicBezTo>
                  <a:pt x="2511068" y="2735627"/>
                  <a:pt x="2157650" y="2470097"/>
                  <a:pt x="2084722" y="2170906"/>
                </a:cubicBezTo>
                <a:cubicBezTo>
                  <a:pt x="2058544" y="2038140"/>
                  <a:pt x="2127730" y="1922204"/>
                  <a:pt x="2202528" y="1800658"/>
                </a:cubicBezTo>
                <a:lnTo>
                  <a:pt x="2143866" y="1730900"/>
                </a:lnTo>
                <a:cubicBezTo>
                  <a:pt x="2096151" y="1741682"/>
                  <a:pt x="2046910" y="1746675"/>
                  <a:pt x="1997032" y="1746402"/>
                </a:cubicBezTo>
                <a:lnTo>
                  <a:pt x="1887189" y="1736891"/>
                </a:lnTo>
                <a:lnTo>
                  <a:pt x="1887189" y="2619722"/>
                </a:lnTo>
                <a:cubicBezTo>
                  <a:pt x="1887189" y="2674584"/>
                  <a:pt x="1842715" y="2719058"/>
                  <a:pt x="1787853" y="2719058"/>
                </a:cubicBezTo>
                <a:cubicBezTo>
                  <a:pt x="1732991" y="2719058"/>
                  <a:pt x="1688517" y="2674584"/>
                  <a:pt x="1688517" y="2619722"/>
                </a:cubicBezTo>
                <a:lnTo>
                  <a:pt x="1688517" y="1730093"/>
                </a:lnTo>
                <a:cubicBezTo>
                  <a:pt x="1688517" y="1710960"/>
                  <a:pt x="1693926" y="1693091"/>
                  <a:pt x="1704798" y="1678857"/>
                </a:cubicBezTo>
                <a:cubicBezTo>
                  <a:pt x="1659024" y="1659660"/>
                  <a:pt x="1616387" y="1633873"/>
                  <a:pt x="1576823" y="1603655"/>
                </a:cubicBezTo>
                <a:lnTo>
                  <a:pt x="1576823" y="2619723"/>
                </a:lnTo>
                <a:cubicBezTo>
                  <a:pt x="1576823" y="2674585"/>
                  <a:pt x="1532349" y="2719059"/>
                  <a:pt x="1477487" y="2719059"/>
                </a:cubicBezTo>
                <a:cubicBezTo>
                  <a:pt x="1422625" y="2719059"/>
                  <a:pt x="1378151" y="2674585"/>
                  <a:pt x="1378151" y="2619723"/>
                </a:cubicBezTo>
                <a:lnTo>
                  <a:pt x="1378151" y="1615564"/>
                </a:lnTo>
                <a:cubicBezTo>
                  <a:pt x="1313743" y="1650180"/>
                  <a:pt x="1240907" y="1668612"/>
                  <a:pt x="1165758" y="1668570"/>
                </a:cubicBezTo>
                <a:lnTo>
                  <a:pt x="1143358" y="1665899"/>
                </a:lnTo>
                <a:cubicBezTo>
                  <a:pt x="1108602" y="1733381"/>
                  <a:pt x="1056017" y="1769960"/>
                  <a:pt x="1011125" y="1833465"/>
                </a:cubicBezTo>
                <a:cubicBezTo>
                  <a:pt x="1085923" y="1955011"/>
                  <a:pt x="1155109" y="2070947"/>
                  <a:pt x="1128931" y="2203713"/>
                </a:cubicBezTo>
                <a:cubicBezTo>
                  <a:pt x="1056003" y="2502904"/>
                  <a:pt x="702585" y="2768434"/>
                  <a:pt x="360386" y="2495424"/>
                </a:cubicBezTo>
                <a:cubicBezTo>
                  <a:pt x="109814" y="2302820"/>
                  <a:pt x="-34170" y="2048508"/>
                  <a:pt x="6967" y="1356631"/>
                </a:cubicBezTo>
                <a:cubicBezTo>
                  <a:pt x="23797" y="919066"/>
                  <a:pt x="259409" y="324425"/>
                  <a:pt x="769903" y="296376"/>
                </a:cubicBezTo>
                <a:cubicBezTo>
                  <a:pt x="805198" y="294506"/>
                  <a:pt x="837951" y="293863"/>
                  <a:pt x="868458" y="294415"/>
                </a:cubicBezTo>
                <a:cubicBezTo>
                  <a:pt x="1082006" y="298276"/>
                  <a:pt x="1185497" y="360655"/>
                  <a:pt x="1280395" y="470280"/>
                </a:cubicBezTo>
                <a:cubicBezTo>
                  <a:pt x="1381371" y="618005"/>
                  <a:pt x="1314053" y="1074271"/>
                  <a:pt x="1089661" y="1182727"/>
                </a:cubicBezTo>
                <a:cubicBezTo>
                  <a:pt x="1098183" y="1209798"/>
                  <a:pt x="1109125" y="1235256"/>
                  <a:pt x="1120578" y="1259840"/>
                </a:cubicBezTo>
                <a:cubicBezTo>
                  <a:pt x="1123656" y="1260899"/>
                  <a:pt x="1126770" y="1260948"/>
                  <a:pt x="1129891" y="1260950"/>
                </a:cubicBezTo>
                <a:cubicBezTo>
                  <a:pt x="1227949" y="1261006"/>
                  <a:pt x="1320161" y="1214330"/>
                  <a:pt x="1378151" y="1135267"/>
                </a:cubicBezTo>
                <a:lnTo>
                  <a:pt x="1378151" y="118395"/>
                </a:lnTo>
                <a:cubicBezTo>
                  <a:pt x="1378151" y="63533"/>
                  <a:pt x="1422625" y="19059"/>
                  <a:pt x="1477487" y="19059"/>
                </a:cubicBezTo>
                <a:cubicBezTo>
                  <a:pt x="1532349" y="19059"/>
                  <a:pt x="1576823" y="63533"/>
                  <a:pt x="1576823" y="118395"/>
                </a:cubicBezTo>
                <a:lnTo>
                  <a:pt x="1576823" y="1413063"/>
                </a:lnTo>
                <a:cubicBezTo>
                  <a:pt x="1680597" y="1536757"/>
                  <a:pt x="1834575" y="1607590"/>
                  <a:pt x="1997786" y="1608484"/>
                </a:cubicBezTo>
                <a:lnTo>
                  <a:pt x="2057480" y="1605248"/>
                </a:lnTo>
                <a:cubicBezTo>
                  <a:pt x="2038910" y="1561698"/>
                  <a:pt x="2027992" y="1505121"/>
                  <a:pt x="2028624" y="1424801"/>
                </a:cubicBezTo>
                <a:lnTo>
                  <a:pt x="2034537" y="1382501"/>
                </a:lnTo>
                <a:cubicBezTo>
                  <a:pt x="1972012" y="1367348"/>
                  <a:pt x="1912047" y="1342676"/>
                  <a:pt x="1856155" y="1310037"/>
                </a:cubicBezTo>
                <a:cubicBezTo>
                  <a:pt x="1840993" y="1344880"/>
                  <a:pt x="1806188" y="1369059"/>
                  <a:pt x="1765736" y="1369059"/>
                </a:cubicBezTo>
                <a:cubicBezTo>
                  <a:pt x="1710874" y="1369059"/>
                  <a:pt x="1666400" y="1324585"/>
                  <a:pt x="1666400" y="1269723"/>
                </a:cubicBezTo>
                <a:lnTo>
                  <a:pt x="1666400" y="99336"/>
                </a:lnTo>
                <a:cubicBezTo>
                  <a:pt x="1666400" y="44474"/>
                  <a:pt x="1710874" y="0"/>
                  <a:pt x="17657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9" name="Teardrop 9">
            <a:extLst>
              <a:ext uri="{FF2B5EF4-FFF2-40B4-BE49-F238E27FC236}">
                <a16:creationId xmlns:a16="http://schemas.microsoft.com/office/drawing/2014/main" id="{4A75C149-DEAA-495B-B36B-5F93287DDC22}"/>
              </a:ext>
            </a:extLst>
          </p:cNvPr>
          <p:cNvSpPr>
            <a:spLocks noChangeAspect="1"/>
          </p:cNvSpPr>
          <p:nvPr/>
        </p:nvSpPr>
        <p:spPr>
          <a:xfrm rot="18900000">
            <a:off x="6023939" y="2076781"/>
            <a:ext cx="348493" cy="297430"/>
          </a:xfrm>
          <a:custGeom>
            <a:avLst/>
            <a:gdLst/>
            <a:ahLst/>
            <a:cxn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Freeform 97">
            <a:extLst>
              <a:ext uri="{FF2B5EF4-FFF2-40B4-BE49-F238E27FC236}">
                <a16:creationId xmlns:a16="http://schemas.microsoft.com/office/drawing/2014/main" id="{7D9C5946-6DF3-46D5-994E-C9A51704585E}"/>
              </a:ext>
            </a:extLst>
          </p:cNvPr>
          <p:cNvSpPr>
            <a:spLocks noChangeAspect="1"/>
          </p:cNvSpPr>
          <p:nvPr/>
        </p:nvSpPr>
        <p:spPr>
          <a:xfrm>
            <a:off x="6513205" y="1376236"/>
            <a:ext cx="420675" cy="314355"/>
          </a:xfrm>
          <a:custGeom>
            <a:avLst/>
            <a:gdLst/>
            <a:ahLst/>
            <a:cxnLst/>
            <a:rect l="l" t="t" r="r" b="b"/>
            <a:pathLst>
              <a:path w="3246245" h="2425805">
                <a:moveTo>
                  <a:pt x="2545666" y="706851"/>
                </a:moveTo>
                <a:cubicBezTo>
                  <a:pt x="2704742" y="706851"/>
                  <a:pt x="2833698" y="835807"/>
                  <a:pt x="2833698" y="994883"/>
                </a:cubicBezTo>
                <a:cubicBezTo>
                  <a:pt x="2833698" y="1153959"/>
                  <a:pt x="2704742" y="1282915"/>
                  <a:pt x="2545666" y="1282915"/>
                </a:cubicBezTo>
                <a:cubicBezTo>
                  <a:pt x="2386590" y="1282915"/>
                  <a:pt x="2257634" y="1153959"/>
                  <a:pt x="2257634" y="994883"/>
                </a:cubicBezTo>
                <a:cubicBezTo>
                  <a:pt x="2257634" y="835807"/>
                  <a:pt x="2386590" y="706851"/>
                  <a:pt x="2545666" y="706851"/>
                </a:cubicBezTo>
                <a:close/>
                <a:moveTo>
                  <a:pt x="700580" y="706851"/>
                </a:moveTo>
                <a:cubicBezTo>
                  <a:pt x="859656" y="706851"/>
                  <a:pt x="988612" y="835807"/>
                  <a:pt x="988612" y="994883"/>
                </a:cubicBezTo>
                <a:cubicBezTo>
                  <a:pt x="988612" y="1153959"/>
                  <a:pt x="859656" y="1282915"/>
                  <a:pt x="700580" y="1282915"/>
                </a:cubicBezTo>
                <a:cubicBezTo>
                  <a:pt x="541504" y="1282915"/>
                  <a:pt x="412548" y="1153959"/>
                  <a:pt x="412548" y="994883"/>
                </a:cubicBezTo>
                <a:cubicBezTo>
                  <a:pt x="412548" y="835807"/>
                  <a:pt x="541504" y="706851"/>
                  <a:pt x="700580" y="706851"/>
                </a:cubicBezTo>
                <a:close/>
                <a:moveTo>
                  <a:pt x="1619971" y="0"/>
                </a:moveTo>
                <a:cubicBezTo>
                  <a:pt x="1621025" y="5"/>
                  <a:pt x="1622076" y="12"/>
                  <a:pt x="1623123" y="141"/>
                </a:cubicBezTo>
                <a:cubicBezTo>
                  <a:pt x="1624170" y="12"/>
                  <a:pt x="1625221" y="5"/>
                  <a:pt x="1626275" y="0"/>
                </a:cubicBezTo>
                <a:lnTo>
                  <a:pt x="1626274" y="282"/>
                </a:lnTo>
                <a:cubicBezTo>
                  <a:pt x="1966825" y="4283"/>
                  <a:pt x="1974816" y="220494"/>
                  <a:pt x="2177568" y="171426"/>
                </a:cubicBezTo>
                <a:cubicBezTo>
                  <a:pt x="2600959" y="50212"/>
                  <a:pt x="2963165" y="85364"/>
                  <a:pt x="3172404" y="310875"/>
                </a:cubicBezTo>
                <a:cubicBezTo>
                  <a:pt x="3300075" y="473051"/>
                  <a:pt x="3301971" y="794993"/>
                  <a:pt x="2851767" y="1164523"/>
                </a:cubicBezTo>
                <a:cubicBezTo>
                  <a:pt x="2918303" y="1029844"/>
                  <a:pt x="2927052" y="857771"/>
                  <a:pt x="2799829" y="746887"/>
                </a:cubicBezTo>
                <a:cubicBezTo>
                  <a:pt x="3115459" y="786295"/>
                  <a:pt x="3165949" y="533368"/>
                  <a:pt x="3049873" y="419809"/>
                </a:cubicBezTo>
                <a:cubicBezTo>
                  <a:pt x="2811516" y="207658"/>
                  <a:pt x="2338612" y="298041"/>
                  <a:pt x="2253222" y="493802"/>
                </a:cubicBezTo>
                <a:cubicBezTo>
                  <a:pt x="2139861" y="783555"/>
                  <a:pt x="2165869" y="1185485"/>
                  <a:pt x="2076302" y="1369861"/>
                </a:cubicBezTo>
                <a:cubicBezTo>
                  <a:pt x="1906668" y="1634081"/>
                  <a:pt x="1716639" y="1881305"/>
                  <a:pt x="1713569" y="2080938"/>
                </a:cubicBezTo>
                <a:cubicBezTo>
                  <a:pt x="1706472" y="2158984"/>
                  <a:pt x="1709123" y="2405980"/>
                  <a:pt x="1625847" y="2423204"/>
                </a:cubicBezTo>
                <a:cubicBezTo>
                  <a:pt x="1625847" y="2424071"/>
                  <a:pt x="1625843" y="2424938"/>
                  <a:pt x="1625839" y="2425805"/>
                </a:cubicBezTo>
                <a:lnTo>
                  <a:pt x="1623123" y="2424507"/>
                </a:lnTo>
                <a:lnTo>
                  <a:pt x="1620407" y="2425805"/>
                </a:lnTo>
                <a:cubicBezTo>
                  <a:pt x="1620403" y="2424938"/>
                  <a:pt x="1620399" y="2424071"/>
                  <a:pt x="1620399" y="2423204"/>
                </a:cubicBezTo>
                <a:cubicBezTo>
                  <a:pt x="1537123" y="2405980"/>
                  <a:pt x="1539774" y="2158984"/>
                  <a:pt x="1532677" y="2080938"/>
                </a:cubicBezTo>
                <a:cubicBezTo>
                  <a:pt x="1529607" y="1881305"/>
                  <a:pt x="1339578" y="1634081"/>
                  <a:pt x="1169944" y="1369861"/>
                </a:cubicBezTo>
                <a:cubicBezTo>
                  <a:pt x="1080377" y="1185485"/>
                  <a:pt x="1106385" y="783555"/>
                  <a:pt x="993024" y="493802"/>
                </a:cubicBezTo>
                <a:cubicBezTo>
                  <a:pt x="907634" y="298041"/>
                  <a:pt x="434730" y="207658"/>
                  <a:pt x="196373" y="419809"/>
                </a:cubicBezTo>
                <a:cubicBezTo>
                  <a:pt x="80297" y="533368"/>
                  <a:pt x="130787" y="786295"/>
                  <a:pt x="446417" y="746887"/>
                </a:cubicBezTo>
                <a:cubicBezTo>
                  <a:pt x="319194" y="857771"/>
                  <a:pt x="327943" y="1029844"/>
                  <a:pt x="394479" y="1164523"/>
                </a:cubicBezTo>
                <a:cubicBezTo>
                  <a:pt x="-55725" y="794993"/>
                  <a:pt x="-53829" y="473051"/>
                  <a:pt x="73842" y="310875"/>
                </a:cubicBezTo>
                <a:cubicBezTo>
                  <a:pt x="283081" y="85364"/>
                  <a:pt x="645287" y="50212"/>
                  <a:pt x="1068678" y="171426"/>
                </a:cubicBezTo>
                <a:cubicBezTo>
                  <a:pt x="1271430" y="220494"/>
                  <a:pt x="1279421" y="4283"/>
                  <a:pt x="1619972" y="2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Donut 22">
            <a:extLst>
              <a:ext uri="{FF2B5EF4-FFF2-40B4-BE49-F238E27FC236}">
                <a16:creationId xmlns:a16="http://schemas.microsoft.com/office/drawing/2014/main" id="{C1DED476-F98D-4792-A892-AF2B4892AAF7}"/>
              </a:ext>
            </a:extLst>
          </p:cNvPr>
          <p:cNvSpPr>
            <a:spLocks noChangeAspect="1"/>
          </p:cNvSpPr>
          <p:nvPr/>
        </p:nvSpPr>
        <p:spPr>
          <a:xfrm>
            <a:off x="7679627" y="1441217"/>
            <a:ext cx="360000" cy="184392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2" name="Freeform 99">
            <a:extLst>
              <a:ext uri="{FF2B5EF4-FFF2-40B4-BE49-F238E27FC236}">
                <a16:creationId xmlns:a16="http://schemas.microsoft.com/office/drawing/2014/main" id="{C5143996-775A-41B9-8BBC-35A2E756CC31}"/>
              </a:ext>
            </a:extLst>
          </p:cNvPr>
          <p:cNvSpPr>
            <a:spLocks noChangeAspect="1"/>
          </p:cNvSpPr>
          <p:nvPr/>
        </p:nvSpPr>
        <p:spPr>
          <a:xfrm>
            <a:off x="6066104" y="1368148"/>
            <a:ext cx="264162" cy="330530"/>
          </a:xfrm>
          <a:custGeom>
            <a:avLst/>
            <a:gdLst/>
            <a:ahLst/>
            <a:cxnLst/>
            <a:rect l="l" t="t" r="r" b="b"/>
            <a:pathLst>
              <a:path w="2427821" h="3249943">
                <a:moveTo>
                  <a:pt x="1783445" y="477276"/>
                </a:moveTo>
                <a:cubicBezTo>
                  <a:pt x="1867295" y="479049"/>
                  <a:pt x="1940306" y="495815"/>
                  <a:pt x="1995323" y="528655"/>
                </a:cubicBezTo>
                <a:cubicBezTo>
                  <a:pt x="2375187" y="892595"/>
                  <a:pt x="1478983" y="963108"/>
                  <a:pt x="1620010" y="1047270"/>
                </a:cubicBezTo>
                <a:cubicBezTo>
                  <a:pt x="1920260" y="1267909"/>
                  <a:pt x="2179568" y="1563610"/>
                  <a:pt x="2275102" y="1879783"/>
                </a:cubicBezTo>
                <a:cubicBezTo>
                  <a:pt x="2386559" y="2264195"/>
                  <a:pt x="2620845" y="2969329"/>
                  <a:pt x="2118153" y="3196792"/>
                </a:cubicBezTo>
                <a:cubicBezTo>
                  <a:pt x="862559" y="3474297"/>
                  <a:pt x="146052" y="2612212"/>
                  <a:pt x="9574" y="1838839"/>
                </a:cubicBezTo>
                <a:cubicBezTo>
                  <a:pt x="-38192" y="1613652"/>
                  <a:pt x="98284" y="1313401"/>
                  <a:pt x="296177" y="1170100"/>
                </a:cubicBezTo>
                <a:cubicBezTo>
                  <a:pt x="391711" y="1081390"/>
                  <a:pt x="330296" y="876673"/>
                  <a:pt x="323472" y="671956"/>
                </a:cubicBezTo>
                <a:cubicBezTo>
                  <a:pt x="296177" y="474063"/>
                  <a:pt x="760199" y="351234"/>
                  <a:pt x="664666" y="1211043"/>
                </a:cubicBezTo>
                <a:cubicBezTo>
                  <a:pt x="853176" y="743465"/>
                  <a:pt x="1420091" y="469595"/>
                  <a:pt x="1783445" y="477276"/>
                </a:cubicBezTo>
                <a:close/>
                <a:moveTo>
                  <a:pt x="1024970" y="33"/>
                </a:moveTo>
                <a:cubicBezTo>
                  <a:pt x="1115949" y="3590"/>
                  <a:pt x="1140206" y="286408"/>
                  <a:pt x="1176458" y="269348"/>
                </a:cubicBezTo>
                <a:cubicBezTo>
                  <a:pt x="1251521" y="278446"/>
                  <a:pt x="1265168" y="21414"/>
                  <a:pt x="1401646" y="44160"/>
                </a:cubicBezTo>
                <a:cubicBezTo>
                  <a:pt x="1469884" y="71456"/>
                  <a:pt x="1374351" y="221581"/>
                  <a:pt x="1360703" y="310292"/>
                </a:cubicBezTo>
                <a:lnTo>
                  <a:pt x="1517652" y="453593"/>
                </a:lnTo>
                <a:cubicBezTo>
                  <a:pt x="974016" y="540030"/>
                  <a:pt x="901229" y="790238"/>
                  <a:pt x="753379" y="951737"/>
                </a:cubicBezTo>
                <a:lnTo>
                  <a:pt x="705610" y="644662"/>
                </a:lnTo>
                <a:lnTo>
                  <a:pt x="787497" y="521832"/>
                </a:lnTo>
                <a:cubicBezTo>
                  <a:pt x="712435" y="433122"/>
                  <a:pt x="446303" y="364883"/>
                  <a:pt x="562310" y="255701"/>
                </a:cubicBezTo>
                <a:cubicBezTo>
                  <a:pt x="739730" y="98751"/>
                  <a:pt x="862560" y="337587"/>
                  <a:pt x="1012685" y="378530"/>
                </a:cubicBezTo>
                <a:cubicBezTo>
                  <a:pt x="1010410" y="253426"/>
                  <a:pt x="796596" y="101025"/>
                  <a:pt x="1005861" y="3217"/>
                </a:cubicBezTo>
                <a:cubicBezTo>
                  <a:pt x="1012543" y="800"/>
                  <a:pt x="1018905" y="-204"/>
                  <a:pt x="1024970" y="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3" name="Oval 10">
            <a:extLst>
              <a:ext uri="{FF2B5EF4-FFF2-40B4-BE49-F238E27FC236}">
                <a16:creationId xmlns:a16="http://schemas.microsoft.com/office/drawing/2014/main" id="{55BD2F6B-0E8F-4F85-8D17-9AC58159C8F4}"/>
              </a:ext>
            </a:extLst>
          </p:cNvPr>
          <p:cNvSpPr/>
          <p:nvPr/>
        </p:nvSpPr>
        <p:spPr>
          <a:xfrm>
            <a:off x="7124399" y="1368839"/>
            <a:ext cx="330674" cy="329148"/>
          </a:xfrm>
          <a:custGeom>
            <a:avLst/>
            <a:gdLst/>
            <a:ahLst/>
            <a:cxnLst/>
            <a:rect l="l" t="t" r="r" b="b"/>
            <a:pathLst>
              <a:path w="3229769" h="3214867">
                <a:moveTo>
                  <a:pt x="388922" y="0"/>
                </a:moveTo>
                <a:cubicBezTo>
                  <a:pt x="481031" y="0"/>
                  <a:pt x="564991" y="34887"/>
                  <a:pt x="627459" y="93109"/>
                </a:cubicBezTo>
                <a:cubicBezTo>
                  <a:pt x="689927" y="34887"/>
                  <a:pt x="773888" y="0"/>
                  <a:pt x="865996" y="0"/>
                </a:cubicBezTo>
                <a:cubicBezTo>
                  <a:pt x="958105" y="0"/>
                  <a:pt x="1042065" y="34887"/>
                  <a:pt x="1104533" y="93109"/>
                </a:cubicBezTo>
                <a:cubicBezTo>
                  <a:pt x="1167001" y="34887"/>
                  <a:pt x="1250962" y="0"/>
                  <a:pt x="1343070" y="0"/>
                </a:cubicBezTo>
                <a:cubicBezTo>
                  <a:pt x="1435179" y="0"/>
                  <a:pt x="1519139" y="34887"/>
                  <a:pt x="1581607" y="93109"/>
                </a:cubicBezTo>
                <a:cubicBezTo>
                  <a:pt x="1644075" y="34887"/>
                  <a:pt x="1728036" y="0"/>
                  <a:pt x="1820144" y="0"/>
                </a:cubicBezTo>
                <a:cubicBezTo>
                  <a:pt x="1912253" y="0"/>
                  <a:pt x="1996213" y="34887"/>
                  <a:pt x="2058681" y="93109"/>
                </a:cubicBezTo>
                <a:cubicBezTo>
                  <a:pt x="2121149" y="34887"/>
                  <a:pt x="2205110" y="0"/>
                  <a:pt x="2297218" y="0"/>
                </a:cubicBezTo>
                <a:cubicBezTo>
                  <a:pt x="2389326" y="0"/>
                  <a:pt x="2473286" y="34887"/>
                  <a:pt x="2535755" y="93108"/>
                </a:cubicBezTo>
                <a:cubicBezTo>
                  <a:pt x="2598223" y="34887"/>
                  <a:pt x="2682183" y="0"/>
                  <a:pt x="2774291" y="0"/>
                </a:cubicBezTo>
                <a:cubicBezTo>
                  <a:pt x="2971429" y="0"/>
                  <a:pt x="3131241" y="159812"/>
                  <a:pt x="3131241" y="356950"/>
                </a:cubicBezTo>
                <a:cubicBezTo>
                  <a:pt x="3131241" y="414550"/>
                  <a:pt x="3117598" y="468963"/>
                  <a:pt x="3092026" y="516460"/>
                </a:cubicBezTo>
                <a:cubicBezTo>
                  <a:pt x="3176259" y="580602"/>
                  <a:pt x="3229769" y="682177"/>
                  <a:pt x="3229769" y="796250"/>
                </a:cubicBezTo>
                <a:cubicBezTo>
                  <a:pt x="3229769" y="902465"/>
                  <a:pt x="3183377" y="997845"/>
                  <a:pt x="3108820" y="1062184"/>
                </a:cubicBezTo>
                <a:cubicBezTo>
                  <a:pt x="3183377" y="1126523"/>
                  <a:pt x="3229769" y="1221903"/>
                  <a:pt x="3229769" y="1328118"/>
                </a:cubicBezTo>
                <a:cubicBezTo>
                  <a:pt x="3229769" y="1434333"/>
                  <a:pt x="3183377" y="1529713"/>
                  <a:pt x="3108820" y="1594052"/>
                </a:cubicBezTo>
                <a:cubicBezTo>
                  <a:pt x="3183377" y="1658391"/>
                  <a:pt x="3229769" y="1753771"/>
                  <a:pt x="3229769" y="1859986"/>
                </a:cubicBezTo>
                <a:cubicBezTo>
                  <a:pt x="3229769" y="2057124"/>
                  <a:pt x="3069957" y="2216936"/>
                  <a:pt x="2872819" y="2216936"/>
                </a:cubicBezTo>
                <a:lnTo>
                  <a:pt x="2849067" y="2214542"/>
                </a:lnTo>
                <a:cubicBezTo>
                  <a:pt x="2790894" y="2329236"/>
                  <a:pt x="2671548" y="2406987"/>
                  <a:pt x="2534043" y="2406987"/>
                </a:cubicBezTo>
                <a:cubicBezTo>
                  <a:pt x="2483158" y="2406987"/>
                  <a:pt x="2434760" y="2396340"/>
                  <a:pt x="2391120" y="2376775"/>
                </a:cubicBezTo>
                <a:cubicBezTo>
                  <a:pt x="2326908" y="2456876"/>
                  <a:pt x="2228003" y="2507238"/>
                  <a:pt x="2117336" y="2507238"/>
                </a:cubicBezTo>
                <a:lnTo>
                  <a:pt x="2081608" y="2503636"/>
                </a:lnTo>
                <a:cubicBezTo>
                  <a:pt x="2058765" y="2546355"/>
                  <a:pt x="2027330" y="2583686"/>
                  <a:pt x="1987704" y="2611019"/>
                </a:cubicBezTo>
                <a:cubicBezTo>
                  <a:pt x="2049806" y="2674751"/>
                  <a:pt x="2087711" y="2761907"/>
                  <a:pt x="2087711" y="2857917"/>
                </a:cubicBezTo>
                <a:cubicBezTo>
                  <a:pt x="2087711" y="3055055"/>
                  <a:pt x="1927899" y="3214867"/>
                  <a:pt x="1730761" y="3214867"/>
                </a:cubicBezTo>
                <a:cubicBezTo>
                  <a:pt x="1533623" y="3214867"/>
                  <a:pt x="1373811" y="3055055"/>
                  <a:pt x="1373811" y="2857917"/>
                </a:cubicBezTo>
                <a:cubicBezTo>
                  <a:pt x="1373811" y="2743560"/>
                  <a:pt x="1427588" y="2641764"/>
                  <a:pt x="1512161" y="2577627"/>
                </a:cubicBezTo>
                <a:cubicBezTo>
                  <a:pt x="1450743" y="2514125"/>
                  <a:pt x="1413385" y="2427536"/>
                  <a:pt x="1413385" y="2332221"/>
                </a:cubicBezTo>
                <a:cubicBezTo>
                  <a:pt x="1413385" y="2135083"/>
                  <a:pt x="1573197" y="1975271"/>
                  <a:pt x="1770335" y="1975271"/>
                </a:cubicBezTo>
                <a:lnTo>
                  <a:pt x="1806063" y="1978873"/>
                </a:lnTo>
                <a:cubicBezTo>
                  <a:pt x="1865384" y="1867935"/>
                  <a:pt x="1982649" y="1793338"/>
                  <a:pt x="2117336" y="1793338"/>
                </a:cubicBezTo>
                <a:cubicBezTo>
                  <a:pt x="2168221" y="1793338"/>
                  <a:pt x="2216619" y="1803986"/>
                  <a:pt x="2260259" y="1823550"/>
                </a:cubicBezTo>
                <a:cubicBezTo>
                  <a:pt x="2324471" y="1743450"/>
                  <a:pt x="2423376" y="1693087"/>
                  <a:pt x="2534043" y="1693087"/>
                </a:cubicBezTo>
                <a:lnTo>
                  <a:pt x="2557875" y="1695490"/>
                </a:lnTo>
                <a:cubicBezTo>
                  <a:pt x="2576891" y="1656391"/>
                  <a:pt x="2604151" y="1622242"/>
                  <a:pt x="2636819" y="1594052"/>
                </a:cubicBezTo>
                <a:cubicBezTo>
                  <a:pt x="2562261" y="1529713"/>
                  <a:pt x="2515869" y="1434333"/>
                  <a:pt x="2515869" y="1328118"/>
                </a:cubicBezTo>
                <a:cubicBezTo>
                  <a:pt x="2515869" y="1221903"/>
                  <a:pt x="2562261" y="1126523"/>
                  <a:pt x="2636819" y="1062184"/>
                </a:cubicBezTo>
                <a:cubicBezTo>
                  <a:pt x="2562261" y="997845"/>
                  <a:pt x="2515869" y="902465"/>
                  <a:pt x="2515869" y="796250"/>
                </a:cubicBezTo>
                <a:cubicBezTo>
                  <a:pt x="2515869" y="738650"/>
                  <a:pt x="2529512" y="684237"/>
                  <a:pt x="2555084" y="636740"/>
                </a:cubicBezTo>
                <a:lnTo>
                  <a:pt x="2537209" y="619592"/>
                </a:lnTo>
                <a:cubicBezTo>
                  <a:pt x="2474524" y="678496"/>
                  <a:pt x="2390006" y="713900"/>
                  <a:pt x="2297218" y="713900"/>
                </a:cubicBezTo>
                <a:cubicBezTo>
                  <a:pt x="2205110" y="713900"/>
                  <a:pt x="2121149" y="679013"/>
                  <a:pt x="2058681" y="620791"/>
                </a:cubicBezTo>
                <a:cubicBezTo>
                  <a:pt x="1996213" y="679013"/>
                  <a:pt x="1912253" y="713900"/>
                  <a:pt x="1820144" y="713900"/>
                </a:cubicBezTo>
                <a:cubicBezTo>
                  <a:pt x="1728036" y="713900"/>
                  <a:pt x="1644075" y="679013"/>
                  <a:pt x="1581607" y="620791"/>
                </a:cubicBezTo>
                <a:cubicBezTo>
                  <a:pt x="1519139" y="679013"/>
                  <a:pt x="1435179" y="713900"/>
                  <a:pt x="1343070" y="713900"/>
                </a:cubicBezTo>
                <a:cubicBezTo>
                  <a:pt x="1250962" y="713900"/>
                  <a:pt x="1167001" y="679013"/>
                  <a:pt x="1104533" y="620791"/>
                </a:cubicBezTo>
                <a:cubicBezTo>
                  <a:pt x="1042065" y="679013"/>
                  <a:pt x="958105" y="713900"/>
                  <a:pt x="865996" y="713900"/>
                </a:cubicBezTo>
                <a:cubicBezTo>
                  <a:pt x="773370" y="713900"/>
                  <a:pt x="688985" y="678620"/>
                  <a:pt x="626352" y="619878"/>
                </a:cubicBezTo>
                <a:cubicBezTo>
                  <a:pt x="623659" y="623930"/>
                  <a:pt x="620064" y="626957"/>
                  <a:pt x="616405" y="629911"/>
                </a:cubicBezTo>
                <a:cubicBezTo>
                  <a:pt x="686492" y="694366"/>
                  <a:pt x="729886" y="786957"/>
                  <a:pt x="729886" y="889683"/>
                </a:cubicBezTo>
                <a:cubicBezTo>
                  <a:pt x="729886" y="993972"/>
                  <a:pt x="685162" y="1087815"/>
                  <a:pt x="613058" y="1152216"/>
                </a:cubicBezTo>
                <a:cubicBezTo>
                  <a:pt x="675622" y="1216104"/>
                  <a:pt x="713900" y="1303645"/>
                  <a:pt x="713900" y="1400126"/>
                </a:cubicBezTo>
                <a:cubicBezTo>
                  <a:pt x="713900" y="1487795"/>
                  <a:pt x="682295" y="1568081"/>
                  <a:pt x="628622" y="1629172"/>
                </a:cubicBezTo>
                <a:cubicBezTo>
                  <a:pt x="691419" y="1693140"/>
                  <a:pt x="729886" y="1780874"/>
                  <a:pt x="729886" y="1877593"/>
                </a:cubicBezTo>
                <a:cubicBezTo>
                  <a:pt x="729886" y="2034043"/>
                  <a:pt x="629234" y="2166985"/>
                  <a:pt x="488639" y="2213706"/>
                </a:cubicBezTo>
                <a:lnTo>
                  <a:pt x="488639" y="2375547"/>
                </a:lnTo>
                <a:cubicBezTo>
                  <a:pt x="488639" y="2448277"/>
                  <a:pt x="429679" y="2507237"/>
                  <a:pt x="356949" y="2507237"/>
                </a:cubicBezTo>
                <a:cubicBezTo>
                  <a:pt x="284219" y="2507237"/>
                  <a:pt x="225259" y="2448277"/>
                  <a:pt x="225259" y="2375547"/>
                </a:cubicBezTo>
                <a:lnTo>
                  <a:pt x="225259" y="2201750"/>
                </a:lnTo>
                <a:cubicBezTo>
                  <a:pt x="101654" y="2146256"/>
                  <a:pt x="15986" y="2021929"/>
                  <a:pt x="15986" y="1877593"/>
                </a:cubicBezTo>
                <a:cubicBezTo>
                  <a:pt x="15986" y="1789924"/>
                  <a:pt x="47591" y="1709638"/>
                  <a:pt x="101264" y="1648547"/>
                </a:cubicBezTo>
                <a:cubicBezTo>
                  <a:pt x="38467" y="1584579"/>
                  <a:pt x="0" y="1496845"/>
                  <a:pt x="0" y="1400126"/>
                </a:cubicBezTo>
                <a:cubicBezTo>
                  <a:pt x="0" y="1295837"/>
                  <a:pt x="44724" y="1201994"/>
                  <a:pt x="116828" y="1137593"/>
                </a:cubicBezTo>
                <a:cubicBezTo>
                  <a:pt x="54264" y="1073704"/>
                  <a:pt x="15986" y="986164"/>
                  <a:pt x="15986" y="889683"/>
                </a:cubicBezTo>
                <a:cubicBezTo>
                  <a:pt x="15986" y="779482"/>
                  <a:pt x="65925" y="680945"/>
                  <a:pt x="145453" y="616722"/>
                </a:cubicBezTo>
                <a:cubicBezTo>
                  <a:pt x="75366" y="552267"/>
                  <a:pt x="31972" y="459676"/>
                  <a:pt x="31972" y="356950"/>
                </a:cubicBezTo>
                <a:cubicBezTo>
                  <a:pt x="31972" y="159812"/>
                  <a:pt x="191784" y="0"/>
                  <a:pt x="3889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Freeform 101">
            <a:extLst>
              <a:ext uri="{FF2B5EF4-FFF2-40B4-BE49-F238E27FC236}">
                <a16:creationId xmlns:a16="http://schemas.microsoft.com/office/drawing/2014/main" id="{32D28FF2-43ED-498D-B78D-BDA11D72A0E5}"/>
              </a:ext>
            </a:extLst>
          </p:cNvPr>
          <p:cNvSpPr/>
          <p:nvPr/>
        </p:nvSpPr>
        <p:spPr>
          <a:xfrm>
            <a:off x="8293275" y="1404641"/>
            <a:ext cx="193444" cy="257545"/>
          </a:xfrm>
          <a:custGeom>
            <a:avLst/>
            <a:gdLst>
              <a:gd name="connsiteX0" fmla="*/ 143301 w 1910686"/>
              <a:gd name="connsiteY0" fmla="*/ 0 h 3268639"/>
              <a:gd name="connsiteX1" fmla="*/ 0 w 1910686"/>
              <a:gd name="connsiteY1" fmla="*/ 1705970 h 3268639"/>
              <a:gd name="connsiteX2" fmla="*/ 436728 w 1910686"/>
              <a:gd name="connsiteY2" fmla="*/ 3268639 h 3268639"/>
              <a:gd name="connsiteX3" fmla="*/ 928047 w 1910686"/>
              <a:gd name="connsiteY3" fmla="*/ 1944806 h 3268639"/>
              <a:gd name="connsiteX4" fmla="*/ 1364776 w 1910686"/>
              <a:gd name="connsiteY4" fmla="*/ 3268639 h 3268639"/>
              <a:gd name="connsiteX5" fmla="*/ 1910686 w 1910686"/>
              <a:gd name="connsiteY5" fmla="*/ 1726442 h 3268639"/>
              <a:gd name="connsiteX6" fmla="*/ 1603612 w 1910686"/>
              <a:gd name="connsiteY6" fmla="*/ 6824 h 3268639"/>
              <a:gd name="connsiteX7" fmla="*/ 1521725 w 1910686"/>
              <a:gd name="connsiteY7" fmla="*/ 20472 h 3268639"/>
              <a:gd name="connsiteX8" fmla="*/ 907576 w 1910686"/>
              <a:gd name="connsiteY8" fmla="*/ 163773 h 3268639"/>
              <a:gd name="connsiteX9" fmla="*/ 143301 w 1910686"/>
              <a:gd name="connsiteY9" fmla="*/ 0 h 3268639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143301 w 1910686"/>
              <a:gd name="connsiteY0" fmla="*/ 27296 h 3261815"/>
              <a:gd name="connsiteX1" fmla="*/ 0 w 1910686"/>
              <a:gd name="connsiteY1" fmla="*/ 1699146 h 3261815"/>
              <a:gd name="connsiteX2" fmla="*/ 436728 w 1910686"/>
              <a:gd name="connsiteY2" fmla="*/ 3261815 h 3261815"/>
              <a:gd name="connsiteX3" fmla="*/ 928047 w 1910686"/>
              <a:gd name="connsiteY3" fmla="*/ 1937982 h 3261815"/>
              <a:gd name="connsiteX4" fmla="*/ 1364776 w 1910686"/>
              <a:gd name="connsiteY4" fmla="*/ 3261815 h 3261815"/>
              <a:gd name="connsiteX5" fmla="*/ 1910686 w 1910686"/>
              <a:gd name="connsiteY5" fmla="*/ 1719618 h 3261815"/>
              <a:gd name="connsiteX6" fmla="*/ 1603612 w 1910686"/>
              <a:gd name="connsiteY6" fmla="*/ 0 h 3261815"/>
              <a:gd name="connsiteX7" fmla="*/ 1521725 w 1910686"/>
              <a:gd name="connsiteY7" fmla="*/ 13648 h 3261815"/>
              <a:gd name="connsiteX8" fmla="*/ 907576 w 1910686"/>
              <a:gd name="connsiteY8" fmla="*/ 156949 h 3261815"/>
              <a:gd name="connsiteX9" fmla="*/ 143301 w 1910686"/>
              <a:gd name="connsiteY9" fmla="*/ 27296 h 3261815"/>
              <a:gd name="connsiteX0" fmla="*/ 326627 w 2094012"/>
              <a:gd name="connsiteY0" fmla="*/ 27296 h 3261815"/>
              <a:gd name="connsiteX1" fmla="*/ 183326 w 2094012"/>
              <a:gd name="connsiteY1" fmla="*/ 1699146 h 3261815"/>
              <a:gd name="connsiteX2" fmla="*/ 620054 w 2094012"/>
              <a:gd name="connsiteY2" fmla="*/ 3261815 h 3261815"/>
              <a:gd name="connsiteX3" fmla="*/ 1111373 w 2094012"/>
              <a:gd name="connsiteY3" fmla="*/ 1937982 h 3261815"/>
              <a:gd name="connsiteX4" fmla="*/ 1548102 w 2094012"/>
              <a:gd name="connsiteY4" fmla="*/ 3261815 h 3261815"/>
              <a:gd name="connsiteX5" fmla="*/ 2094012 w 2094012"/>
              <a:gd name="connsiteY5" fmla="*/ 1719618 h 3261815"/>
              <a:gd name="connsiteX6" fmla="*/ 1786938 w 2094012"/>
              <a:gd name="connsiteY6" fmla="*/ 0 h 3261815"/>
              <a:gd name="connsiteX7" fmla="*/ 1705051 w 2094012"/>
              <a:gd name="connsiteY7" fmla="*/ 13648 h 3261815"/>
              <a:gd name="connsiteX8" fmla="*/ 1090902 w 2094012"/>
              <a:gd name="connsiteY8" fmla="*/ 156949 h 3261815"/>
              <a:gd name="connsiteX9" fmla="*/ 326627 w 2094012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402442 w 2169827"/>
              <a:gd name="connsiteY0" fmla="*/ 27296 h 3261815"/>
              <a:gd name="connsiteX1" fmla="*/ 259141 w 2169827"/>
              <a:gd name="connsiteY1" fmla="*/ 1699146 h 3261815"/>
              <a:gd name="connsiteX2" fmla="*/ 695869 w 2169827"/>
              <a:gd name="connsiteY2" fmla="*/ 3261815 h 3261815"/>
              <a:gd name="connsiteX3" fmla="*/ 1187188 w 2169827"/>
              <a:gd name="connsiteY3" fmla="*/ 1937982 h 3261815"/>
              <a:gd name="connsiteX4" fmla="*/ 1623917 w 2169827"/>
              <a:gd name="connsiteY4" fmla="*/ 3261815 h 3261815"/>
              <a:gd name="connsiteX5" fmla="*/ 2169827 w 2169827"/>
              <a:gd name="connsiteY5" fmla="*/ 1719618 h 3261815"/>
              <a:gd name="connsiteX6" fmla="*/ 1862753 w 2169827"/>
              <a:gd name="connsiteY6" fmla="*/ 0 h 3261815"/>
              <a:gd name="connsiteX7" fmla="*/ 1780866 w 2169827"/>
              <a:gd name="connsiteY7" fmla="*/ 13648 h 3261815"/>
              <a:gd name="connsiteX8" fmla="*/ 1166717 w 2169827"/>
              <a:gd name="connsiteY8" fmla="*/ 156949 h 3261815"/>
              <a:gd name="connsiteX9" fmla="*/ 402442 w 2169827"/>
              <a:gd name="connsiteY9" fmla="*/ 27296 h 3261815"/>
              <a:gd name="connsiteX0" fmla="*/ 377501 w 2144886"/>
              <a:gd name="connsiteY0" fmla="*/ 27296 h 3261815"/>
              <a:gd name="connsiteX1" fmla="*/ 295615 w 2144886"/>
              <a:gd name="connsiteY1" fmla="*/ 1774209 h 3261815"/>
              <a:gd name="connsiteX2" fmla="*/ 670928 w 2144886"/>
              <a:gd name="connsiteY2" fmla="*/ 3261815 h 3261815"/>
              <a:gd name="connsiteX3" fmla="*/ 1162247 w 2144886"/>
              <a:gd name="connsiteY3" fmla="*/ 1937982 h 3261815"/>
              <a:gd name="connsiteX4" fmla="*/ 1598976 w 2144886"/>
              <a:gd name="connsiteY4" fmla="*/ 3261815 h 3261815"/>
              <a:gd name="connsiteX5" fmla="*/ 2144886 w 2144886"/>
              <a:gd name="connsiteY5" fmla="*/ 1719618 h 3261815"/>
              <a:gd name="connsiteX6" fmla="*/ 1837812 w 2144886"/>
              <a:gd name="connsiteY6" fmla="*/ 0 h 3261815"/>
              <a:gd name="connsiteX7" fmla="*/ 1755925 w 2144886"/>
              <a:gd name="connsiteY7" fmla="*/ 13648 h 3261815"/>
              <a:gd name="connsiteX8" fmla="*/ 1141776 w 2144886"/>
              <a:gd name="connsiteY8" fmla="*/ 156949 h 3261815"/>
              <a:gd name="connsiteX9" fmla="*/ 377501 w 2144886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08239 w 2175624"/>
              <a:gd name="connsiteY0" fmla="*/ 27296 h 3261815"/>
              <a:gd name="connsiteX1" fmla="*/ 326353 w 2175624"/>
              <a:gd name="connsiteY1" fmla="*/ 1774209 h 3261815"/>
              <a:gd name="connsiteX2" fmla="*/ 701666 w 2175624"/>
              <a:gd name="connsiteY2" fmla="*/ 3261815 h 3261815"/>
              <a:gd name="connsiteX3" fmla="*/ 1192985 w 2175624"/>
              <a:gd name="connsiteY3" fmla="*/ 1937982 h 3261815"/>
              <a:gd name="connsiteX4" fmla="*/ 1629714 w 2175624"/>
              <a:gd name="connsiteY4" fmla="*/ 3261815 h 3261815"/>
              <a:gd name="connsiteX5" fmla="*/ 2175624 w 2175624"/>
              <a:gd name="connsiteY5" fmla="*/ 1719618 h 3261815"/>
              <a:gd name="connsiteX6" fmla="*/ 1868550 w 2175624"/>
              <a:gd name="connsiteY6" fmla="*/ 0 h 3261815"/>
              <a:gd name="connsiteX7" fmla="*/ 1786663 w 2175624"/>
              <a:gd name="connsiteY7" fmla="*/ 13648 h 3261815"/>
              <a:gd name="connsiteX8" fmla="*/ 1172514 w 2175624"/>
              <a:gd name="connsiteY8" fmla="*/ 156949 h 3261815"/>
              <a:gd name="connsiteX9" fmla="*/ 408239 w 2175624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195900 w 2178539"/>
              <a:gd name="connsiteY3" fmla="*/ 1937982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32629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680396 w 2178539"/>
              <a:gd name="connsiteY4" fmla="*/ 3261815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78539"/>
              <a:gd name="connsiteY0" fmla="*/ 27296 h 3261815"/>
              <a:gd name="connsiteX1" fmla="*/ 322444 w 2178539"/>
              <a:gd name="connsiteY1" fmla="*/ 1801504 h 3261815"/>
              <a:gd name="connsiteX2" fmla="*/ 704581 w 2178539"/>
              <a:gd name="connsiteY2" fmla="*/ 3261815 h 3261815"/>
              <a:gd name="connsiteX3" fmla="*/ 1216372 w 2178539"/>
              <a:gd name="connsiteY3" fmla="*/ 1951629 h 3261815"/>
              <a:gd name="connsiteX4" fmla="*/ 1707692 w 2178539"/>
              <a:gd name="connsiteY4" fmla="*/ 3254991 h 3261815"/>
              <a:gd name="connsiteX5" fmla="*/ 2178539 w 2178539"/>
              <a:gd name="connsiteY5" fmla="*/ 1719618 h 3261815"/>
              <a:gd name="connsiteX6" fmla="*/ 1871465 w 2178539"/>
              <a:gd name="connsiteY6" fmla="*/ 0 h 3261815"/>
              <a:gd name="connsiteX7" fmla="*/ 1789578 w 2178539"/>
              <a:gd name="connsiteY7" fmla="*/ 13648 h 3261815"/>
              <a:gd name="connsiteX8" fmla="*/ 1175429 w 2178539"/>
              <a:gd name="connsiteY8" fmla="*/ 156949 h 3261815"/>
              <a:gd name="connsiteX9" fmla="*/ 411154 w 2178539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144420"/>
              <a:gd name="connsiteY0" fmla="*/ 27296 h 3261815"/>
              <a:gd name="connsiteX1" fmla="*/ 322444 w 2144420"/>
              <a:gd name="connsiteY1" fmla="*/ 1801504 h 3261815"/>
              <a:gd name="connsiteX2" fmla="*/ 704581 w 2144420"/>
              <a:gd name="connsiteY2" fmla="*/ 3261815 h 3261815"/>
              <a:gd name="connsiteX3" fmla="*/ 1216372 w 2144420"/>
              <a:gd name="connsiteY3" fmla="*/ 1951629 h 3261815"/>
              <a:gd name="connsiteX4" fmla="*/ 1707692 w 2144420"/>
              <a:gd name="connsiteY4" fmla="*/ 3254991 h 3261815"/>
              <a:gd name="connsiteX5" fmla="*/ 2144420 w 2144420"/>
              <a:gd name="connsiteY5" fmla="*/ 1753737 h 3261815"/>
              <a:gd name="connsiteX6" fmla="*/ 1871465 w 2144420"/>
              <a:gd name="connsiteY6" fmla="*/ 0 h 3261815"/>
              <a:gd name="connsiteX7" fmla="*/ 1789578 w 2144420"/>
              <a:gd name="connsiteY7" fmla="*/ 13648 h 3261815"/>
              <a:gd name="connsiteX8" fmla="*/ 1175429 w 2144420"/>
              <a:gd name="connsiteY8" fmla="*/ 156949 h 3261815"/>
              <a:gd name="connsiteX9" fmla="*/ 411154 w 2144420"/>
              <a:gd name="connsiteY9" fmla="*/ 27296 h 3261815"/>
              <a:gd name="connsiteX0" fmla="*/ 411154 w 2205171"/>
              <a:gd name="connsiteY0" fmla="*/ 27296 h 3261815"/>
              <a:gd name="connsiteX1" fmla="*/ 322444 w 2205171"/>
              <a:gd name="connsiteY1" fmla="*/ 1801504 h 3261815"/>
              <a:gd name="connsiteX2" fmla="*/ 704581 w 2205171"/>
              <a:gd name="connsiteY2" fmla="*/ 3261815 h 3261815"/>
              <a:gd name="connsiteX3" fmla="*/ 1216372 w 2205171"/>
              <a:gd name="connsiteY3" fmla="*/ 1951629 h 3261815"/>
              <a:gd name="connsiteX4" fmla="*/ 1707692 w 2205171"/>
              <a:gd name="connsiteY4" fmla="*/ 3254991 h 3261815"/>
              <a:gd name="connsiteX5" fmla="*/ 2144420 w 2205171"/>
              <a:gd name="connsiteY5" fmla="*/ 1753737 h 3261815"/>
              <a:gd name="connsiteX6" fmla="*/ 1871465 w 2205171"/>
              <a:gd name="connsiteY6" fmla="*/ 0 h 3261815"/>
              <a:gd name="connsiteX7" fmla="*/ 1789578 w 2205171"/>
              <a:gd name="connsiteY7" fmla="*/ 13648 h 3261815"/>
              <a:gd name="connsiteX8" fmla="*/ 1175429 w 2205171"/>
              <a:gd name="connsiteY8" fmla="*/ 156949 h 3261815"/>
              <a:gd name="connsiteX9" fmla="*/ 411154 w 2205171"/>
              <a:gd name="connsiteY9" fmla="*/ 27296 h 3261815"/>
              <a:gd name="connsiteX0" fmla="*/ 411154 w 2145061"/>
              <a:gd name="connsiteY0" fmla="*/ 23869 h 3258388"/>
              <a:gd name="connsiteX1" fmla="*/ 322444 w 2145061"/>
              <a:gd name="connsiteY1" fmla="*/ 1798077 h 3258388"/>
              <a:gd name="connsiteX2" fmla="*/ 704581 w 2145061"/>
              <a:gd name="connsiteY2" fmla="*/ 3258388 h 3258388"/>
              <a:gd name="connsiteX3" fmla="*/ 1216372 w 2145061"/>
              <a:gd name="connsiteY3" fmla="*/ 1948202 h 3258388"/>
              <a:gd name="connsiteX4" fmla="*/ 1707692 w 2145061"/>
              <a:gd name="connsiteY4" fmla="*/ 3251564 h 3258388"/>
              <a:gd name="connsiteX5" fmla="*/ 2144420 w 2145061"/>
              <a:gd name="connsiteY5" fmla="*/ 1750310 h 3258388"/>
              <a:gd name="connsiteX6" fmla="*/ 1789578 w 2145061"/>
              <a:gd name="connsiteY6" fmla="*/ 10221 h 3258388"/>
              <a:gd name="connsiteX7" fmla="*/ 1175429 w 2145061"/>
              <a:gd name="connsiteY7" fmla="*/ 153522 h 3258388"/>
              <a:gd name="connsiteX8" fmla="*/ 411154 w 2145061"/>
              <a:gd name="connsiteY8" fmla="*/ 23869 h 3258388"/>
              <a:gd name="connsiteX0" fmla="*/ 411154 w 2146076"/>
              <a:gd name="connsiteY0" fmla="*/ 23869 h 3258388"/>
              <a:gd name="connsiteX1" fmla="*/ 322444 w 2146076"/>
              <a:gd name="connsiteY1" fmla="*/ 1798077 h 3258388"/>
              <a:gd name="connsiteX2" fmla="*/ 704581 w 2146076"/>
              <a:gd name="connsiteY2" fmla="*/ 3258388 h 3258388"/>
              <a:gd name="connsiteX3" fmla="*/ 1216372 w 2146076"/>
              <a:gd name="connsiteY3" fmla="*/ 1948202 h 3258388"/>
              <a:gd name="connsiteX4" fmla="*/ 1707692 w 2146076"/>
              <a:gd name="connsiteY4" fmla="*/ 3251564 h 3258388"/>
              <a:gd name="connsiteX5" fmla="*/ 2144420 w 2146076"/>
              <a:gd name="connsiteY5" fmla="*/ 1750310 h 3258388"/>
              <a:gd name="connsiteX6" fmla="*/ 1926056 w 2146076"/>
              <a:gd name="connsiteY6" fmla="*/ 17045 h 3258388"/>
              <a:gd name="connsiteX7" fmla="*/ 1175429 w 2146076"/>
              <a:gd name="connsiteY7" fmla="*/ 153522 h 3258388"/>
              <a:gd name="connsiteX8" fmla="*/ 411154 w 2146076"/>
              <a:gd name="connsiteY8" fmla="*/ 23869 h 3258388"/>
              <a:gd name="connsiteX0" fmla="*/ 411154 w 2374416"/>
              <a:gd name="connsiteY0" fmla="*/ 23869 h 3258388"/>
              <a:gd name="connsiteX1" fmla="*/ 322444 w 2374416"/>
              <a:gd name="connsiteY1" fmla="*/ 1798077 h 3258388"/>
              <a:gd name="connsiteX2" fmla="*/ 704581 w 2374416"/>
              <a:gd name="connsiteY2" fmla="*/ 3258388 h 3258388"/>
              <a:gd name="connsiteX3" fmla="*/ 1216372 w 2374416"/>
              <a:gd name="connsiteY3" fmla="*/ 1948202 h 3258388"/>
              <a:gd name="connsiteX4" fmla="*/ 1707692 w 2374416"/>
              <a:gd name="connsiteY4" fmla="*/ 3251564 h 3258388"/>
              <a:gd name="connsiteX5" fmla="*/ 2144420 w 2374416"/>
              <a:gd name="connsiteY5" fmla="*/ 1750310 h 3258388"/>
              <a:gd name="connsiteX6" fmla="*/ 1926056 w 2374416"/>
              <a:gd name="connsiteY6" fmla="*/ 17045 h 3258388"/>
              <a:gd name="connsiteX7" fmla="*/ 1175429 w 2374416"/>
              <a:gd name="connsiteY7" fmla="*/ 153522 h 3258388"/>
              <a:gd name="connsiteX8" fmla="*/ 411154 w 2374416"/>
              <a:gd name="connsiteY8" fmla="*/ 23869 h 3258388"/>
              <a:gd name="connsiteX0" fmla="*/ 411154 w 2441693"/>
              <a:gd name="connsiteY0" fmla="*/ 23869 h 3258388"/>
              <a:gd name="connsiteX1" fmla="*/ 322444 w 2441693"/>
              <a:gd name="connsiteY1" fmla="*/ 1798077 h 3258388"/>
              <a:gd name="connsiteX2" fmla="*/ 704581 w 2441693"/>
              <a:gd name="connsiteY2" fmla="*/ 3258388 h 3258388"/>
              <a:gd name="connsiteX3" fmla="*/ 1216372 w 2441693"/>
              <a:gd name="connsiteY3" fmla="*/ 1948202 h 3258388"/>
              <a:gd name="connsiteX4" fmla="*/ 1707692 w 2441693"/>
              <a:gd name="connsiteY4" fmla="*/ 3251564 h 3258388"/>
              <a:gd name="connsiteX5" fmla="*/ 2144420 w 2441693"/>
              <a:gd name="connsiteY5" fmla="*/ 1750310 h 3258388"/>
              <a:gd name="connsiteX6" fmla="*/ 1926056 w 2441693"/>
              <a:gd name="connsiteY6" fmla="*/ 17045 h 3258388"/>
              <a:gd name="connsiteX7" fmla="*/ 1175429 w 2441693"/>
              <a:gd name="connsiteY7" fmla="*/ 153522 h 3258388"/>
              <a:gd name="connsiteX8" fmla="*/ 411154 w 2441693"/>
              <a:gd name="connsiteY8" fmla="*/ 23869 h 3258388"/>
              <a:gd name="connsiteX0" fmla="*/ 411154 w 2377348"/>
              <a:gd name="connsiteY0" fmla="*/ 23869 h 3258388"/>
              <a:gd name="connsiteX1" fmla="*/ 322444 w 2377348"/>
              <a:gd name="connsiteY1" fmla="*/ 1798077 h 3258388"/>
              <a:gd name="connsiteX2" fmla="*/ 704581 w 2377348"/>
              <a:gd name="connsiteY2" fmla="*/ 3258388 h 3258388"/>
              <a:gd name="connsiteX3" fmla="*/ 1216372 w 2377348"/>
              <a:gd name="connsiteY3" fmla="*/ 1948202 h 3258388"/>
              <a:gd name="connsiteX4" fmla="*/ 1707692 w 2377348"/>
              <a:gd name="connsiteY4" fmla="*/ 3251564 h 3258388"/>
              <a:gd name="connsiteX5" fmla="*/ 2144420 w 2377348"/>
              <a:gd name="connsiteY5" fmla="*/ 1750310 h 3258388"/>
              <a:gd name="connsiteX6" fmla="*/ 1926056 w 2377348"/>
              <a:gd name="connsiteY6" fmla="*/ 17045 h 3258388"/>
              <a:gd name="connsiteX7" fmla="*/ 1175429 w 2377348"/>
              <a:gd name="connsiteY7" fmla="*/ 153522 h 3258388"/>
              <a:gd name="connsiteX8" fmla="*/ 411154 w 2377348"/>
              <a:gd name="connsiteY8" fmla="*/ 23869 h 3258388"/>
              <a:gd name="connsiteX0" fmla="*/ 411154 w 2424220"/>
              <a:gd name="connsiteY0" fmla="*/ 23869 h 3258388"/>
              <a:gd name="connsiteX1" fmla="*/ 322444 w 2424220"/>
              <a:gd name="connsiteY1" fmla="*/ 1798077 h 3258388"/>
              <a:gd name="connsiteX2" fmla="*/ 704581 w 2424220"/>
              <a:gd name="connsiteY2" fmla="*/ 3258388 h 3258388"/>
              <a:gd name="connsiteX3" fmla="*/ 1216372 w 2424220"/>
              <a:gd name="connsiteY3" fmla="*/ 1948202 h 3258388"/>
              <a:gd name="connsiteX4" fmla="*/ 1707692 w 2424220"/>
              <a:gd name="connsiteY4" fmla="*/ 3251564 h 3258388"/>
              <a:gd name="connsiteX5" fmla="*/ 2144420 w 2424220"/>
              <a:gd name="connsiteY5" fmla="*/ 1750310 h 3258388"/>
              <a:gd name="connsiteX6" fmla="*/ 1926056 w 2424220"/>
              <a:gd name="connsiteY6" fmla="*/ 17045 h 3258388"/>
              <a:gd name="connsiteX7" fmla="*/ 1175429 w 2424220"/>
              <a:gd name="connsiteY7" fmla="*/ 153522 h 3258388"/>
              <a:gd name="connsiteX8" fmla="*/ 411154 w 2424220"/>
              <a:gd name="connsiteY8" fmla="*/ 23869 h 3258388"/>
              <a:gd name="connsiteX0" fmla="*/ 411154 w 2449010"/>
              <a:gd name="connsiteY0" fmla="*/ 23869 h 3258388"/>
              <a:gd name="connsiteX1" fmla="*/ 322444 w 2449010"/>
              <a:gd name="connsiteY1" fmla="*/ 1798077 h 3258388"/>
              <a:gd name="connsiteX2" fmla="*/ 704581 w 2449010"/>
              <a:gd name="connsiteY2" fmla="*/ 3258388 h 3258388"/>
              <a:gd name="connsiteX3" fmla="*/ 1216372 w 2449010"/>
              <a:gd name="connsiteY3" fmla="*/ 1948202 h 3258388"/>
              <a:gd name="connsiteX4" fmla="*/ 1707692 w 2449010"/>
              <a:gd name="connsiteY4" fmla="*/ 3251564 h 3258388"/>
              <a:gd name="connsiteX5" fmla="*/ 2144420 w 2449010"/>
              <a:gd name="connsiteY5" fmla="*/ 1750310 h 3258388"/>
              <a:gd name="connsiteX6" fmla="*/ 1926056 w 2449010"/>
              <a:gd name="connsiteY6" fmla="*/ 17045 h 3258388"/>
              <a:gd name="connsiteX7" fmla="*/ 1175429 w 2449010"/>
              <a:gd name="connsiteY7" fmla="*/ 153522 h 3258388"/>
              <a:gd name="connsiteX8" fmla="*/ 411154 w 2449010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  <a:gd name="connsiteX0" fmla="*/ 411154 w 2433593"/>
              <a:gd name="connsiteY0" fmla="*/ 23869 h 3258388"/>
              <a:gd name="connsiteX1" fmla="*/ 322444 w 2433593"/>
              <a:gd name="connsiteY1" fmla="*/ 1798077 h 3258388"/>
              <a:gd name="connsiteX2" fmla="*/ 704581 w 2433593"/>
              <a:gd name="connsiteY2" fmla="*/ 3258388 h 3258388"/>
              <a:gd name="connsiteX3" fmla="*/ 1216372 w 2433593"/>
              <a:gd name="connsiteY3" fmla="*/ 1948202 h 3258388"/>
              <a:gd name="connsiteX4" fmla="*/ 1707692 w 2433593"/>
              <a:gd name="connsiteY4" fmla="*/ 3251564 h 3258388"/>
              <a:gd name="connsiteX5" fmla="*/ 2144420 w 2433593"/>
              <a:gd name="connsiteY5" fmla="*/ 1750310 h 3258388"/>
              <a:gd name="connsiteX6" fmla="*/ 1926056 w 2433593"/>
              <a:gd name="connsiteY6" fmla="*/ 17045 h 3258388"/>
              <a:gd name="connsiteX7" fmla="*/ 1175429 w 2433593"/>
              <a:gd name="connsiteY7" fmla="*/ 153522 h 3258388"/>
              <a:gd name="connsiteX8" fmla="*/ 411154 w 2433593"/>
              <a:gd name="connsiteY8" fmla="*/ 23869 h 325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3593" h="3258388">
                <a:moveTo>
                  <a:pt x="411154" y="23869"/>
                </a:moveTo>
                <a:cubicBezTo>
                  <a:pt x="-257586" y="355964"/>
                  <a:pt x="22194" y="1036078"/>
                  <a:pt x="322444" y="1798077"/>
                </a:cubicBezTo>
                <a:cubicBezTo>
                  <a:pt x="338366" y="2660163"/>
                  <a:pt x="545357" y="3249289"/>
                  <a:pt x="704581" y="3258388"/>
                </a:cubicBezTo>
                <a:cubicBezTo>
                  <a:pt x="1018479" y="3247015"/>
                  <a:pt x="779644" y="1925457"/>
                  <a:pt x="1216372" y="1948202"/>
                </a:cubicBezTo>
                <a:cubicBezTo>
                  <a:pt x="1580313" y="1945929"/>
                  <a:pt x="1473406" y="3281133"/>
                  <a:pt x="1707692" y="3251564"/>
                </a:cubicBezTo>
                <a:cubicBezTo>
                  <a:pt x="2048886" y="3121910"/>
                  <a:pt x="2001118" y="2180214"/>
                  <a:pt x="2144420" y="1750310"/>
                </a:cubicBezTo>
                <a:cubicBezTo>
                  <a:pt x="2451495" y="1080432"/>
                  <a:pt x="2681232" y="64812"/>
                  <a:pt x="1926056" y="17045"/>
                </a:cubicBezTo>
                <a:lnTo>
                  <a:pt x="1175429" y="153522"/>
                </a:lnTo>
                <a:cubicBezTo>
                  <a:pt x="920671" y="110304"/>
                  <a:pt x="679560" y="-62566"/>
                  <a:pt x="411154" y="238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85" name="Group 102">
            <a:extLst>
              <a:ext uri="{FF2B5EF4-FFF2-40B4-BE49-F238E27FC236}">
                <a16:creationId xmlns:a16="http://schemas.microsoft.com/office/drawing/2014/main" id="{6981BCC8-0F23-47EA-AA29-202857B727C8}"/>
              </a:ext>
            </a:extLst>
          </p:cNvPr>
          <p:cNvGrpSpPr>
            <a:grpSpLocks noChangeAspect="1"/>
          </p:cNvGrpSpPr>
          <p:nvPr/>
        </p:nvGrpSpPr>
        <p:grpSpPr>
          <a:xfrm>
            <a:off x="6612876" y="2045497"/>
            <a:ext cx="221332" cy="360000"/>
            <a:chOff x="2071598" y="2060848"/>
            <a:chExt cx="1917605" cy="3137144"/>
          </a:xfrm>
          <a:solidFill>
            <a:schemeClr val="accent4"/>
          </a:solidFill>
        </p:grpSpPr>
        <p:sp>
          <p:nvSpPr>
            <p:cNvPr id="86" name="Freeform 103">
              <a:extLst>
                <a:ext uri="{FF2B5EF4-FFF2-40B4-BE49-F238E27FC236}">
                  <a16:creationId xmlns:a16="http://schemas.microsoft.com/office/drawing/2014/main" id="{5E19C4F0-E124-4072-B5C3-3D3E54A83C6F}"/>
                </a:ext>
              </a:extLst>
            </p:cNvPr>
            <p:cNvSpPr/>
            <p:nvPr/>
          </p:nvSpPr>
          <p:spPr>
            <a:xfrm>
              <a:off x="2483768" y="206084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Freeform 104">
              <a:extLst>
                <a:ext uri="{FF2B5EF4-FFF2-40B4-BE49-F238E27FC236}">
                  <a16:creationId xmlns:a16="http://schemas.microsoft.com/office/drawing/2014/main" id="{485BF17C-8A0C-44AE-B33B-B5E5B703738F}"/>
                </a:ext>
              </a:extLst>
            </p:cNvPr>
            <p:cNvSpPr/>
            <p:nvPr/>
          </p:nvSpPr>
          <p:spPr>
            <a:xfrm rot="21253755">
              <a:off x="2170737" y="2710023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8" name="Freeform 105">
              <a:extLst>
                <a:ext uri="{FF2B5EF4-FFF2-40B4-BE49-F238E27FC236}">
                  <a16:creationId xmlns:a16="http://schemas.microsoft.com/office/drawing/2014/main" id="{DF1355D0-5200-49AC-8319-5D05F711528A}"/>
                </a:ext>
              </a:extLst>
            </p:cNvPr>
            <p:cNvSpPr/>
            <p:nvPr/>
          </p:nvSpPr>
          <p:spPr>
            <a:xfrm rot="20634645">
              <a:off x="2071598" y="3466865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" name="Freeform 106">
              <a:extLst>
                <a:ext uri="{FF2B5EF4-FFF2-40B4-BE49-F238E27FC236}">
                  <a16:creationId xmlns:a16="http://schemas.microsoft.com/office/drawing/2014/main" id="{7E833EF5-CCFC-4297-BB1D-147115A7711D}"/>
                </a:ext>
              </a:extLst>
            </p:cNvPr>
            <p:cNvSpPr/>
            <p:nvPr/>
          </p:nvSpPr>
          <p:spPr>
            <a:xfrm rot="19632933">
              <a:off x="2257651" y="4182238"/>
              <a:ext cx="1505435" cy="1015754"/>
            </a:xfrm>
            <a:custGeom>
              <a:avLst/>
              <a:gdLst>
                <a:gd name="connsiteX0" fmla="*/ 812042 w 1535373"/>
                <a:gd name="connsiteY0" fmla="*/ 211541 h 921224"/>
                <a:gd name="connsiteX1" fmla="*/ 184245 w 1535373"/>
                <a:gd name="connsiteY1" fmla="*/ 0 h 921224"/>
                <a:gd name="connsiteX2" fmla="*/ 143301 w 1535373"/>
                <a:gd name="connsiteY2" fmla="*/ 293427 h 921224"/>
                <a:gd name="connsiteX3" fmla="*/ 0 w 1535373"/>
                <a:gd name="connsiteY3" fmla="*/ 477672 h 921224"/>
                <a:gd name="connsiteX4" fmla="*/ 600501 w 1535373"/>
                <a:gd name="connsiteY4" fmla="*/ 764275 h 921224"/>
                <a:gd name="connsiteX5" fmla="*/ 709684 w 1535373"/>
                <a:gd name="connsiteY5" fmla="*/ 655093 h 921224"/>
                <a:gd name="connsiteX6" fmla="*/ 887104 w 1535373"/>
                <a:gd name="connsiteY6" fmla="*/ 702860 h 921224"/>
                <a:gd name="connsiteX7" fmla="*/ 1201003 w 1535373"/>
                <a:gd name="connsiteY7" fmla="*/ 921224 h 921224"/>
                <a:gd name="connsiteX8" fmla="*/ 1535373 w 1535373"/>
                <a:gd name="connsiteY8" fmla="*/ 825690 h 921224"/>
                <a:gd name="connsiteX9" fmla="*/ 1201003 w 1535373"/>
                <a:gd name="connsiteY9" fmla="*/ 689212 h 921224"/>
                <a:gd name="connsiteX10" fmla="*/ 1262418 w 1535373"/>
                <a:gd name="connsiteY10" fmla="*/ 457200 h 921224"/>
                <a:gd name="connsiteX11" fmla="*/ 996287 w 1535373"/>
                <a:gd name="connsiteY11" fmla="*/ 348018 h 921224"/>
                <a:gd name="connsiteX12" fmla="*/ 921224 w 1535373"/>
                <a:gd name="connsiteY12" fmla="*/ 457200 h 921224"/>
                <a:gd name="connsiteX13" fmla="*/ 777922 w 1535373"/>
                <a:gd name="connsiteY13" fmla="*/ 395785 h 921224"/>
                <a:gd name="connsiteX14" fmla="*/ 812042 w 1535373"/>
                <a:gd name="connsiteY14" fmla="*/ 211541 h 921224"/>
                <a:gd name="connsiteX0" fmla="*/ 812042 w 1535373"/>
                <a:gd name="connsiteY0" fmla="*/ 191663 h 901346"/>
                <a:gd name="connsiteX1" fmla="*/ 208099 w 1535373"/>
                <a:gd name="connsiteY1" fmla="*/ 0 h 901346"/>
                <a:gd name="connsiteX2" fmla="*/ 143301 w 1535373"/>
                <a:gd name="connsiteY2" fmla="*/ 273549 h 901346"/>
                <a:gd name="connsiteX3" fmla="*/ 0 w 1535373"/>
                <a:gd name="connsiteY3" fmla="*/ 457794 h 901346"/>
                <a:gd name="connsiteX4" fmla="*/ 600501 w 1535373"/>
                <a:gd name="connsiteY4" fmla="*/ 744397 h 901346"/>
                <a:gd name="connsiteX5" fmla="*/ 709684 w 1535373"/>
                <a:gd name="connsiteY5" fmla="*/ 635215 h 901346"/>
                <a:gd name="connsiteX6" fmla="*/ 887104 w 1535373"/>
                <a:gd name="connsiteY6" fmla="*/ 682982 h 901346"/>
                <a:gd name="connsiteX7" fmla="*/ 1201003 w 1535373"/>
                <a:gd name="connsiteY7" fmla="*/ 901346 h 901346"/>
                <a:gd name="connsiteX8" fmla="*/ 1535373 w 1535373"/>
                <a:gd name="connsiteY8" fmla="*/ 805812 h 901346"/>
                <a:gd name="connsiteX9" fmla="*/ 1201003 w 1535373"/>
                <a:gd name="connsiteY9" fmla="*/ 669334 h 901346"/>
                <a:gd name="connsiteX10" fmla="*/ 1262418 w 1535373"/>
                <a:gd name="connsiteY10" fmla="*/ 437322 h 901346"/>
                <a:gd name="connsiteX11" fmla="*/ 996287 w 1535373"/>
                <a:gd name="connsiteY11" fmla="*/ 328140 h 901346"/>
                <a:gd name="connsiteX12" fmla="*/ 921224 w 1535373"/>
                <a:gd name="connsiteY12" fmla="*/ 437322 h 901346"/>
                <a:gd name="connsiteX13" fmla="*/ 777922 w 1535373"/>
                <a:gd name="connsiteY13" fmla="*/ 375907 h 901346"/>
                <a:gd name="connsiteX14" fmla="*/ 812042 w 1535373"/>
                <a:gd name="connsiteY14" fmla="*/ 191663 h 901346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43301 w 1535373"/>
                <a:gd name="connsiteY2" fmla="*/ 286235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812042 w 1535373"/>
                <a:gd name="connsiteY0" fmla="*/ 204349 h 914032"/>
                <a:gd name="connsiteX1" fmla="*/ 208099 w 1535373"/>
                <a:gd name="connsiteY1" fmla="*/ 12686 h 914032"/>
                <a:gd name="connsiteX2" fmla="*/ 159203 w 1535373"/>
                <a:gd name="connsiteY2" fmla="*/ 306113 h 914032"/>
                <a:gd name="connsiteX3" fmla="*/ 0 w 1535373"/>
                <a:gd name="connsiteY3" fmla="*/ 470480 h 914032"/>
                <a:gd name="connsiteX4" fmla="*/ 600501 w 1535373"/>
                <a:gd name="connsiteY4" fmla="*/ 757083 h 914032"/>
                <a:gd name="connsiteX5" fmla="*/ 709684 w 1535373"/>
                <a:gd name="connsiteY5" fmla="*/ 647901 h 914032"/>
                <a:gd name="connsiteX6" fmla="*/ 887104 w 1535373"/>
                <a:gd name="connsiteY6" fmla="*/ 695668 h 914032"/>
                <a:gd name="connsiteX7" fmla="*/ 1201003 w 1535373"/>
                <a:gd name="connsiteY7" fmla="*/ 914032 h 914032"/>
                <a:gd name="connsiteX8" fmla="*/ 1535373 w 1535373"/>
                <a:gd name="connsiteY8" fmla="*/ 818498 h 914032"/>
                <a:gd name="connsiteX9" fmla="*/ 1201003 w 1535373"/>
                <a:gd name="connsiteY9" fmla="*/ 682020 h 914032"/>
                <a:gd name="connsiteX10" fmla="*/ 1262418 w 1535373"/>
                <a:gd name="connsiteY10" fmla="*/ 450008 h 914032"/>
                <a:gd name="connsiteX11" fmla="*/ 996287 w 1535373"/>
                <a:gd name="connsiteY11" fmla="*/ 340826 h 914032"/>
                <a:gd name="connsiteX12" fmla="*/ 921224 w 1535373"/>
                <a:gd name="connsiteY12" fmla="*/ 450008 h 914032"/>
                <a:gd name="connsiteX13" fmla="*/ 777922 w 1535373"/>
                <a:gd name="connsiteY13" fmla="*/ 388593 h 914032"/>
                <a:gd name="connsiteX14" fmla="*/ 812042 w 1535373"/>
                <a:gd name="connsiteY14" fmla="*/ 204349 h 914032"/>
                <a:gd name="connsiteX0" fmla="*/ 788188 w 1511519"/>
                <a:gd name="connsiteY0" fmla="*/ 204349 h 914032"/>
                <a:gd name="connsiteX1" fmla="*/ 184245 w 1511519"/>
                <a:gd name="connsiteY1" fmla="*/ 12686 h 914032"/>
                <a:gd name="connsiteX2" fmla="*/ 135349 w 1511519"/>
                <a:gd name="connsiteY2" fmla="*/ 306113 h 914032"/>
                <a:gd name="connsiteX3" fmla="*/ 0 w 1511519"/>
                <a:gd name="connsiteY3" fmla="*/ 518188 h 914032"/>
                <a:gd name="connsiteX4" fmla="*/ 576647 w 1511519"/>
                <a:gd name="connsiteY4" fmla="*/ 757083 h 914032"/>
                <a:gd name="connsiteX5" fmla="*/ 685830 w 1511519"/>
                <a:gd name="connsiteY5" fmla="*/ 647901 h 914032"/>
                <a:gd name="connsiteX6" fmla="*/ 863250 w 1511519"/>
                <a:gd name="connsiteY6" fmla="*/ 695668 h 914032"/>
                <a:gd name="connsiteX7" fmla="*/ 1177149 w 1511519"/>
                <a:gd name="connsiteY7" fmla="*/ 914032 h 914032"/>
                <a:gd name="connsiteX8" fmla="*/ 1511519 w 1511519"/>
                <a:gd name="connsiteY8" fmla="*/ 818498 h 914032"/>
                <a:gd name="connsiteX9" fmla="*/ 1177149 w 1511519"/>
                <a:gd name="connsiteY9" fmla="*/ 682020 h 914032"/>
                <a:gd name="connsiteX10" fmla="*/ 1238564 w 1511519"/>
                <a:gd name="connsiteY10" fmla="*/ 450008 h 914032"/>
                <a:gd name="connsiteX11" fmla="*/ 972433 w 1511519"/>
                <a:gd name="connsiteY11" fmla="*/ 340826 h 914032"/>
                <a:gd name="connsiteX12" fmla="*/ 897370 w 1511519"/>
                <a:gd name="connsiteY12" fmla="*/ 450008 h 914032"/>
                <a:gd name="connsiteX13" fmla="*/ 754068 w 1511519"/>
                <a:gd name="connsiteY13" fmla="*/ 388593 h 914032"/>
                <a:gd name="connsiteX14" fmla="*/ 788188 w 1511519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2902 w 1526233"/>
                <a:gd name="connsiteY0" fmla="*/ 204349 h 914032"/>
                <a:gd name="connsiteX1" fmla="*/ 198959 w 1526233"/>
                <a:gd name="connsiteY1" fmla="*/ 12686 h 914032"/>
                <a:gd name="connsiteX2" fmla="*/ 150063 w 1526233"/>
                <a:gd name="connsiteY2" fmla="*/ 306113 h 914032"/>
                <a:gd name="connsiteX3" fmla="*/ 14714 w 1526233"/>
                <a:gd name="connsiteY3" fmla="*/ 518188 h 914032"/>
                <a:gd name="connsiteX4" fmla="*/ 591361 w 1526233"/>
                <a:gd name="connsiteY4" fmla="*/ 757083 h 914032"/>
                <a:gd name="connsiteX5" fmla="*/ 700544 w 1526233"/>
                <a:gd name="connsiteY5" fmla="*/ 647901 h 914032"/>
                <a:gd name="connsiteX6" fmla="*/ 877964 w 1526233"/>
                <a:gd name="connsiteY6" fmla="*/ 695668 h 914032"/>
                <a:gd name="connsiteX7" fmla="*/ 1191863 w 1526233"/>
                <a:gd name="connsiteY7" fmla="*/ 914032 h 914032"/>
                <a:gd name="connsiteX8" fmla="*/ 1526233 w 1526233"/>
                <a:gd name="connsiteY8" fmla="*/ 818498 h 914032"/>
                <a:gd name="connsiteX9" fmla="*/ 1191863 w 1526233"/>
                <a:gd name="connsiteY9" fmla="*/ 682020 h 914032"/>
                <a:gd name="connsiteX10" fmla="*/ 1253278 w 1526233"/>
                <a:gd name="connsiteY10" fmla="*/ 450008 h 914032"/>
                <a:gd name="connsiteX11" fmla="*/ 987147 w 1526233"/>
                <a:gd name="connsiteY11" fmla="*/ 340826 h 914032"/>
                <a:gd name="connsiteX12" fmla="*/ 912084 w 1526233"/>
                <a:gd name="connsiteY12" fmla="*/ 450008 h 914032"/>
                <a:gd name="connsiteX13" fmla="*/ 768782 w 1526233"/>
                <a:gd name="connsiteY13" fmla="*/ 388593 h 914032"/>
                <a:gd name="connsiteX14" fmla="*/ 802902 w 1526233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588668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52279 w 1523540"/>
                <a:gd name="connsiteY4" fmla="*/ 757083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697851 w 1523540"/>
                <a:gd name="connsiteY5" fmla="*/ 647901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75271 w 1523540"/>
                <a:gd name="connsiteY6" fmla="*/ 695668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14032"/>
                <a:gd name="connsiteX1" fmla="*/ 196266 w 1523540"/>
                <a:gd name="connsiteY1" fmla="*/ 12686 h 914032"/>
                <a:gd name="connsiteX2" fmla="*/ 147370 w 1523540"/>
                <a:gd name="connsiteY2" fmla="*/ 306113 h 914032"/>
                <a:gd name="connsiteX3" fmla="*/ 12021 w 1523540"/>
                <a:gd name="connsiteY3" fmla="*/ 518188 h 914032"/>
                <a:gd name="connsiteX4" fmla="*/ 636377 w 1523540"/>
                <a:gd name="connsiteY4" fmla="*/ 741181 h 914032"/>
                <a:gd name="connsiteX5" fmla="*/ 705803 w 1523540"/>
                <a:gd name="connsiteY5" fmla="*/ 624047 h 914032"/>
                <a:gd name="connsiteX6" fmla="*/ 859369 w 1523540"/>
                <a:gd name="connsiteY6" fmla="*/ 679765 h 914032"/>
                <a:gd name="connsiteX7" fmla="*/ 1189170 w 1523540"/>
                <a:gd name="connsiteY7" fmla="*/ 914032 h 914032"/>
                <a:gd name="connsiteX8" fmla="*/ 1523540 w 1523540"/>
                <a:gd name="connsiteY8" fmla="*/ 818498 h 914032"/>
                <a:gd name="connsiteX9" fmla="*/ 1189170 w 1523540"/>
                <a:gd name="connsiteY9" fmla="*/ 682020 h 914032"/>
                <a:gd name="connsiteX10" fmla="*/ 1250585 w 1523540"/>
                <a:gd name="connsiteY10" fmla="*/ 450008 h 914032"/>
                <a:gd name="connsiteX11" fmla="*/ 984454 w 1523540"/>
                <a:gd name="connsiteY11" fmla="*/ 340826 h 914032"/>
                <a:gd name="connsiteX12" fmla="*/ 909391 w 1523540"/>
                <a:gd name="connsiteY12" fmla="*/ 450008 h 914032"/>
                <a:gd name="connsiteX13" fmla="*/ 766089 w 1523540"/>
                <a:gd name="connsiteY13" fmla="*/ 388593 h 914032"/>
                <a:gd name="connsiteX14" fmla="*/ 800209 w 1523540"/>
                <a:gd name="connsiteY14" fmla="*/ 204349 h 914032"/>
                <a:gd name="connsiteX0" fmla="*/ 800209 w 1523540"/>
                <a:gd name="connsiteY0" fmla="*/ 204349 h 982628"/>
                <a:gd name="connsiteX1" fmla="*/ 196266 w 1523540"/>
                <a:gd name="connsiteY1" fmla="*/ 12686 h 982628"/>
                <a:gd name="connsiteX2" fmla="*/ 147370 w 1523540"/>
                <a:gd name="connsiteY2" fmla="*/ 306113 h 982628"/>
                <a:gd name="connsiteX3" fmla="*/ 12021 w 1523540"/>
                <a:gd name="connsiteY3" fmla="*/ 518188 h 982628"/>
                <a:gd name="connsiteX4" fmla="*/ 636377 w 1523540"/>
                <a:gd name="connsiteY4" fmla="*/ 741181 h 982628"/>
                <a:gd name="connsiteX5" fmla="*/ 705803 w 1523540"/>
                <a:gd name="connsiteY5" fmla="*/ 624047 h 982628"/>
                <a:gd name="connsiteX6" fmla="*/ 859369 w 1523540"/>
                <a:gd name="connsiteY6" fmla="*/ 679765 h 982628"/>
                <a:gd name="connsiteX7" fmla="*/ 1189170 w 1523540"/>
                <a:gd name="connsiteY7" fmla="*/ 914032 h 982628"/>
                <a:gd name="connsiteX8" fmla="*/ 1523540 w 1523540"/>
                <a:gd name="connsiteY8" fmla="*/ 818498 h 982628"/>
                <a:gd name="connsiteX9" fmla="*/ 1189170 w 1523540"/>
                <a:gd name="connsiteY9" fmla="*/ 682020 h 982628"/>
                <a:gd name="connsiteX10" fmla="*/ 1250585 w 1523540"/>
                <a:gd name="connsiteY10" fmla="*/ 450008 h 982628"/>
                <a:gd name="connsiteX11" fmla="*/ 984454 w 1523540"/>
                <a:gd name="connsiteY11" fmla="*/ 340826 h 982628"/>
                <a:gd name="connsiteX12" fmla="*/ 909391 w 1523540"/>
                <a:gd name="connsiteY12" fmla="*/ 450008 h 982628"/>
                <a:gd name="connsiteX13" fmla="*/ 766089 w 1523540"/>
                <a:gd name="connsiteY13" fmla="*/ 388593 h 982628"/>
                <a:gd name="connsiteX14" fmla="*/ 800209 w 1523540"/>
                <a:gd name="connsiteY14" fmla="*/ 204349 h 982628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89170 w 1554538"/>
                <a:gd name="connsiteY9" fmla="*/ 682020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54538"/>
                <a:gd name="connsiteY0" fmla="*/ 204349 h 982009"/>
                <a:gd name="connsiteX1" fmla="*/ 196266 w 1554538"/>
                <a:gd name="connsiteY1" fmla="*/ 12686 h 982009"/>
                <a:gd name="connsiteX2" fmla="*/ 147370 w 1554538"/>
                <a:gd name="connsiteY2" fmla="*/ 306113 h 982009"/>
                <a:gd name="connsiteX3" fmla="*/ 12021 w 1554538"/>
                <a:gd name="connsiteY3" fmla="*/ 518188 h 982009"/>
                <a:gd name="connsiteX4" fmla="*/ 636377 w 1554538"/>
                <a:gd name="connsiteY4" fmla="*/ 741181 h 982009"/>
                <a:gd name="connsiteX5" fmla="*/ 705803 w 1554538"/>
                <a:gd name="connsiteY5" fmla="*/ 624047 h 982009"/>
                <a:gd name="connsiteX6" fmla="*/ 859369 w 1554538"/>
                <a:gd name="connsiteY6" fmla="*/ 679765 h 982009"/>
                <a:gd name="connsiteX7" fmla="*/ 1189170 w 1554538"/>
                <a:gd name="connsiteY7" fmla="*/ 914032 h 982009"/>
                <a:gd name="connsiteX8" fmla="*/ 1523540 w 1554538"/>
                <a:gd name="connsiteY8" fmla="*/ 818498 h 982009"/>
                <a:gd name="connsiteX9" fmla="*/ 1173267 w 1554538"/>
                <a:gd name="connsiteY9" fmla="*/ 634312 h 982009"/>
                <a:gd name="connsiteX10" fmla="*/ 1250585 w 1554538"/>
                <a:gd name="connsiteY10" fmla="*/ 450008 h 982009"/>
                <a:gd name="connsiteX11" fmla="*/ 984454 w 1554538"/>
                <a:gd name="connsiteY11" fmla="*/ 340826 h 982009"/>
                <a:gd name="connsiteX12" fmla="*/ 909391 w 1554538"/>
                <a:gd name="connsiteY12" fmla="*/ 450008 h 982009"/>
                <a:gd name="connsiteX13" fmla="*/ 766089 w 1554538"/>
                <a:gd name="connsiteY13" fmla="*/ 388593 h 982009"/>
                <a:gd name="connsiteX14" fmla="*/ 800209 w 1554538"/>
                <a:gd name="connsiteY14" fmla="*/ 204349 h 982009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42543"/>
                <a:gd name="connsiteY0" fmla="*/ 204349 h 976908"/>
                <a:gd name="connsiteX1" fmla="*/ 196266 w 1542543"/>
                <a:gd name="connsiteY1" fmla="*/ 12686 h 976908"/>
                <a:gd name="connsiteX2" fmla="*/ 147370 w 1542543"/>
                <a:gd name="connsiteY2" fmla="*/ 306113 h 976908"/>
                <a:gd name="connsiteX3" fmla="*/ 12021 w 1542543"/>
                <a:gd name="connsiteY3" fmla="*/ 518188 h 976908"/>
                <a:gd name="connsiteX4" fmla="*/ 636377 w 1542543"/>
                <a:gd name="connsiteY4" fmla="*/ 741181 h 976908"/>
                <a:gd name="connsiteX5" fmla="*/ 705803 w 1542543"/>
                <a:gd name="connsiteY5" fmla="*/ 624047 h 976908"/>
                <a:gd name="connsiteX6" fmla="*/ 859369 w 1542543"/>
                <a:gd name="connsiteY6" fmla="*/ 679765 h 976908"/>
                <a:gd name="connsiteX7" fmla="*/ 1189170 w 1542543"/>
                <a:gd name="connsiteY7" fmla="*/ 914032 h 976908"/>
                <a:gd name="connsiteX8" fmla="*/ 1507637 w 1542543"/>
                <a:gd name="connsiteY8" fmla="*/ 786693 h 976908"/>
                <a:gd name="connsiteX9" fmla="*/ 1173267 w 1542543"/>
                <a:gd name="connsiteY9" fmla="*/ 634312 h 976908"/>
                <a:gd name="connsiteX10" fmla="*/ 1250585 w 1542543"/>
                <a:gd name="connsiteY10" fmla="*/ 450008 h 976908"/>
                <a:gd name="connsiteX11" fmla="*/ 984454 w 1542543"/>
                <a:gd name="connsiteY11" fmla="*/ 340826 h 976908"/>
                <a:gd name="connsiteX12" fmla="*/ 909391 w 1542543"/>
                <a:gd name="connsiteY12" fmla="*/ 450008 h 976908"/>
                <a:gd name="connsiteX13" fmla="*/ 766089 w 1542543"/>
                <a:gd name="connsiteY13" fmla="*/ 388593 h 976908"/>
                <a:gd name="connsiteX14" fmla="*/ 800209 w 1542543"/>
                <a:gd name="connsiteY14" fmla="*/ 204349 h 976908"/>
                <a:gd name="connsiteX0" fmla="*/ 800209 w 1522966"/>
                <a:gd name="connsiteY0" fmla="*/ 204349 h 975249"/>
                <a:gd name="connsiteX1" fmla="*/ 196266 w 1522966"/>
                <a:gd name="connsiteY1" fmla="*/ 12686 h 975249"/>
                <a:gd name="connsiteX2" fmla="*/ 147370 w 1522966"/>
                <a:gd name="connsiteY2" fmla="*/ 306113 h 975249"/>
                <a:gd name="connsiteX3" fmla="*/ 12021 w 1522966"/>
                <a:gd name="connsiteY3" fmla="*/ 518188 h 975249"/>
                <a:gd name="connsiteX4" fmla="*/ 636377 w 1522966"/>
                <a:gd name="connsiteY4" fmla="*/ 741181 h 975249"/>
                <a:gd name="connsiteX5" fmla="*/ 705803 w 1522966"/>
                <a:gd name="connsiteY5" fmla="*/ 624047 h 975249"/>
                <a:gd name="connsiteX6" fmla="*/ 859369 w 1522966"/>
                <a:gd name="connsiteY6" fmla="*/ 679765 h 975249"/>
                <a:gd name="connsiteX7" fmla="*/ 1189170 w 1522966"/>
                <a:gd name="connsiteY7" fmla="*/ 914032 h 975249"/>
                <a:gd name="connsiteX8" fmla="*/ 1507637 w 1522966"/>
                <a:gd name="connsiteY8" fmla="*/ 786693 h 975249"/>
                <a:gd name="connsiteX9" fmla="*/ 1173267 w 1522966"/>
                <a:gd name="connsiteY9" fmla="*/ 634312 h 975249"/>
                <a:gd name="connsiteX10" fmla="*/ 1250585 w 1522966"/>
                <a:gd name="connsiteY10" fmla="*/ 450008 h 975249"/>
                <a:gd name="connsiteX11" fmla="*/ 984454 w 1522966"/>
                <a:gd name="connsiteY11" fmla="*/ 340826 h 975249"/>
                <a:gd name="connsiteX12" fmla="*/ 909391 w 1522966"/>
                <a:gd name="connsiteY12" fmla="*/ 450008 h 975249"/>
                <a:gd name="connsiteX13" fmla="*/ 766089 w 1522966"/>
                <a:gd name="connsiteY13" fmla="*/ 388593 h 975249"/>
                <a:gd name="connsiteX14" fmla="*/ 800209 w 1522966"/>
                <a:gd name="connsiteY14" fmla="*/ 204349 h 975249"/>
                <a:gd name="connsiteX0" fmla="*/ 800209 w 1538655"/>
                <a:gd name="connsiteY0" fmla="*/ 204349 h 976321"/>
                <a:gd name="connsiteX1" fmla="*/ 196266 w 1538655"/>
                <a:gd name="connsiteY1" fmla="*/ 12686 h 976321"/>
                <a:gd name="connsiteX2" fmla="*/ 147370 w 1538655"/>
                <a:gd name="connsiteY2" fmla="*/ 306113 h 976321"/>
                <a:gd name="connsiteX3" fmla="*/ 12021 w 1538655"/>
                <a:gd name="connsiteY3" fmla="*/ 518188 h 976321"/>
                <a:gd name="connsiteX4" fmla="*/ 636377 w 1538655"/>
                <a:gd name="connsiteY4" fmla="*/ 741181 h 976321"/>
                <a:gd name="connsiteX5" fmla="*/ 705803 w 1538655"/>
                <a:gd name="connsiteY5" fmla="*/ 624047 h 976321"/>
                <a:gd name="connsiteX6" fmla="*/ 859369 w 1538655"/>
                <a:gd name="connsiteY6" fmla="*/ 679765 h 976321"/>
                <a:gd name="connsiteX7" fmla="*/ 1189170 w 1538655"/>
                <a:gd name="connsiteY7" fmla="*/ 914032 h 976321"/>
                <a:gd name="connsiteX8" fmla="*/ 1507637 w 1538655"/>
                <a:gd name="connsiteY8" fmla="*/ 786693 h 976321"/>
                <a:gd name="connsiteX9" fmla="*/ 1173267 w 1538655"/>
                <a:gd name="connsiteY9" fmla="*/ 634312 h 976321"/>
                <a:gd name="connsiteX10" fmla="*/ 1250585 w 1538655"/>
                <a:gd name="connsiteY10" fmla="*/ 450008 h 976321"/>
                <a:gd name="connsiteX11" fmla="*/ 984454 w 1538655"/>
                <a:gd name="connsiteY11" fmla="*/ 340826 h 976321"/>
                <a:gd name="connsiteX12" fmla="*/ 909391 w 1538655"/>
                <a:gd name="connsiteY12" fmla="*/ 450008 h 976321"/>
                <a:gd name="connsiteX13" fmla="*/ 766089 w 1538655"/>
                <a:gd name="connsiteY13" fmla="*/ 388593 h 976321"/>
                <a:gd name="connsiteX14" fmla="*/ 800209 w 1538655"/>
                <a:gd name="connsiteY14" fmla="*/ 204349 h 976321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84454 w 1556774"/>
                <a:gd name="connsiteY11" fmla="*/ 340826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50008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56774"/>
                <a:gd name="connsiteY0" fmla="*/ 204349 h 981339"/>
                <a:gd name="connsiteX1" fmla="*/ 196266 w 1556774"/>
                <a:gd name="connsiteY1" fmla="*/ 12686 h 981339"/>
                <a:gd name="connsiteX2" fmla="*/ 147370 w 1556774"/>
                <a:gd name="connsiteY2" fmla="*/ 306113 h 981339"/>
                <a:gd name="connsiteX3" fmla="*/ 12021 w 1556774"/>
                <a:gd name="connsiteY3" fmla="*/ 518188 h 981339"/>
                <a:gd name="connsiteX4" fmla="*/ 636377 w 1556774"/>
                <a:gd name="connsiteY4" fmla="*/ 741181 h 981339"/>
                <a:gd name="connsiteX5" fmla="*/ 705803 w 1556774"/>
                <a:gd name="connsiteY5" fmla="*/ 624047 h 981339"/>
                <a:gd name="connsiteX6" fmla="*/ 859369 w 1556774"/>
                <a:gd name="connsiteY6" fmla="*/ 679765 h 981339"/>
                <a:gd name="connsiteX7" fmla="*/ 1189170 w 1556774"/>
                <a:gd name="connsiteY7" fmla="*/ 914032 h 981339"/>
                <a:gd name="connsiteX8" fmla="*/ 1507637 w 1556774"/>
                <a:gd name="connsiteY8" fmla="*/ 786693 h 981339"/>
                <a:gd name="connsiteX9" fmla="*/ 1173267 w 1556774"/>
                <a:gd name="connsiteY9" fmla="*/ 634312 h 981339"/>
                <a:gd name="connsiteX10" fmla="*/ 1250585 w 1556774"/>
                <a:gd name="connsiteY10" fmla="*/ 438081 h 981339"/>
                <a:gd name="connsiteX11" fmla="*/ 964576 w 1556774"/>
                <a:gd name="connsiteY11" fmla="*/ 344802 h 981339"/>
                <a:gd name="connsiteX12" fmla="*/ 909391 w 1556774"/>
                <a:gd name="connsiteY12" fmla="*/ 450008 h 981339"/>
                <a:gd name="connsiteX13" fmla="*/ 766089 w 1556774"/>
                <a:gd name="connsiteY13" fmla="*/ 388593 h 981339"/>
                <a:gd name="connsiteX14" fmla="*/ 800209 w 1556774"/>
                <a:gd name="connsiteY14" fmla="*/ 204349 h 981339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527868"/>
                <a:gd name="connsiteY0" fmla="*/ 204349 h 975126"/>
                <a:gd name="connsiteX1" fmla="*/ 196266 w 1527868"/>
                <a:gd name="connsiteY1" fmla="*/ 12686 h 975126"/>
                <a:gd name="connsiteX2" fmla="*/ 147370 w 1527868"/>
                <a:gd name="connsiteY2" fmla="*/ 306113 h 975126"/>
                <a:gd name="connsiteX3" fmla="*/ 12021 w 1527868"/>
                <a:gd name="connsiteY3" fmla="*/ 518188 h 975126"/>
                <a:gd name="connsiteX4" fmla="*/ 636377 w 1527868"/>
                <a:gd name="connsiteY4" fmla="*/ 741181 h 975126"/>
                <a:gd name="connsiteX5" fmla="*/ 705803 w 1527868"/>
                <a:gd name="connsiteY5" fmla="*/ 624047 h 975126"/>
                <a:gd name="connsiteX6" fmla="*/ 859369 w 1527868"/>
                <a:gd name="connsiteY6" fmla="*/ 679765 h 975126"/>
                <a:gd name="connsiteX7" fmla="*/ 1189170 w 1527868"/>
                <a:gd name="connsiteY7" fmla="*/ 914032 h 975126"/>
                <a:gd name="connsiteX8" fmla="*/ 1467881 w 1527868"/>
                <a:gd name="connsiteY8" fmla="*/ 742961 h 975126"/>
                <a:gd name="connsiteX9" fmla="*/ 1173267 w 1527868"/>
                <a:gd name="connsiteY9" fmla="*/ 634312 h 975126"/>
                <a:gd name="connsiteX10" fmla="*/ 1250585 w 1527868"/>
                <a:gd name="connsiteY10" fmla="*/ 438081 h 975126"/>
                <a:gd name="connsiteX11" fmla="*/ 964576 w 1527868"/>
                <a:gd name="connsiteY11" fmla="*/ 344802 h 975126"/>
                <a:gd name="connsiteX12" fmla="*/ 909391 w 1527868"/>
                <a:gd name="connsiteY12" fmla="*/ 450008 h 975126"/>
                <a:gd name="connsiteX13" fmla="*/ 766089 w 1527868"/>
                <a:gd name="connsiteY13" fmla="*/ 388593 h 975126"/>
                <a:gd name="connsiteX14" fmla="*/ 800209 w 1527868"/>
                <a:gd name="connsiteY14" fmla="*/ 204349 h 975126"/>
                <a:gd name="connsiteX0" fmla="*/ 800209 w 1499884"/>
                <a:gd name="connsiteY0" fmla="*/ 204349 h 986483"/>
                <a:gd name="connsiteX1" fmla="*/ 196266 w 1499884"/>
                <a:gd name="connsiteY1" fmla="*/ 12686 h 986483"/>
                <a:gd name="connsiteX2" fmla="*/ 147370 w 1499884"/>
                <a:gd name="connsiteY2" fmla="*/ 306113 h 986483"/>
                <a:gd name="connsiteX3" fmla="*/ 12021 w 1499884"/>
                <a:gd name="connsiteY3" fmla="*/ 518188 h 986483"/>
                <a:gd name="connsiteX4" fmla="*/ 636377 w 1499884"/>
                <a:gd name="connsiteY4" fmla="*/ 741181 h 986483"/>
                <a:gd name="connsiteX5" fmla="*/ 705803 w 1499884"/>
                <a:gd name="connsiteY5" fmla="*/ 624047 h 986483"/>
                <a:gd name="connsiteX6" fmla="*/ 859369 w 1499884"/>
                <a:gd name="connsiteY6" fmla="*/ 679765 h 986483"/>
                <a:gd name="connsiteX7" fmla="*/ 1189170 w 1499884"/>
                <a:gd name="connsiteY7" fmla="*/ 914032 h 986483"/>
                <a:gd name="connsiteX8" fmla="*/ 1467881 w 1499884"/>
                <a:gd name="connsiteY8" fmla="*/ 742961 h 986483"/>
                <a:gd name="connsiteX9" fmla="*/ 1173267 w 1499884"/>
                <a:gd name="connsiteY9" fmla="*/ 634312 h 986483"/>
                <a:gd name="connsiteX10" fmla="*/ 1250585 w 1499884"/>
                <a:gd name="connsiteY10" fmla="*/ 438081 h 986483"/>
                <a:gd name="connsiteX11" fmla="*/ 964576 w 1499884"/>
                <a:gd name="connsiteY11" fmla="*/ 344802 h 986483"/>
                <a:gd name="connsiteX12" fmla="*/ 909391 w 1499884"/>
                <a:gd name="connsiteY12" fmla="*/ 450008 h 986483"/>
                <a:gd name="connsiteX13" fmla="*/ 766089 w 1499884"/>
                <a:gd name="connsiteY13" fmla="*/ 388593 h 986483"/>
                <a:gd name="connsiteX14" fmla="*/ 800209 w 1499884"/>
                <a:gd name="connsiteY14" fmla="*/ 204349 h 986483"/>
                <a:gd name="connsiteX0" fmla="*/ 800209 w 1505435"/>
                <a:gd name="connsiteY0" fmla="*/ 204349 h 1015754"/>
                <a:gd name="connsiteX1" fmla="*/ 196266 w 1505435"/>
                <a:gd name="connsiteY1" fmla="*/ 12686 h 1015754"/>
                <a:gd name="connsiteX2" fmla="*/ 147370 w 1505435"/>
                <a:gd name="connsiteY2" fmla="*/ 306113 h 1015754"/>
                <a:gd name="connsiteX3" fmla="*/ 12021 w 1505435"/>
                <a:gd name="connsiteY3" fmla="*/ 518188 h 1015754"/>
                <a:gd name="connsiteX4" fmla="*/ 636377 w 1505435"/>
                <a:gd name="connsiteY4" fmla="*/ 741181 h 1015754"/>
                <a:gd name="connsiteX5" fmla="*/ 705803 w 1505435"/>
                <a:gd name="connsiteY5" fmla="*/ 624047 h 1015754"/>
                <a:gd name="connsiteX6" fmla="*/ 859369 w 1505435"/>
                <a:gd name="connsiteY6" fmla="*/ 679765 h 1015754"/>
                <a:gd name="connsiteX7" fmla="*/ 1189170 w 1505435"/>
                <a:gd name="connsiteY7" fmla="*/ 914032 h 1015754"/>
                <a:gd name="connsiteX8" fmla="*/ 1467881 w 1505435"/>
                <a:gd name="connsiteY8" fmla="*/ 742961 h 1015754"/>
                <a:gd name="connsiteX9" fmla="*/ 1173267 w 1505435"/>
                <a:gd name="connsiteY9" fmla="*/ 634312 h 1015754"/>
                <a:gd name="connsiteX10" fmla="*/ 1250585 w 1505435"/>
                <a:gd name="connsiteY10" fmla="*/ 438081 h 1015754"/>
                <a:gd name="connsiteX11" fmla="*/ 964576 w 1505435"/>
                <a:gd name="connsiteY11" fmla="*/ 344802 h 1015754"/>
                <a:gd name="connsiteX12" fmla="*/ 909391 w 1505435"/>
                <a:gd name="connsiteY12" fmla="*/ 450008 h 1015754"/>
                <a:gd name="connsiteX13" fmla="*/ 766089 w 1505435"/>
                <a:gd name="connsiteY13" fmla="*/ 388593 h 1015754"/>
                <a:gd name="connsiteX14" fmla="*/ 800209 w 1505435"/>
                <a:gd name="connsiteY14" fmla="*/ 204349 h 1015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5435" h="1015754">
                  <a:moveTo>
                    <a:pt x="800209" y="204349"/>
                  </a:moveTo>
                  <a:cubicBezTo>
                    <a:pt x="598895" y="140461"/>
                    <a:pt x="302164" y="-50647"/>
                    <a:pt x="196266" y="12686"/>
                  </a:cubicBezTo>
                  <a:cubicBezTo>
                    <a:pt x="103106" y="72064"/>
                    <a:pt x="168969" y="214930"/>
                    <a:pt x="147370" y="306113"/>
                  </a:cubicBezTo>
                  <a:cubicBezTo>
                    <a:pt x="102254" y="376805"/>
                    <a:pt x="-42253" y="455447"/>
                    <a:pt x="12021" y="518188"/>
                  </a:cubicBezTo>
                  <a:cubicBezTo>
                    <a:pt x="164480" y="669383"/>
                    <a:pt x="559454" y="713233"/>
                    <a:pt x="636377" y="741181"/>
                  </a:cubicBezTo>
                  <a:cubicBezTo>
                    <a:pt x="696624" y="733941"/>
                    <a:pt x="677361" y="671042"/>
                    <a:pt x="705803" y="624047"/>
                  </a:cubicBezTo>
                  <a:lnTo>
                    <a:pt x="859369" y="679765"/>
                  </a:lnTo>
                  <a:cubicBezTo>
                    <a:pt x="850034" y="889051"/>
                    <a:pt x="1063333" y="847870"/>
                    <a:pt x="1189170" y="914032"/>
                  </a:cubicBezTo>
                  <a:cubicBezTo>
                    <a:pt x="1618678" y="1176386"/>
                    <a:pt x="1495571" y="862271"/>
                    <a:pt x="1467881" y="742961"/>
                  </a:cubicBezTo>
                  <a:cubicBezTo>
                    <a:pt x="1356424" y="685542"/>
                    <a:pt x="1304603" y="671853"/>
                    <a:pt x="1173267" y="634312"/>
                  </a:cubicBezTo>
                  <a:cubicBezTo>
                    <a:pt x="1199040" y="568902"/>
                    <a:pt x="1292398" y="479637"/>
                    <a:pt x="1250585" y="438081"/>
                  </a:cubicBezTo>
                  <a:cubicBezTo>
                    <a:pt x="1165850" y="405662"/>
                    <a:pt x="1045335" y="381196"/>
                    <a:pt x="964576" y="344802"/>
                  </a:cubicBezTo>
                  <a:cubicBezTo>
                    <a:pt x="930279" y="379871"/>
                    <a:pt x="927786" y="414939"/>
                    <a:pt x="909391" y="450008"/>
                  </a:cubicBezTo>
                  <a:lnTo>
                    <a:pt x="766089" y="388593"/>
                  </a:lnTo>
                  <a:lnTo>
                    <a:pt x="800209" y="20434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90" name="Freeform 107">
            <a:extLst>
              <a:ext uri="{FF2B5EF4-FFF2-40B4-BE49-F238E27FC236}">
                <a16:creationId xmlns:a16="http://schemas.microsoft.com/office/drawing/2014/main" id="{FF0984A7-795D-421B-97C9-AEEDA52691B4}"/>
              </a:ext>
            </a:extLst>
          </p:cNvPr>
          <p:cNvSpPr>
            <a:spLocks noChangeAspect="1"/>
          </p:cNvSpPr>
          <p:nvPr/>
        </p:nvSpPr>
        <p:spPr>
          <a:xfrm>
            <a:off x="7232016" y="2045497"/>
            <a:ext cx="115441" cy="360000"/>
          </a:xfrm>
          <a:custGeom>
            <a:avLst/>
            <a:gdLst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98902"/>
              <a:gd name="connsiteY0" fmla="*/ 1331843 h 2449001"/>
              <a:gd name="connsiteX1" fmla="*/ 541938 w 798902"/>
              <a:gd name="connsiteY1" fmla="*/ 1379551 h 2449001"/>
              <a:gd name="connsiteX2" fmla="*/ 780476 w 798902"/>
              <a:gd name="connsiteY2" fmla="*/ 1375575 h 2449001"/>
              <a:gd name="connsiteX3" fmla="*/ 625426 w 798902"/>
              <a:gd name="connsiteY3" fmla="*/ 1741335 h 2449001"/>
              <a:gd name="connsiteX4" fmla="*/ 609523 w 798902"/>
              <a:gd name="connsiteY4" fmla="*/ 2441050 h 2449001"/>
              <a:gd name="connsiteX5" fmla="*/ 319301 w 798902"/>
              <a:gd name="connsiteY5" fmla="*/ 2445025 h 2449001"/>
              <a:gd name="connsiteX6" fmla="*/ 211958 w 798902"/>
              <a:gd name="connsiteY6" fmla="*/ 1673750 h 2449001"/>
              <a:gd name="connsiteX7" fmla="*/ 207983 w 798902"/>
              <a:gd name="connsiteY7" fmla="*/ 2441050 h 2449001"/>
              <a:gd name="connsiteX8" fmla="*/ 136421 w 798902"/>
              <a:gd name="connsiteY8" fmla="*/ 2449001 h 2449001"/>
              <a:gd name="connsiteX9" fmla="*/ 5224 w 798902"/>
              <a:gd name="connsiteY9" fmla="*/ 1701579 h 2449001"/>
              <a:gd name="connsiteX10" fmla="*/ 37029 w 798902"/>
              <a:gd name="connsiteY10" fmla="*/ 1582309 h 2449001"/>
              <a:gd name="connsiteX11" fmla="*/ 76786 w 798902"/>
              <a:gd name="connsiteY11" fmla="*/ 1566407 h 2449001"/>
              <a:gd name="connsiteX12" fmla="*/ 89266 w 798902"/>
              <a:gd name="connsiteY12" fmla="*/ 1389262 h 2449001"/>
              <a:gd name="connsiteX13" fmla="*/ 339179 w 798902"/>
              <a:gd name="connsiteY13" fmla="*/ 1375575 h 2449001"/>
              <a:gd name="connsiteX14" fmla="*/ 430619 w 798902"/>
              <a:gd name="connsiteY14" fmla="*/ 1331843 h 2449001"/>
              <a:gd name="connsiteX15" fmla="*/ 243762 w 798902"/>
              <a:gd name="connsiteY15" fmla="*/ 0 h 2449001"/>
              <a:gd name="connsiteX16" fmla="*/ 557838 w 798902"/>
              <a:gd name="connsiteY16" fmla="*/ 0 h 2449001"/>
              <a:gd name="connsiteX17" fmla="*/ 689036 w 798902"/>
              <a:gd name="connsiteY17" fmla="*/ 962108 h 2449001"/>
              <a:gd name="connsiteX18" fmla="*/ 724816 w 798902"/>
              <a:gd name="connsiteY18" fmla="*/ 1307990 h 2449001"/>
              <a:gd name="connsiteX19" fmla="*/ 414715 w 798902"/>
              <a:gd name="connsiteY19" fmla="*/ 1268233 h 2449001"/>
              <a:gd name="connsiteX20" fmla="*/ 104615 w 798902"/>
              <a:gd name="connsiteY20" fmla="*/ 1288111 h 2449001"/>
              <a:gd name="connsiteX21" fmla="*/ 124493 w 798902"/>
              <a:gd name="connsiteY21" fmla="*/ 1017766 h 2449001"/>
              <a:gd name="connsiteX22" fmla="*/ 243762 w 798902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619 w 784764"/>
              <a:gd name="connsiteY0" fmla="*/ 1331843 h 2449001"/>
              <a:gd name="connsiteX1" fmla="*/ 541938 w 784764"/>
              <a:gd name="connsiteY1" fmla="*/ 1379551 h 2449001"/>
              <a:gd name="connsiteX2" fmla="*/ 763368 w 784764"/>
              <a:gd name="connsiteY2" fmla="*/ 1406369 h 2449001"/>
              <a:gd name="connsiteX3" fmla="*/ 625426 w 784764"/>
              <a:gd name="connsiteY3" fmla="*/ 1741335 h 2449001"/>
              <a:gd name="connsiteX4" fmla="*/ 609523 w 784764"/>
              <a:gd name="connsiteY4" fmla="*/ 2441050 h 2449001"/>
              <a:gd name="connsiteX5" fmla="*/ 319301 w 784764"/>
              <a:gd name="connsiteY5" fmla="*/ 2445025 h 2449001"/>
              <a:gd name="connsiteX6" fmla="*/ 211958 w 784764"/>
              <a:gd name="connsiteY6" fmla="*/ 1673750 h 2449001"/>
              <a:gd name="connsiteX7" fmla="*/ 207983 w 784764"/>
              <a:gd name="connsiteY7" fmla="*/ 2441050 h 2449001"/>
              <a:gd name="connsiteX8" fmla="*/ 136421 w 784764"/>
              <a:gd name="connsiteY8" fmla="*/ 2449001 h 2449001"/>
              <a:gd name="connsiteX9" fmla="*/ 5224 w 784764"/>
              <a:gd name="connsiteY9" fmla="*/ 1701579 h 2449001"/>
              <a:gd name="connsiteX10" fmla="*/ 37029 w 784764"/>
              <a:gd name="connsiteY10" fmla="*/ 1582309 h 2449001"/>
              <a:gd name="connsiteX11" fmla="*/ 76786 w 784764"/>
              <a:gd name="connsiteY11" fmla="*/ 1566407 h 2449001"/>
              <a:gd name="connsiteX12" fmla="*/ 89266 w 784764"/>
              <a:gd name="connsiteY12" fmla="*/ 1389262 h 2449001"/>
              <a:gd name="connsiteX13" fmla="*/ 339179 w 784764"/>
              <a:gd name="connsiteY13" fmla="*/ 1375575 h 2449001"/>
              <a:gd name="connsiteX14" fmla="*/ 430619 w 784764"/>
              <a:gd name="connsiteY14" fmla="*/ 1331843 h 2449001"/>
              <a:gd name="connsiteX15" fmla="*/ 243762 w 784764"/>
              <a:gd name="connsiteY15" fmla="*/ 0 h 2449001"/>
              <a:gd name="connsiteX16" fmla="*/ 557838 w 784764"/>
              <a:gd name="connsiteY16" fmla="*/ 0 h 2449001"/>
              <a:gd name="connsiteX17" fmla="*/ 689036 w 784764"/>
              <a:gd name="connsiteY17" fmla="*/ 962108 h 2449001"/>
              <a:gd name="connsiteX18" fmla="*/ 724816 w 784764"/>
              <a:gd name="connsiteY18" fmla="*/ 1307990 h 2449001"/>
              <a:gd name="connsiteX19" fmla="*/ 414715 w 784764"/>
              <a:gd name="connsiteY19" fmla="*/ 1268233 h 2449001"/>
              <a:gd name="connsiteX20" fmla="*/ 104615 w 784764"/>
              <a:gd name="connsiteY20" fmla="*/ 1288111 h 2449001"/>
              <a:gd name="connsiteX21" fmla="*/ 124493 w 784764"/>
              <a:gd name="connsiteY21" fmla="*/ 1017766 h 2449001"/>
              <a:gd name="connsiteX22" fmla="*/ 243762 w 784764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30997 w 785142"/>
              <a:gd name="connsiteY0" fmla="*/ 1331843 h 2449001"/>
              <a:gd name="connsiteX1" fmla="*/ 542316 w 785142"/>
              <a:gd name="connsiteY1" fmla="*/ 1379551 h 2449001"/>
              <a:gd name="connsiteX2" fmla="*/ 763746 w 785142"/>
              <a:gd name="connsiteY2" fmla="*/ 1406369 h 2449001"/>
              <a:gd name="connsiteX3" fmla="*/ 625804 w 785142"/>
              <a:gd name="connsiteY3" fmla="*/ 1741335 h 2449001"/>
              <a:gd name="connsiteX4" fmla="*/ 609901 w 785142"/>
              <a:gd name="connsiteY4" fmla="*/ 2441050 h 2449001"/>
              <a:gd name="connsiteX5" fmla="*/ 319679 w 785142"/>
              <a:gd name="connsiteY5" fmla="*/ 2445025 h 2449001"/>
              <a:gd name="connsiteX6" fmla="*/ 212336 w 785142"/>
              <a:gd name="connsiteY6" fmla="*/ 1673750 h 2449001"/>
              <a:gd name="connsiteX7" fmla="*/ 208361 w 785142"/>
              <a:gd name="connsiteY7" fmla="*/ 2441050 h 2449001"/>
              <a:gd name="connsiteX8" fmla="*/ 136799 w 785142"/>
              <a:gd name="connsiteY8" fmla="*/ 2449001 h 2449001"/>
              <a:gd name="connsiteX9" fmla="*/ 5602 w 785142"/>
              <a:gd name="connsiteY9" fmla="*/ 1701579 h 2449001"/>
              <a:gd name="connsiteX10" fmla="*/ 37407 w 785142"/>
              <a:gd name="connsiteY10" fmla="*/ 1582309 h 2449001"/>
              <a:gd name="connsiteX11" fmla="*/ 101115 w 785142"/>
              <a:gd name="connsiteY11" fmla="*/ 1597201 h 2449001"/>
              <a:gd name="connsiteX12" fmla="*/ 89644 w 785142"/>
              <a:gd name="connsiteY12" fmla="*/ 1389262 h 2449001"/>
              <a:gd name="connsiteX13" fmla="*/ 339557 w 785142"/>
              <a:gd name="connsiteY13" fmla="*/ 1375575 h 2449001"/>
              <a:gd name="connsiteX14" fmla="*/ 430997 w 785142"/>
              <a:gd name="connsiteY14" fmla="*/ 1331843 h 2449001"/>
              <a:gd name="connsiteX15" fmla="*/ 244140 w 785142"/>
              <a:gd name="connsiteY15" fmla="*/ 0 h 2449001"/>
              <a:gd name="connsiteX16" fmla="*/ 558216 w 785142"/>
              <a:gd name="connsiteY16" fmla="*/ 0 h 2449001"/>
              <a:gd name="connsiteX17" fmla="*/ 689414 w 785142"/>
              <a:gd name="connsiteY17" fmla="*/ 962108 h 2449001"/>
              <a:gd name="connsiteX18" fmla="*/ 725194 w 785142"/>
              <a:gd name="connsiteY18" fmla="*/ 1307990 h 2449001"/>
              <a:gd name="connsiteX19" fmla="*/ 415093 w 785142"/>
              <a:gd name="connsiteY19" fmla="*/ 1268233 h 2449001"/>
              <a:gd name="connsiteX20" fmla="*/ 104993 w 785142"/>
              <a:gd name="connsiteY20" fmla="*/ 1288111 h 2449001"/>
              <a:gd name="connsiteX21" fmla="*/ 124871 w 785142"/>
              <a:gd name="connsiteY21" fmla="*/ 1017766 h 2449001"/>
              <a:gd name="connsiteX22" fmla="*/ 244140 w 785142"/>
              <a:gd name="connsiteY22" fmla="*/ 0 h 2449001"/>
              <a:gd name="connsiteX0" fmla="*/ 425685 w 779830"/>
              <a:gd name="connsiteY0" fmla="*/ 1331843 h 2449001"/>
              <a:gd name="connsiteX1" fmla="*/ 537004 w 779830"/>
              <a:gd name="connsiteY1" fmla="*/ 1379551 h 2449001"/>
              <a:gd name="connsiteX2" fmla="*/ 758434 w 779830"/>
              <a:gd name="connsiteY2" fmla="*/ 1406369 h 2449001"/>
              <a:gd name="connsiteX3" fmla="*/ 620492 w 779830"/>
              <a:gd name="connsiteY3" fmla="*/ 1741335 h 2449001"/>
              <a:gd name="connsiteX4" fmla="*/ 604589 w 779830"/>
              <a:gd name="connsiteY4" fmla="*/ 2441050 h 2449001"/>
              <a:gd name="connsiteX5" fmla="*/ 314367 w 779830"/>
              <a:gd name="connsiteY5" fmla="*/ 2445025 h 2449001"/>
              <a:gd name="connsiteX6" fmla="*/ 207024 w 779830"/>
              <a:gd name="connsiteY6" fmla="*/ 1673750 h 2449001"/>
              <a:gd name="connsiteX7" fmla="*/ 203049 w 779830"/>
              <a:gd name="connsiteY7" fmla="*/ 2441050 h 2449001"/>
              <a:gd name="connsiteX8" fmla="*/ 131487 w 779830"/>
              <a:gd name="connsiteY8" fmla="*/ 2449001 h 2449001"/>
              <a:gd name="connsiteX9" fmla="*/ 290 w 779830"/>
              <a:gd name="connsiteY9" fmla="*/ 1701579 h 2449001"/>
              <a:gd name="connsiteX10" fmla="*/ 95803 w 779830"/>
              <a:gd name="connsiteY10" fmla="*/ 1597201 h 2449001"/>
              <a:gd name="connsiteX11" fmla="*/ 84332 w 779830"/>
              <a:gd name="connsiteY11" fmla="*/ 1389262 h 2449001"/>
              <a:gd name="connsiteX12" fmla="*/ 334245 w 779830"/>
              <a:gd name="connsiteY12" fmla="*/ 1375575 h 2449001"/>
              <a:gd name="connsiteX13" fmla="*/ 425685 w 779830"/>
              <a:gd name="connsiteY13" fmla="*/ 1331843 h 2449001"/>
              <a:gd name="connsiteX14" fmla="*/ 238828 w 779830"/>
              <a:gd name="connsiteY14" fmla="*/ 0 h 2449001"/>
              <a:gd name="connsiteX15" fmla="*/ 552904 w 779830"/>
              <a:gd name="connsiteY15" fmla="*/ 0 h 2449001"/>
              <a:gd name="connsiteX16" fmla="*/ 684102 w 779830"/>
              <a:gd name="connsiteY16" fmla="*/ 962108 h 2449001"/>
              <a:gd name="connsiteX17" fmla="*/ 719882 w 779830"/>
              <a:gd name="connsiteY17" fmla="*/ 1307990 h 2449001"/>
              <a:gd name="connsiteX18" fmla="*/ 409781 w 779830"/>
              <a:gd name="connsiteY18" fmla="*/ 1268233 h 2449001"/>
              <a:gd name="connsiteX19" fmla="*/ 99681 w 779830"/>
              <a:gd name="connsiteY19" fmla="*/ 1288111 h 2449001"/>
              <a:gd name="connsiteX20" fmla="*/ 119559 w 779830"/>
              <a:gd name="connsiteY20" fmla="*/ 1017766 h 2449001"/>
              <a:gd name="connsiteX21" fmla="*/ 238828 w 779830"/>
              <a:gd name="connsiteY21" fmla="*/ 0 h 2449001"/>
              <a:gd name="connsiteX0" fmla="*/ 425766 w 779911"/>
              <a:gd name="connsiteY0" fmla="*/ 1331843 h 2449001"/>
              <a:gd name="connsiteX1" fmla="*/ 537085 w 779911"/>
              <a:gd name="connsiteY1" fmla="*/ 1379551 h 2449001"/>
              <a:gd name="connsiteX2" fmla="*/ 758515 w 779911"/>
              <a:gd name="connsiteY2" fmla="*/ 1406369 h 2449001"/>
              <a:gd name="connsiteX3" fmla="*/ 620573 w 779911"/>
              <a:gd name="connsiteY3" fmla="*/ 1741335 h 2449001"/>
              <a:gd name="connsiteX4" fmla="*/ 604670 w 779911"/>
              <a:gd name="connsiteY4" fmla="*/ 2441050 h 2449001"/>
              <a:gd name="connsiteX5" fmla="*/ 314448 w 779911"/>
              <a:gd name="connsiteY5" fmla="*/ 2445025 h 2449001"/>
              <a:gd name="connsiteX6" fmla="*/ 207105 w 779911"/>
              <a:gd name="connsiteY6" fmla="*/ 1673750 h 2449001"/>
              <a:gd name="connsiteX7" fmla="*/ 203130 w 779911"/>
              <a:gd name="connsiteY7" fmla="*/ 2441050 h 2449001"/>
              <a:gd name="connsiteX8" fmla="*/ 131568 w 779911"/>
              <a:gd name="connsiteY8" fmla="*/ 2449001 h 2449001"/>
              <a:gd name="connsiteX9" fmla="*/ 371 w 779911"/>
              <a:gd name="connsiteY9" fmla="*/ 1701579 h 2449001"/>
              <a:gd name="connsiteX10" fmla="*/ 95884 w 779911"/>
              <a:gd name="connsiteY10" fmla="*/ 1597201 h 2449001"/>
              <a:gd name="connsiteX11" fmla="*/ 84413 w 779911"/>
              <a:gd name="connsiteY11" fmla="*/ 1389262 h 2449001"/>
              <a:gd name="connsiteX12" fmla="*/ 334326 w 779911"/>
              <a:gd name="connsiteY12" fmla="*/ 1375575 h 2449001"/>
              <a:gd name="connsiteX13" fmla="*/ 425766 w 779911"/>
              <a:gd name="connsiteY13" fmla="*/ 1331843 h 2449001"/>
              <a:gd name="connsiteX14" fmla="*/ 238909 w 779911"/>
              <a:gd name="connsiteY14" fmla="*/ 0 h 2449001"/>
              <a:gd name="connsiteX15" fmla="*/ 552985 w 779911"/>
              <a:gd name="connsiteY15" fmla="*/ 0 h 2449001"/>
              <a:gd name="connsiteX16" fmla="*/ 684183 w 779911"/>
              <a:gd name="connsiteY16" fmla="*/ 962108 h 2449001"/>
              <a:gd name="connsiteX17" fmla="*/ 719963 w 779911"/>
              <a:gd name="connsiteY17" fmla="*/ 1307990 h 2449001"/>
              <a:gd name="connsiteX18" fmla="*/ 409862 w 779911"/>
              <a:gd name="connsiteY18" fmla="*/ 1268233 h 2449001"/>
              <a:gd name="connsiteX19" fmla="*/ 99762 w 779911"/>
              <a:gd name="connsiteY19" fmla="*/ 1288111 h 2449001"/>
              <a:gd name="connsiteX20" fmla="*/ 119640 w 779911"/>
              <a:gd name="connsiteY20" fmla="*/ 1017766 h 2449001"/>
              <a:gd name="connsiteX21" fmla="*/ 238909 w 779911"/>
              <a:gd name="connsiteY21" fmla="*/ 0 h 2449001"/>
              <a:gd name="connsiteX0" fmla="*/ 425696 w 779841"/>
              <a:gd name="connsiteY0" fmla="*/ 1331843 h 2449001"/>
              <a:gd name="connsiteX1" fmla="*/ 537015 w 779841"/>
              <a:gd name="connsiteY1" fmla="*/ 1379551 h 2449001"/>
              <a:gd name="connsiteX2" fmla="*/ 758445 w 779841"/>
              <a:gd name="connsiteY2" fmla="*/ 1406369 h 2449001"/>
              <a:gd name="connsiteX3" fmla="*/ 620503 w 779841"/>
              <a:gd name="connsiteY3" fmla="*/ 1741335 h 2449001"/>
              <a:gd name="connsiteX4" fmla="*/ 604600 w 779841"/>
              <a:gd name="connsiteY4" fmla="*/ 2441050 h 2449001"/>
              <a:gd name="connsiteX5" fmla="*/ 314378 w 779841"/>
              <a:gd name="connsiteY5" fmla="*/ 2445025 h 2449001"/>
              <a:gd name="connsiteX6" fmla="*/ 207035 w 779841"/>
              <a:gd name="connsiteY6" fmla="*/ 1673750 h 2449001"/>
              <a:gd name="connsiteX7" fmla="*/ 203060 w 779841"/>
              <a:gd name="connsiteY7" fmla="*/ 2441050 h 2449001"/>
              <a:gd name="connsiteX8" fmla="*/ 131498 w 779841"/>
              <a:gd name="connsiteY8" fmla="*/ 2449001 h 2449001"/>
              <a:gd name="connsiteX9" fmla="*/ 301 w 779841"/>
              <a:gd name="connsiteY9" fmla="*/ 1701579 h 2449001"/>
              <a:gd name="connsiteX10" fmla="*/ 95814 w 779841"/>
              <a:gd name="connsiteY10" fmla="*/ 1597201 h 2449001"/>
              <a:gd name="connsiteX11" fmla="*/ 84343 w 779841"/>
              <a:gd name="connsiteY11" fmla="*/ 1389262 h 2449001"/>
              <a:gd name="connsiteX12" fmla="*/ 334256 w 779841"/>
              <a:gd name="connsiteY12" fmla="*/ 1375575 h 2449001"/>
              <a:gd name="connsiteX13" fmla="*/ 425696 w 779841"/>
              <a:gd name="connsiteY13" fmla="*/ 1331843 h 2449001"/>
              <a:gd name="connsiteX14" fmla="*/ 238839 w 779841"/>
              <a:gd name="connsiteY14" fmla="*/ 0 h 2449001"/>
              <a:gd name="connsiteX15" fmla="*/ 552915 w 779841"/>
              <a:gd name="connsiteY15" fmla="*/ 0 h 2449001"/>
              <a:gd name="connsiteX16" fmla="*/ 684113 w 779841"/>
              <a:gd name="connsiteY16" fmla="*/ 962108 h 2449001"/>
              <a:gd name="connsiteX17" fmla="*/ 719893 w 779841"/>
              <a:gd name="connsiteY17" fmla="*/ 1307990 h 2449001"/>
              <a:gd name="connsiteX18" fmla="*/ 409792 w 779841"/>
              <a:gd name="connsiteY18" fmla="*/ 1268233 h 2449001"/>
              <a:gd name="connsiteX19" fmla="*/ 99692 w 779841"/>
              <a:gd name="connsiteY19" fmla="*/ 1288111 h 2449001"/>
              <a:gd name="connsiteX20" fmla="*/ 119570 w 779841"/>
              <a:gd name="connsiteY20" fmla="*/ 1017766 h 2449001"/>
              <a:gd name="connsiteX21" fmla="*/ 238839 w 779841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19570 w 794874"/>
              <a:gd name="connsiteY20" fmla="*/ 1017766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38839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38839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52915 w 794874"/>
              <a:gd name="connsiteY15" fmla="*/ 0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4874"/>
              <a:gd name="connsiteY0" fmla="*/ 1331843 h 2449001"/>
              <a:gd name="connsiteX1" fmla="*/ 537015 w 794874"/>
              <a:gd name="connsiteY1" fmla="*/ 1379551 h 2449001"/>
              <a:gd name="connsiteX2" fmla="*/ 758445 w 794874"/>
              <a:gd name="connsiteY2" fmla="*/ 1406369 h 2449001"/>
              <a:gd name="connsiteX3" fmla="*/ 620503 w 794874"/>
              <a:gd name="connsiteY3" fmla="*/ 1741335 h 2449001"/>
              <a:gd name="connsiteX4" fmla="*/ 604600 w 794874"/>
              <a:gd name="connsiteY4" fmla="*/ 2441050 h 2449001"/>
              <a:gd name="connsiteX5" fmla="*/ 314378 w 794874"/>
              <a:gd name="connsiteY5" fmla="*/ 2445025 h 2449001"/>
              <a:gd name="connsiteX6" fmla="*/ 207035 w 794874"/>
              <a:gd name="connsiteY6" fmla="*/ 1673750 h 2449001"/>
              <a:gd name="connsiteX7" fmla="*/ 203060 w 794874"/>
              <a:gd name="connsiteY7" fmla="*/ 2441050 h 2449001"/>
              <a:gd name="connsiteX8" fmla="*/ 131498 w 794874"/>
              <a:gd name="connsiteY8" fmla="*/ 2449001 h 2449001"/>
              <a:gd name="connsiteX9" fmla="*/ 301 w 794874"/>
              <a:gd name="connsiteY9" fmla="*/ 1701579 h 2449001"/>
              <a:gd name="connsiteX10" fmla="*/ 95814 w 794874"/>
              <a:gd name="connsiteY10" fmla="*/ 1597201 h 2449001"/>
              <a:gd name="connsiteX11" fmla="*/ 84343 w 794874"/>
              <a:gd name="connsiteY11" fmla="*/ 1389262 h 2449001"/>
              <a:gd name="connsiteX12" fmla="*/ 334256 w 794874"/>
              <a:gd name="connsiteY12" fmla="*/ 1375575 h 2449001"/>
              <a:gd name="connsiteX13" fmla="*/ 425696 w 794874"/>
              <a:gd name="connsiteY13" fmla="*/ 1331843 h 2449001"/>
              <a:gd name="connsiteX14" fmla="*/ 218310 w 794874"/>
              <a:gd name="connsiteY14" fmla="*/ 0 h 2449001"/>
              <a:gd name="connsiteX15" fmla="*/ 570023 w 794874"/>
              <a:gd name="connsiteY15" fmla="*/ 3422 h 2449001"/>
              <a:gd name="connsiteX16" fmla="*/ 684113 w 794874"/>
              <a:gd name="connsiteY16" fmla="*/ 962108 h 2449001"/>
              <a:gd name="connsiteX17" fmla="*/ 719893 w 794874"/>
              <a:gd name="connsiteY17" fmla="*/ 1307990 h 2449001"/>
              <a:gd name="connsiteX18" fmla="*/ 409792 w 794874"/>
              <a:gd name="connsiteY18" fmla="*/ 1268233 h 2449001"/>
              <a:gd name="connsiteX19" fmla="*/ 99692 w 794874"/>
              <a:gd name="connsiteY19" fmla="*/ 1288111 h 2449001"/>
              <a:gd name="connsiteX20" fmla="*/ 133257 w 794874"/>
              <a:gd name="connsiteY20" fmla="*/ 945913 h 2449001"/>
              <a:gd name="connsiteX21" fmla="*/ 218310 w 794874"/>
              <a:gd name="connsiteY21" fmla="*/ 0 h 2449001"/>
              <a:gd name="connsiteX0" fmla="*/ 425696 w 791314"/>
              <a:gd name="connsiteY0" fmla="*/ 1331843 h 2449001"/>
              <a:gd name="connsiteX1" fmla="*/ 537015 w 791314"/>
              <a:gd name="connsiteY1" fmla="*/ 1379551 h 2449001"/>
              <a:gd name="connsiteX2" fmla="*/ 758445 w 791314"/>
              <a:gd name="connsiteY2" fmla="*/ 1406369 h 2449001"/>
              <a:gd name="connsiteX3" fmla="*/ 620503 w 791314"/>
              <a:gd name="connsiteY3" fmla="*/ 1741335 h 2449001"/>
              <a:gd name="connsiteX4" fmla="*/ 604600 w 791314"/>
              <a:gd name="connsiteY4" fmla="*/ 2441050 h 2449001"/>
              <a:gd name="connsiteX5" fmla="*/ 314378 w 791314"/>
              <a:gd name="connsiteY5" fmla="*/ 2445025 h 2449001"/>
              <a:gd name="connsiteX6" fmla="*/ 207035 w 791314"/>
              <a:gd name="connsiteY6" fmla="*/ 1673750 h 2449001"/>
              <a:gd name="connsiteX7" fmla="*/ 203060 w 791314"/>
              <a:gd name="connsiteY7" fmla="*/ 2441050 h 2449001"/>
              <a:gd name="connsiteX8" fmla="*/ 131498 w 791314"/>
              <a:gd name="connsiteY8" fmla="*/ 2449001 h 2449001"/>
              <a:gd name="connsiteX9" fmla="*/ 301 w 791314"/>
              <a:gd name="connsiteY9" fmla="*/ 1701579 h 2449001"/>
              <a:gd name="connsiteX10" fmla="*/ 95814 w 791314"/>
              <a:gd name="connsiteY10" fmla="*/ 1597201 h 2449001"/>
              <a:gd name="connsiteX11" fmla="*/ 84343 w 791314"/>
              <a:gd name="connsiteY11" fmla="*/ 1389262 h 2449001"/>
              <a:gd name="connsiteX12" fmla="*/ 334256 w 791314"/>
              <a:gd name="connsiteY12" fmla="*/ 1375575 h 2449001"/>
              <a:gd name="connsiteX13" fmla="*/ 425696 w 791314"/>
              <a:gd name="connsiteY13" fmla="*/ 1331843 h 2449001"/>
              <a:gd name="connsiteX14" fmla="*/ 218310 w 791314"/>
              <a:gd name="connsiteY14" fmla="*/ 0 h 2449001"/>
              <a:gd name="connsiteX15" fmla="*/ 570023 w 791314"/>
              <a:gd name="connsiteY15" fmla="*/ 3422 h 2449001"/>
              <a:gd name="connsiteX16" fmla="*/ 677271 w 791314"/>
              <a:gd name="connsiteY16" fmla="*/ 938156 h 2449001"/>
              <a:gd name="connsiteX17" fmla="*/ 719893 w 791314"/>
              <a:gd name="connsiteY17" fmla="*/ 1307990 h 2449001"/>
              <a:gd name="connsiteX18" fmla="*/ 409792 w 791314"/>
              <a:gd name="connsiteY18" fmla="*/ 1268233 h 2449001"/>
              <a:gd name="connsiteX19" fmla="*/ 99692 w 791314"/>
              <a:gd name="connsiteY19" fmla="*/ 1288111 h 2449001"/>
              <a:gd name="connsiteX20" fmla="*/ 133257 w 791314"/>
              <a:gd name="connsiteY20" fmla="*/ 945913 h 2449001"/>
              <a:gd name="connsiteX21" fmla="*/ 218310 w 791314"/>
              <a:gd name="connsiteY21" fmla="*/ 0 h 2449001"/>
              <a:gd name="connsiteX0" fmla="*/ 425696 w 791740"/>
              <a:gd name="connsiteY0" fmla="*/ 1331843 h 2449001"/>
              <a:gd name="connsiteX1" fmla="*/ 537015 w 791740"/>
              <a:gd name="connsiteY1" fmla="*/ 1379551 h 2449001"/>
              <a:gd name="connsiteX2" fmla="*/ 775553 w 791740"/>
              <a:gd name="connsiteY2" fmla="*/ 1406369 h 2449001"/>
              <a:gd name="connsiteX3" fmla="*/ 620503 w 791740"/>
              <a:gd name="connsiteY3" fmla="*/ 1741335 h 2449001"/>
              <a:gd name="connsiteX4" fmla="*/ 604600 w 791740"/>
              <a:gd name="connsiteY4" fmla="*/ 2441050 h 2449001"/>
              <a:gd name="connsiteX5" fmla="*/ 314378 w 791740"/>
              <a:gd name="connsiteY5" fmla="*/ 2445025 h 2449001"/>
              <a:gd name="connsiteX6" fmla="*/ 207035 w 791740"/>
              <a:gd name="connsiteY6" fmla="*/ 1673750 h 2449001"/>
              <a:gd name="connsiteX7" fmla="*/ 203060 w 791740"/>
              <a:gd name="connsiteY7" fmla="*/ 2441050 h 2449001"/>
              <a:gd name="connsiteX8" fmla="*/ 131498 w 791740"/>
              <a:gd name="connsiteY8" fmla="*/ 2449001 h 2449001"/>
              <a:gd name="connsiteX9" fmla="*/ 301 w 791740"/>
              <a:gd name="connsiteY9" fmla="*/ 1701579 h 2449001"/>
              <a:gd name="connsiteX10" fmla="*/ 95814 w 791740"/>
              <a:gd name="connsiteY10" fmla="*/ 1597201 h 2449001"/>
              <a:gd name="connsiteX11" fmla="*/ 84343 w 791740"/>
              <a:gd name="connsiteY11" fmla="*/ 1389262 h 2449001"/>
              <a:gd name="connsiteX12" fmla="*/ 334256 w 791740"/>
              <a:gd name="connsiteY12" fmla="*/ 1375575 h 2449001"/>
              <a:gd name="connsiteX13" fmla="*/ 425696 w 791740"/>
              <a:gd name="connsiteY13" fmla="*/ 1331843 h 2449001"/>
              <a:gd name="connsiteX14" fmla="*/ 218310 w 791740"/>
              <a:gd name="connsiteY14" fmla="*/ 0 h 2449001"/>
              <a:gd name="connsiteX15" fmla="*/ 570023 w 791740"/>
              <a:gd name="connsiteY15" fmla="*/ 3422 h 2449001"/>
              <a:gd name="connsiteX16" fmla="*/ 677271 w 791740"/>
              <a:gd name="connsiteY16" fmla="*/ 938156 h 2449001"/>
              <a:gd name="connsiteX17" fmla="*/ 719893 w 791740"/>
              <a:gd name="connsiteY17" fmla="*/ 1307990 h 2449001"/>
              <a:gd name="connsiteX18" fmla="*/ 409792 w 791740"/>
              <a:gd name="connsiteY18" fmla="*/ 1268233 h 2449001"/>
              <a:gd name="connsiteX19" fmla="*/ 99692 w 791740"/>
              <a:gd name="connsiteY19" fmla="*/ 1288111 h 2449001"/>
              <a:gd name="connsiteX20" fmla="*/ 133257 w 791740"/>
              <a:gd name="connsiteY20" fmla="*/ 945913 h 2449001"/>
              <a:gd name="connsiteX21" fmla="*/ 218310 w 791740"/>
              <a:gd name="connsiteY21" fmla="*/ 0 h 2449001"/>
              <a:gd name="connsiteX0" fmla="*/ 425696 w 798638"/>
              <a:gd name="connsiteY0" fmla="*/ 1331843 h 2449001"/>
              <a:gd name="connsiteX1" fmla="*/ 537015 w 798638"/>
              <a:gd name="connsiteY1" fmla="*/ 1379551 h 2449001"/>
              <a:gd name="connsiteX2" fmla="*/ 775553 w 798638"/>
              <a:gd name="connsiteY2" fmla="*/ 1406369 h 2449001"/>
              <a:gd name="connsiteX3" fmla="*/ 620503 w 798638"/>
              <a:gd name="connsiteY3" fmla="*/ 1741335 h 2449001"/>
              <a:gd name="connsiteX4" fmla="*/ 604600 w 798638"/>
              <a:gd name="connsiteY4" fmla="*/ 2441050 h 2449001"/>
              <a:gd name="connsiteX5" fmla="*/ 314378 w 798638"/>
              <a:gd name="connsiteY5" fmla="*/ 2445025 h 2449001"/>
              <a:gd name="connsiteX6" fmla="*/ 207035 w 798638"/>
              <a:gd name="connsiteY6" fmla="*/ 1673750 h 2449001"/>
              <a:gd name="connsiteX7" fmla="*/ 203060 w 798638"/>
              <a:gd name="connsiteY7" fmla="*/ 2441050 h 2449001"/>
              <a:gd name="connsiteX8" fmla="*/ 131498 w 798638"/>
              <a:gd name="connsiteY8" fmla="*/ 2449001 h 2449001"/>
              <a:gd name="connsiteX9" fmla="*/ 301 w 798638"/>
              <a:gd name="connsiteY9" fmla="*/ 1701579 h 2449001"/>
              <a:gd name="connsiteX10" fmla="*/ 95814 w 798638"/>
              <a:gd name="connsiteY10" fmla="*/ 1597201 h 2449001"/>
              <a:gd name="connsiteX11" fmla="*/ 84343 w 798638"/>
              <a:gd name="connsiteY11" fmla="*/ 1389262 h 2449001"/>
              <a:gd name="connsiteX12" fmla="*/ 334256 w 798638"/>
              <a:gd name="connsiteY12" fmla="*/ 1375575 h 2449001"/>
              <a:gd name="connsiteX13" fmla="*/ 425696 w 798638"/>
              <a:gd name="connsiteY13" fmla="*/ 1331843 h 2449001"/>
              <a:gd name="connsiteX14" fmla="*/ 218310 w 798638"/>
              <a:gd name="connsiteY14" fmla="*/ 0 h 2449001"/>
              <a:gd name="connsiteX15" fmla="*/ 570023 w 798638"/>
              <a:gd name="connsiteY15" fmla="*/ 3422 h 2449001"/>
              <a:gd name="connsiteX16" fmla="*/ 677271 w 798638"/>
              <a:gd name="connsiteY16" fmla="*/ 938156 h 2449001"/>
              <a:gd name="connsiteX17" fmla="*/ 719893 w 798638"/>
              <a:gd name="connsiteY17" fmla="*/ 1307990 h 2449001"/>
              <a:gd name="connsiteX18" fmla="*/ 409792 w 798638"/>
              <a:gd name="connsiteY18" fmla="*/ 1268233 h 2449001"/>
              <a:gd name="connsiteX19" fmla="*/ 99692 w 798638"/>
              <a:gd name="connsiteY19" fmla="*/ 1288111 h 2449001"/>
              <a:gd name="connsiteX20" fmla="*/ 133257 w 798638"/>
              <a:gd name="connsiteY20" fmla="*/ 945913 h 2449001"/>
              <a:gd name="connsiteX21" fmla="*/ 218310 w 798638"/>
              <a:gd name="connsiteY21" fmla="*/ 0 h 2449001"/>
              <a:gd name="connsiteX0" fmla="*/ 425696 w 798137"/>
              <a:gd name="connsiteY0" fmla="*/ 1331843 h 2449001"/>
              <a:gd name="connsiteX1" fmla="*/ 537015 w 798137"/>
              <a:gd name="connsiteY1" fmla="*/ 1379551 h 2449001"/>
              <a:gd name="connsiteX2" fmla="*/ 775553 w 798137"/>
              <a:gd name="connsiteY2" fmla="*/ 1406369 h 2449001"/>
              <a:gd name="connsiteX3" fmla="*/ 613659 w 798137"/>
              <a:gd name="connsiteY3" fmla="*/ 1785816 h 2449001"/>
              <a:gd name="connsiteX4" fmla="*/ 604600 w 798137"/>
              <a:gd name="connsiteY4" fmla="*/ 2441050 h 2449001"/>
              <a:gd name="connsiteX5" fmla="*/ 314378 w 798137"/>
              <a:gd name="connsiteY5" fmla="*/ 2445025 h 2449001"/>
              <a:gd name="connsiteX6" fmla="*/ 207035 w 798137"/>
              <a:gd name="connsiteY6" fmla="*/ 1673750 h 2449001"/>
              <a:gd name="connsiteX7" fmla="*/ 203060 w 798137"/>
              <a:gd name="connsiteY7" fmla="*/ 2441050 h 2449001"/>
              <a:gd name="connsiteX8" fmla="*/ 131498 w 798137"/>
              <a:gd name="connsiteY8" fmla="*/ 2449001 h 2449001"/>
              <a:gd name="connsiteX9" fmla="*/ 301 w 798137"/>
              <a:gd name="connsiteY9" fmla="*/ 1701579 h 2449001"/>
              <a:gd name="connsiteX10" fmla="*/ 95814 w 798137"/>
              <a:gd name="connsiteY10" fmla="*/ 1597201 h 2449001"/>
              <a:gd name="connsiteX11" fmla="*/ 84343 w 798137"/>
              <a:gd name="connsiteY11" fmla="*/ 1389262 h 2449001"/>
              <a:gd name="connsiteX12" fmla="*/ 334256 w 798137"/>
              <a:gd name="connsiteY12" fmla="*/ 1375575 h 2449001"/>
              <a:gd name="connsiteX13" fmla="*/ 425696 w 798137"/>
              <a:gd name="connsiteY13" fmla="*/ 1331843 h 2449001"/>
              <a:gd name="connsiteX14" fmla="*/ 218310 w 798137"/>
              <a:gd name="connsiteY14" fmla="*/ 0 h 2449001"/>
              <a:gd name="connsiteX15" fmla="*/ 570023 w 798137"/>
              <a:gd name="connsiteY15" fmla="*/ 3422 h 2449001"/>
              <a:gd name="connsiteX16" fmla="*/ 677271 w 798137"/>
              <a:gd name="connsiteY16" fmla="*/ 938156 h 2449001"/>
              <a:gd name="connsiteX17" fmla="*/ 719893 w 798137"/>
              <a:gd name="connsiteY17" fmla="*/ 1307990 h 2449001"/>
              <a:gd name="connsiteX18" fmla="*/ 409792 w 798137"/>
              <a:gd name="connsiteY18" fmla="*/ 1268233 h 2449001"/>
              <a:gd name="connsiteX19" fmla="*/ 99692 w 798137"/>
              <a:gd name="connsiteY19" fmla="*/ 1288111 h 2449001"/>
              <a:gd name="connsiteX20" fmla="*/ 133257 w 798137"/>
              <a:gd name="connsiteY20" fmla="*/ 945913 h 2449001"/>
              <a:gd name="connsiteX21" fmla="*/ 218310 w 798137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07035 w 797686"/>
              <a:gd name="connsiteY6" fmla="*/ 1673750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13878 w 797686"/>
              <a:gd name="connsiteY6" fmla="*/ 1707967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96 w 797686"/>
              <a:gd name="connsiteY0" fmla="*/ 1331843 h 2449001"/>
              <a:gd name="connsiteX1" fmla="*/ 537015 w 797686"/>
              <a:gd name="connsiteY1" fmla="*/ 1379551 h 2449001"/>
              <a:gd name="connsiteX2" fmla="*/ 775553 w 797686"/>
              <a:gd name="connsiteY2" fmla="*/ 1406369 h 2449001"/>
              <a:gd name="connsiteX3" fmla="*/ 613659 w 797686"/>
              <a:gd name="connsiteY3" fmla="*/ 1785816 h 2449001"/>
              <a:gd name="connsiteX4" fmla="*/ 604600 w 797686"/>
              <a:gd name="connsiteY4" fmla="*/ 2441050 h 2449001"/>
              <a:gd name="connsiteX5" fmla="*/ 314378 w 797686"/>
              <a:gd name="connsiteY5" fmla="*/ 2445025 h 2449001"/>
              <a:gd name="connsiteX6" fmla="*/ 224143 w 797686"/>
              <a:gd name="connsiteY6" fmla="*/ 1721654 h 2449001"/>
              <a:gd name="connsiteX7" fmla="*/ 203060 w 797686"/>
              <a:gd name="connsiteY7" fmla="*/ 2441050 h 2449001"/>
              <a:gd name="connsiteX8" fmla="*/ 131498 w 797686"/>
              <a:gd name="connsiteY8" fmla="*/ 2449001 h 2449001"/>
              <a:gd name="connsiteX9" fmla="*/ 301 w 797686"/>
              <a:gd name="connsiteY9" fmla="*/ 1701579 h 2449001"/>
              <a:gd name="connsiteX10" fmla="*/ 95814 w 797686"/>
              <a:gd name="connsiteY10" fmla="*/ 1597201 h 2449001"/>
              <a:gd name="connsiteX11" fmla="*/ 84343 w 797686"/>
              <a:gd name="connsiteY11" fmla="*/ 1389262 h 2449001"/>
              <a:gd name="connsiteX12" fmla="*/ 334256 w 797686"/>
              <a:gd name="connsiteY12" fmla="*/ 1375575 h 2449001"/>
              <a:gd name="connsiteX13" fmla="*/ 425696 w 797686"/>
              <a:gd name="connsiteY13" fmla="*/ 1331843 h 2449001"/>
              <a:gd name="connsiteX14" fmla="*/ 218310 w 797686"/>
              <a:gd name="connsiteY14" fmla="*/ 0 h 2449001"/>
              <a:gd name="connsiteX15" fmla="*/ 570023 w 797686"/>
              <a:gd name="connsiteY15" fmla="*/ 3422 h 2449001"/>
              <a:gd name="connsiteX16" fmla="*/ 677271 w 797686"/>
              <a:gd name="connsiteY16" fmla="*/ 938156 h 2449001"/>
              <a:gd name="connsiteX17" fmla="*/ 719893 w 797686"/>
              <a:gd name="connsiteY17" fmla="*/ 1307990 h 2449001"/>
              <a:gd name="connsiteX18" fmla="*/ 409792 w 797686"/>
              <a:gd name="connsiteY18" fmla="*/ 1268233 h 2449001"/>
              <a:gd name="connsiteX19" fmla="*/ 99692 w 797686"/>
              <a:gd name="connsiteY19" fmla="*/ 1288111 h 2449001"/>
              <a:gd name="connsiteX20" fmla="*/ 133257 w 797686"/>
              <a:gd name="connsiteY20" fmla="*/ 945913 h 2449001"/>
              <a:gd name="connsiteX21" fmla="*/ 218310 w 797686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25647 w 797637"/>
              <a:gd name="connsiteY0" fmla="*/ 1331843 h 2449001"/>
              <a:gd name="connsiteX1" fmla="*/ 536966 w 797637"/>
              <a:gd name="connsiteY1" fmla="*/ 1379551 h 2449001"/>
              <a:gd name="connsiteX2" fmla="*/ 775504 w 797637"/>
              <a:gd name="connsiteY2" fmla="*/ 1406369 h 2449001"/>
              <a:gd name="connsiteX3" fmla="*/ 613610 w 797637"/>
              <a:gd name="connsiteY3" fmla="*/ 1785816 h 2449001"/>
              <a:gd name="connsiteX4" fmla="*/ 604551 w 797637"/>
              <a:gd name="connsiteY4" fmla="*/ 2441050 h 2449001"/>
              <a:gd name="connsiteX5" fmla="*/ 314329 w 797637"/>
              <a:gd name="connsiteY5" fmla="*/ 2445025 h 2449001"/>
              <a:gd name="connsiteX6" fmla="*/ 224094 w 797637"/>
              <a:gd name="connsiteY6" fmla="*/ 1721654 h 2449001"/>
              <a:gd name="connsiteX7" fmla="*/ 203011 w 797637"/>
              <a:gd name="connsiteY7" fmla="*/ 2441050 h 2449001"/>
              <a:gd name="connsiteX8" fmla="*/ 131449 w 797637"/>
              <a:gd name="connsiteY8" fmla="*/ 2449001 h 2449001"/>
              <a:gd name="connsiteX9" fmla="*/ 252 w 797637"/>
              <a:gd name="connsiteY9" fmla="*/ 1701579 h 2449001"/>
              <a:gd name="connsiteX10" fmla="*/ 112873 w 797637"/>
              <a:gd name="connsiteY10" fmla="*/ 1641682 h 2449001"/>
              <a:gd name="connsiteX11" fmla="*/ 84294 w 797637"/>
              <a:gd name="connsiteY11" fmla="*/ 1389262 h 2449001"/>
              <a:gd name="connsiteX12" fmla="*/ 334207 w 797637"/>
              <a:gd name="connsiteY12" fmla="*/ 1375575 h 2449001"/>
              <a:gd name="connsiteX13" fmla="*/ 425647 w 797637"/>
              <a:gd name="connsiteY13" fmla="*/ 1331843 h 2449001"/>
              <a:gd name="connsiteX14" fmla="*/ 218261 w 797637"/>
              <a:gd name="connsiteY14" fmla="*/ 0 h 2449001"/>
              <a:gd name="connsiteX15" fmla="*/ 569974 w 797637"/>
              <a:gd name="connsiteY15" fmla="*/ 3422 h 2449001"/>
              <a:gd name="connsiteX16" fmla="*/ 677222 w 797637"/>
              <a:gd name="connsiteY16" fmla="*/ 938156 h 2449001"/>
              <a:gd name="connsiteX17" fmla="*/ 719844 w 797637"/>
              <a:gd name="connsiteY17" fmla="*/ 1307990 h 2449001"/>
              <a:gd name="connsiteX18" fmla="*/ 409743 w 797637"/>
              <a:gd name="connsiteY18" fmla="*/ 1268233 h 2449001"/>
              <a:gd name="connsiteX19" fmla="*/ 99643 w 797637"/>
              <a:gd name="connsiteY19" fmla="*/ 1288111 h 2449001"/>
              <a:gd name="connsiteX20" fmla="*/ 133208 w 797637"/>
              <a:gd name="connsiteY20" fmla="*/ 945913 h 2449001"/>
              <a:gd name="connsiteX21" fmla="*/ 218261 w 797637"/>
              <a:gd name="connsiteY21" fmla="*/ 0 h 2449001"/>
              <a:gd name="connsiteX0" fmla="*/ 405179 w 777169"/>
              <a:gd name="connsiteY0" fmla="*/ 1331843 h 2449001"/>
              <a:gd name="connsiteX1" fmla="*/ 516498 w 777169"/>
              <a:gd name="connsiteY1" fmla="*/ 1379551 h 2449001"/>
              <a:gd name="connsiteX2" fmla="*/ 755036 w 777169"/>
              <a:gd name="connsiteY2" fmla="*/ 1406369 h 2449001"/>
              <a:gd name="connsiteX3" fmla="*/ 593142 w 777169"/>
              <a:gd name="connsiteY3" fmla="*/ 1785816 h 2449001"/>
              <a:gd name="connsiteX4" fmla="*/ 584083 w 777169"/>
              <a:gd name="connsiteY4" fmla="*/ 2441050 h 2449001"/>
              <a:gd name="connsiteX5" fmla="*/ 293861 w 777169"/>
              <a:gd name="connsiteY5" fmla="*/ 2445025 h 2449001"/>
              <a:gd name="connsiteX6" fmla="*/ 203626 w 777169"/>
              <a:gd name="connsiteY6" fmla="*/ 1721654 h 2449001"/>
              <a:gd name="connsiteX7" fmla="*/ 182543 w 777169"/>
              <a:gd name="connsiteY7" fmla="*/ 2441050 h 2449001"/>
              <a:gd name="connsiteX8" fmla="*/ 110981 w 777169"/>
              <a:gd name="connsiteY8" fmla="*/ 2449001 h 2449001"/>
              <a:gd name="connsiteX9" fmla="*/ 313 w 777169"/>
              <a:gd name="connsiteY9" fmla="*/ 1749481 h 2449001"/>
              <a:gd name="connsiteX10" fmla="*/ 92405 w 777169"/>
              <a:gd name="connsiteY10" fmla="*/ 1641682 h 2449001"/>
              <a:gd name="connsiteX11" fmla="*/ 63826 w 777169"/>
              <a:gd name="connsiteY11" fmla="*/ 1389262 h 2449001"/>
              <a:gd name="connsiteX12" fmla="*/ 313739 w 777169"/>
              <a:gd name="connsiteY12" fmla="*/ 1375575 h 2449001"/>
              <a:gd name="connsiteX13" fmla="*/ 405179 w 777169"/>
              <a:gd name="connsiteY13" fmla="*/ 1331843 h 2449001"/>
              <a:gd name="connsiteX14" fmla="*/ 197793 w 777169"/>
              <a:gd name="connsiteY14" fmla="*/ 0 h 2449001"/>
              <a:gd name="connsiteX15" fmla="*/ 549506 w 777169"/>
              <a:gd name="connsiteY15" fmla="*/ 3422 h 2449001"/>
              <a:gd name="connsiteX16" fmla="*/ 656754 w 777169"/>
              <a:gd name="connsiteY16" fmla="*/ 938156 h 2449001"/>
              <a:gd name="connsiteX17" fmla="*/ 699376 w 777169"/>
              <a:gd name="connsiteY17" fmla="*/ 1307990 h 2449001"/>
              <a:gd name="connsiteX18" fmla="*/ 389275 w 777169"/>
              <a:gd name="connsiteY18" fmla="*/ 1268233 h 2449001"/>
              <a:gd name="connsiteX19" fmla="*/ 79175 w 777169"/>
              <a:gd name="connsiteY19" fmla="*/ 1288111 h 2449001"/>
              <a:gd name="connsiteX20" fmla="*/ 112740 w 777169"/>
              <a:gd name="connsiteY20" fmla="*/ 945913 h 2449001"/>
              <a:gd name="connsiteX21" fmla="*/ 197793 w 777169"/>
              <a:gd name="connsiteY21" fmla="*/ 0 h 2449001"/>
              <a:gd name="connsiteX0" fmla="*/ 413332 w 785322"/>
              <a:gd name="connsiteY0" fmla="*/ 1331843 h 2449001"/>
              <a:gd name="connsiteX1" fmla="*/ 524651 w 785322"/>
              <a:gd name="connsiteY1" fmla="*/ 1379551 h 2449001"/>
              <a:gd name="connsiteX2" fmla="*/ 763189 w 785322"/>
              <a:gd name="connsiteY2" fmla="*/ 1406369 h 2449001"/>
              <a:gd name="connsiteX3" fmla="*/ 601295 w 785322"/>
              <a:gd name="connsiteY3" fmla="*/ 1785816 h 2449001"/>
              <a:gd name="connsiteX4" fmla="*/ 592236 w 785322"/>
              <a:gd name="connsiteY4" fmla="*/ 2441050 h 2449001"/>
              <a:gd name="connsiteX5" fmla="*/ 302014 w 785322"/>
              <a:gd name="connsiteY5" fmla="*/ 2445025 h 2449001"/>
              <a:gd name="connsiteX6" fmla="*/ 211779 w 785322"/>
              <a:gd name="connsiteY6" fmla="*/ 1721654 h 2449001"/>
              <a:gd name="connsiteX7" fmla="*/ 190696 w 785322"/>
              <a:gd name="connsiteY7" fmla="*/ 2441050 h 2449001"/>
              <a:gd name="connsiteX8" fmla="*/ 119134 w 785322"/>
              <a:gd name="connsiteY8" fmla="*/ 2449001 h 2449001"/>
              <a:gd name="connsiteX9" fmla="*/ 8466 w 785322"/>
              <a:gd name="connsiteY9" fmla="*/ 1749481 h 2449001"/>
              <a:gd name="connsiteX10" fmla="*/ 100558 w 785322"/>
              <a:gd name="connsiteY10" fmla="*/ 1641682 h 2449001"/>
              <a:gd name="connsiteX11" fmla="*/ 71979 w 785322"/>
              <a:gd name="connsiteY11" fmla="*/ 1389262 h 2449001"/>
              <a:gd name="connsiteX12" fmla="*/ 321892 w 785322"/>
              <a:gd name="connsiteY12" fmla="*/ 1375575 h 2449001"/>
              <a:gd name="connsiteX13" fmla="*/ 413332 w 785322"/>
              <a:gd name="connsiteY13" fmla="*/ 1331843 h 2449001"/>
              <a:gd name="connsiteX14" fmla="*/ 205946 w 785322"/>
              <a:gd name="connsiteY14" fmla="*/ 0 h 2449001"/>
              <a:gd name="connsiteX15" fmla="*/ 557659 w 785322"/>
              <a:gd name="connsiteY15" fmla="*/ 3422 h 2449001"/>
              <a:gd name="connsiteX16" fmla="*/ 664907 w 785322"/>
              <a:gd name="connsiteY16" fmla="*/ 938156 h 2449001"/>
              <a:gd name="connsiteX17" fmla="*/ 707529 w 785322"/>
              <a:gd name="connsiteY17" fmla="*/ 1307990 h 2449001"/>
              <a:gd name="connsiteX18" fmla="*/ 397428 w 785322"/>
              <a:gd name="connsiteY18" fmla="*/ 1268233 h 2449001"/>
              <a:gd name="connsiteX19" fmla="*/ 87328 w 785322"/>
              <a:gd name="connsiteY19" fmla="*/ 1288111 h 2449001"/>
              <a:gd name="connsiteX20" fmla="*/ 120893 w 785322"/>
              <a:gd name="connsiteY20" fmla="*/ 945913 h 2449001"/>
              <a:gd name="connsiteX21" fmla="*/ 205946 w 785322"/>
              <a:gd name="connsiteY21" fmla="*/ 0 h 244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85322" h="2449001">
                <a:moveTo>
                  <a:pt x="413332" y="1331843"/>
                </a:moveTo>
                <a:cubicBezTo>
                  <a:pt x="470316" y="1339795"/>
                  <a:pt x="487545" y="1363648"/>
                  <a:pt x="524651" y="1379551"/>
                </a:cubicBezTo>
                <a:cubicBezTo>
                  <a:pt x="598461" y="1388490"/>
                  <a:pt x="730438" y="1342684"/>
                  <a:pt x="763189" y="1406369"/>
                </a:cubicBezTo>
                <a:cubicBezTo>
                  <a:pt x="860365" y="1644887"/>
                  <a:pt x="606378" y="1660931"/>
                  <a:pt x="601295" y="1785816"/>
                </a:cubicBezTo>
                <a:cubicBezTo>
                  <a:pt x="592018" y="1995200"/>
                  <a:pt x="585610" y="2024932"/>
                  <a:pt x="592236" y="2441050"/>
                </a:cubicBezTo>
                <a:lnTo>
                  <a:pt x="302014" y="2445025"/>
                </a:lnTo>
                <a:cubicBezTo>
                  <a:pt x="266233" y="2198535"/>
                  <a:pt x="340856" y="1660357"/>
                  <a:pt x="211779" y="1721654"/>
                </a:cubicBezTo>
                <a:cubicBezTo>
                  <a:pt x="170697" y="1762736"/>
                  <a:pt x="192021" y="2185283"/>
                  <a:pt x="190696" y="2441050"/>
                </a:cubicBezTo>
                <a:cubicBezTo>
                  <a:pt x="146301" y="2445688"/>
                  <a:pt x="179432" y="2445688"/>
                  <a:pt x="119134" y="2449001"/>
                </a:cubicBezTo>
                <a:cubicBezTo>
                  <a:pt x="103231" y="1623390"/>
                  <a:pt x="60150" y="1875377"/>
                  <a:pt x="8466" y="1749481"/>
                </a:cubicBezTo>
                <a:cubicBezTo>
                  <a:pt x="-31697" y="1604092"/>
                  <a:pt x="83130" y="1642413"/>
                  <a:pt x="100558" y="1641682"/>
                </a:cubicBezTo>
                <a:cubicBezTo>
                  <a:pt x="5622" y="1561516"/>
                  <a:pt x="-3874" y="1450657"/>
                  <a:pt x="71979" y="1389262"/>
                </a:cubicBezTo>
                <a:cubicBezTo>
                  <a:pt x="119567" y="1358010"/>
                  <a:pt x="239728" y="1375575"/>
                  <a:pt x="321892" y="1375575"/>
                </a:cubicBezTo>
                <a:cubicBezTo>
                  <a:pt x="347071" y="1360998"/>
                  <a:pt x="364299" y="1334493"/>
                  <a:pt x="413332" y="1331843"/>
                </a:cubicBezTo>
                <a:close/>
                <a:moveTo>
                  <a:pt x="205946" y="0"/>
                </a:moveTo>
                <a:lnTo>
                  <a:pt x="557659" y="3422"/>
                </a:lnTo>
                <a:cubicBezTo>
                  <a:pt x="580863" y="327547"/>
                  <a:pt x="489978" y="820211"/>
                  <a:pt x="664907" y="938156"/>
                </a:cubicBezTo>
                <a:cubicBezTo>
                  <a:pt x="834535" y="1061401"/>
                  <a:pt x="785141" y="1256861"/>
                  <a:pt x="707529" y="1307990"/>
                </a:cubicBezTo>
                <a:cubicBezTo>
                  <a:pt x="596211" y="1362324"/>
                  <a:pt x="496819" y="1313291"/>
                  <a:pt x="397428" y="1268233"/>
                </a:cubicBezTo>
                <a:cubicBezTo>
                  <a:pt x="324542" y="1317265"/>
                  <a:pt x="192020" y="1358347"/>
                  <a:pt x="87328" y="1288111"/>
                </a:cubicBezTo>
                <a:cubicBezTo>
                  <a:pt x="-33267" y="1184744"/>
                  <a:pt x="58608" y="985670"/>
                  <a:pt x="120893" y="945913"/>
                </a:cubicBezTo>
                <a:cubicBezTo>
                  <a:pt x="259584" y="846619"/>
                  <a:pt x="211126" y="365206"/>
                  <a:pt x="20594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1" name="Freeform 108">
            <a:extLst>
              <a:ext uri="{FF2B5EF4-FFF2-40B4-BE49-F238E27FC236}">
                <a16:creationId xmlns:a16="http://schemas.microsoft.com/office/drawing/2014/main" id="{FDE3CBDE-EEAE-4947-B693-F257D24D8778}"/>
              </a:ext>
            </a:extLst>
          </p:cNvPr>
          <p:cNvSpPr/>
          <p:nvPr/>
        </p:nvSpPr>
        <p:spPr>
          <a:xfrm>
            <a:off x="4861480" y="2037091"/>
            <a:ext cx="341005" cy="376812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2" name="Oval 8">
            <a:extLst>
              <a:ext uri="{FF2B5EF4-FFF2-40B4-BE49-F238E27FC236}">
                <a16:creationId xmlns:a16="http://schemas.microsoft.com/office/drawing/2014/main" id="{67A2865C-B789-43B5-80DB-86DE80688D31}"/>
              </a:ext>
            </a:extLst>
          </p:cNvPr>
          <p:cNvSpPr/>
          <p:nvPr/>
        </p:nvSpPr>
        <p:spPr>
          <a:xfrm>
            <a:off x="5430443" y="2045477"/>
            <a:ext cx="358193" cy="360040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93" name="Group 110">
            <a:extLst>
              <a:ext uri="{FF2B5EF4-FFF2-40B4-BE49-F238E27FC236}">
                <a16:creationId xmlns:a16="http://schemas.microsoft.com/office/drawing/2014/main" id="{36040492-149E-4613-AA54-899B5ED2B40F}"/>
              </a:ext>
            </a:extLst>
          </p:cNvPr>
          <p:cNvGrpSpPr/>
          <p:nvPr/>
        </p:nvGrpSpPr>
        <p:grpSpPr>
          <a:xfrm>
            <a:off x="4292080" y="2037091"/>
            <a:ext cx="341005" cy="376812"/>
            <a:chOff x="4835382" y="73243"/>
            <a:chExt cx="2920830" cy="3227535"/>
          </a:xfrm>
          <a:solidFill>
            <a:schemeClr val="accent4"/>
          </a:solidFill>
        </p:grpSpPr>
        <p:sp>
          <p:nvSpPr>
            <p:cNvPr id="94" name="Freeform 111">
              <a:extLst>
                <a:ext uri="{FF2B5EF4-FFF2-40B4-BE49-F238E27FC236}">
                  <a16:creationId xmlns:a16="http://schemas.microsoft.com/office/drawing/2014/main" id="{DFA7D42F-B473-405D-816E-4FA1B66E658C}"/>
                </a:ext>
              </a:extLst>
            </p:cNvPr>
            <p:cNvSpPr/>
            <p:nvPr/>
          </p:nvSpPr>
          <p:spPr>
            <a:xfrm>
              <a:off x="4835382" y="73243"/>
              <a:ext cx="2920830" cy="3227535"/>
            </a:xfrm>
            <a:custGeom>
              <a:avLst/>
              <a:gdLst>
                <a:gd name="connsiteX0" fmla="*/ 3030279 w 4784651"/>
                <a:gd name="connsiteY0" fmla="*/ 0 h 5890437"/>
                <a:gd name="connsiteX1" fmla="*/ 765544 w 4784651"/>
                <a:gd name="connsiteY1" fmla="*/ 1935126 h 5890437"/>
                <a:gd name="connsiteX2" fmla="*/ 0 w 4784651"/>
                <a:gd name="connsiteY2" fmla="*/ 3051544 h 5890437"/>
                <a:gd name="connsiteX3" fmla="*/ 510363 w 4784651"/>
                <a:gd name="connsiteY3" fmla="*/ 3327991 h 5890437"/>
                <a:gd name="connsiteX4" fmla="*/ 297711 w 4784651"/>
                <a:gd name="connsiteY4" fmla="*/ 3657600 h 5890437"/>
                <a:gd name="connsiteX5" fmla="*/ 489097 w 4784651"/>
                <a:gd name="connsiteY5" fmla="*/ 3870251 h 5890437"/>
                <a:gd name="connsiteX6" fmla="*/ 372139 w 4784651"/>
                <a:gd name="connsiteY6" fmla="*/ 4061637 h 5890437"/>
                <a:gd name="connsiteX7" fmla="*/ 563525 w 4784651"/>
                <a:gd name="connsiteY7" fmla="*/ 4316819 h 5890437"/>
                <a:gd name="connsiteX8" fmla="*/ 499730 w 4784651"/>
                <a:gd name="connsiteY8" fmla="*/ 4976037 h 5890437"/>
                <a:gd name="connsiteX9" fmla="*/ 1754372 w 4784651"/>
                <a:gd name="connsiteY9" fmla="*/ 5199321 h 5890437"/>
                <a:gd name="connsiteX10" fmla="*/ 1945758 w 4784651"/>
                <a:gd name="connsiteY10" fmla="*/ 5890437 h 5890437"/>
                <a:gd name="connsiteX11" fmla="*/ 4784651 w 4784651"/>
                <a:gd name="connsiteY11" fmla="*/ 5858540 h 5890437"/>
                <a:gd name="connsiteX12" fmla="*/ 4561367 w 4784651"/>
                <a:gd name="connsiteY12" fmla="*/ 4189228 h 5890437"/>
                <a:gd name="connsiteX13" fmla="*/ 3030279 w 4784651"/>
                <a:gd name="connsiteY13" fmla="*/ 0 h 5890437"/>
                <a:gd name="connsiteX0" fmla="*/ 3030279 w 4784651"/>
                <a:gd name="connsiteY0" fmla="*/ 114 h 5890551"/>
                <a:gd name="connsiteX1" fmla="*/ 765544 w 4784651"/>
                <a:gd name="connsiteY1" fmla="*/ 1935240 h 5890551"/>
                <a:gd name="connsiteX2" fmla="*/ 0 w 4784651"/>
                <a:gd name="connsiteY2" fmla="*/ 3051658 h 5890551"/>
                <a:gd name="connsiteX3" fmla="*/ 510363 w 4784651"/>
                <a:gd name="connsiteY3" fmla="*/ 3328105 h 5890551"/>
                <a:gd name="connsiteX4" fmla="*/ 297711 w 4784651"/>
                <a:gd name="connsiteY4" fmla="*/ 3657714 h 5890551"/>
                <a:gd name="connsiteX5" fmla="*/ 489097 w 4784651"/>
                <a:gd name="connsiteY5" fmla="*/ 3870365 h 5890551"/>
                <a:gd name="connsiteX6" fmla="*/ 372139 w 4784651"/>
                <a:gd name="connsiteY6" fmla="*/ 4061751 h 5890551"/>
                <a:gd name="connsiteX7" fmla="*/ 563525 w 4784651"/>
                <a:gd name="connsiteY7" fmla="*/ 4316933 h 5890551"/>
                <a:gd name="connsiteX8" fmla="*/ 499730 w 4784651"/>
                <a:gd name="connsiteY8" fmla="*/ 4976151 h 5890551"/>
                <a:gd name="connsiteX9" fmla="*/ 1754372 w 4784651"/>
                <a:gd name="connsiteY9" fmla="*/ 5199435 h 5890551"/>
                <a:gd name="connsiteX10" fmla="*/ 1945758 w 4784651"/>
                <a:gd name="connsiteY10" fmla="*/ 5890551 h 5890551"/>
                <a:gd name="connsiteX11" fmla="*/ 4784651 w 4784651"/>
                <a:gd name="connsiteY11" fmla="*/ 5858654 h 5890551"/>
                <a:gd name="connsiteX12" fmla="*/ 4561367 w 4784651"/>
                <a:gd name="connsiteY12" fmla="*/ 4189342 h 5890551"/>
                <a:gd name="connsiteX13" fmla="*/ 3030279 w 4784651"/>
                <a:gd name="connsiteY13" fmla="*/ 114 h 5890551"/>
                <a:gd name="connsiteX0" fmla="*/ 3030279 w 4784651"/>
                <a:gd name="connsiteY0" fmla="*/ 398 h 5890835"/>
                <a:gd name="connsiteX1" fmla="*/ 765544 w 4784651"/>
                <a:gd name="connsiteY1" fmla="*/ 1935524 h 5890835"/>
                <a:gd name="connsiteX2" fmla="*/ 0 w 4784651"/>
                <a:gd name="connsiteY2" fmla="*/ 3051942 h 5890835"/>
                <a:gd name="connsiteX3" fmla="*/ 510363 w 4784651"/>
                <a:gd name="connsiteY3" fmla="*/ 3328389 h 5890835"/>
                <a:gd name="connsiteX4" fmla="*/ 297711 w 4784651"/>
                <a:gd name="connsiteY4" fmla="*/ 3657998 h 5890835"/>
                <a:gd name="connsiteX5" fmla="*/ 489097 w 4784651"/>
                <a:gd name="connsiteY5" fmla="*/ 3870649 h 5890835"/>
                <a:gd name="connsiteX6" fmla="*/ 372139 w 4784651"/>
                <a:gd name="connsiteY6" fmla="*/ 4062035 h 5890835"/>
                <a:gd name="connsiteX7" fmla="*/ 563525 w 4784651"/>
                <a:gd name="connsiteY7" fmla="*/ 4317217 h 5890835"/>
                <a:gd name="connsiteX8" fmla="*/ 499730 w 4784651"/>
                <a:gd name="connsiteY8" fmla="*/ 4976435 h 5890835"/>
                <a:gd name="connsiteX9" fmla="*/ 1754372 w 4784651"/>
                <a:gd name="connsiteY9" fmla="*/ 5199719 h 5890835"/>
                <a:gd name="connsiteX10" fmla="*/ 1945758 w 4784651"/>
                <a:gd name="connsiteY10" fmla="*/ 5890835 h 5890835"/>
                <a:gd name="connsiteX11" fmla="*/ 4784651 w 4784651"/>
                <a:gd name="connsiteY11" fmla="*/ 5858938 h 5890835"/>
                <a:gd name="connsiteX12" fmla="*/ 4561367 w 4784651"/>
                <a:gd name="connsiteY12" fmla="*/ 4189626 h 5890835"/>
                <a:gd name="connsiteX13" fmla="*/ 3030279 w 4784651"/>
                <a:gd name="connsiteY13" fmla="*/ 398 h 5890835"/>
                <a:gd name="connsiteX0" fmla="*/ 3030279 w 5042277"/>
                <a:gd name="connsiteY0" fmla="*/ 663 h 5891100"/>
                <a:gd name="connsiteX1" fmla="*/ 765544 w 5042277"/>
                <a:gd name="connsiteY1" fmla="*/ 1935789 h 5891100"/>
                <a:gd name="connsiteX2" fmla="*/ 0 w 5042277"/>
                <a:gd name="connsiteY2" fmla="*/ 3052207 h 5891100"/>
                <a:gd name="connsiteX3" fmla="*/ 510363 w 5042277"/>
                <a:gd name="connsiteY3" fmla="*/ 3328654 h 5891100"/>
                <a:gd name="connsiteX4" fmla="*/ 297711 w 5042277"/>
                <a:gd name="connsiteY4" fmla="*/ 3658263 h 5891100"/>
                <a:gd name="connsiteX5" fmla="*/ 489097 w 5042277"/>
                <a:gd name="connsiteY5" fmla="*/ 3870914 h 5891100"/>
                <a:gd name="connsiteX6" fmla="*/ 372139 w 5042277"/>
                <a:gd name="connsiteY6" fmla="*/ 4062300 h 5891100"/>
                <a:gd name="connsiteX7" fmla="*/ 563525 w 5042277"/>
                <a:gd name="connsiteY7" fmla="*/ 4317482 h 5891100"/>
                <a:gd name="connsiteX8" fmla="*/ 499730 w 5042277"/>
                <a:gd name="connsiteY8" fmla="*/ 4976700 h 5891100"/>
                <a:gd name="connsiteX9" fmla="*/ 1754372 w 5042277"/>
                <a:gd name="connsiteY9" fmla="*/ 5199984 h 5891100"/>
                <a:gd name="connsiteX10" fmla="*/ 1945758 w 5042277"/>
                <a:gd name="connsiteY10" fmla="*/ 5891100 h 5891100"/>
                <a:gd name="connsiteX11" fmla="*/ 4784651 w 5042277"/>
                <a:gd name="connsiteY11" fmla="*/ 5859203 h 5891100"/>
                <a:gd name="connsiteX12" fmla="*/ 4561367 w 5042277"/>
                <a:gd name="connsiteY12" fmla="*/ 4189891 h 5891100"/>
                <a:gd name="connsiteX13" fmla="*/ 3030279 w 5042277"/>
                <a:gd name="connsiteY13" fmla="*/ 663 h 5891100"/>
                <a:gd name="connsiteX0" fmla="*/ 3030279 w 5316637"/>
                <a:gd name="connsiteY0" fmla="*/ 1079 h 5891516"/>
                <a:gd name="connsiteX1" fmla="*/ 765544 w 5316637"/>
                <a:gd name="connsiteY1" fmla="*/ 1936205 h 5891516"/>
                <a:gd name="connsiteX2" fmla="*/ 0 w 5316637"/>
                <a:gd name="connsiteY2" fmla="*/ 3052623 h 5891516"/>
                <a:gd name="connsiteX3" fmla="*/ 510363 w 5316637"/>
                <a:gd name="connsiteY3" fmla="*/ 3329070 h 5891516"/>
                <a:gd name="connsiteX4" fmla="*/ 297711 w 5316637"/>
                <a:gd name="connsiteY4" fmla="*/ 3658679 h 5891516"/>
                <a:gd name="connsiteX5" fmla="*/ 489097 w 5316637"/>
                <a:gd name="connsiteY5" fmla="*/ 3871330 h 5891516"/>
                <a:gd name="connsiteX6" fmla="*/ 372139 w 5316637"/>
                <a:gd name="connsiteY6" fmla="*/ 4062716 h 5891516"/>
                <a:gd name="connsiteX7" fmla="*/ 563525 w 5316637"/>
                <a:gd name="connsiteY7" fmla="*/ 4317898 h 5891516"/>
                <a:gd name="connsiteX8" fmla="*/ 499730 w 5316637"/>
                <a:gd name="connsiteY8" fmla="*/ 4977116 h 5891516"/>
                <a:gd name="connsiteX9" fmla="*/ 1754372 w 5316637"/>
                <a:gd name="connsiteY9" fmla="*/ 5200400 h 5891516"/>
                <a:gd name="connsiteX10" fmla="*/ 1945758 w 5316637"/>
                <a:gd name="connsiteY10" fmla="*/ 5891516 h 5891516"/>
                <a:gd name="connsiteX11" fmla="*/ 4784651 w 5316637"/>
                <a:gd name="connsiteY11" fmla="*/ 5859619 h 5891516"/>
                <a:gd name="connsiteX12" fmla="*/ 4890977 w 5316637"/>
                <a:gd name="connsiteY12" fmla="*/ 3520456 h 5891516"/>
                <a:gd name="connsiteX13" fmla="*/ 3030279 w 5316637"/>
                <a:gd name="connsiteY13" fmla="*/ 1079 h 5891516"/>
                <a:gd name="connsiteX0" fmla="*/ 3030279 w 5338934"/>
                <a:gd name="connsiteY0" fmla="*/ 561 h 5890998"/>
                <a:gd name="connsiteX1" fmla="*/ 765544 w 5338934"/>
                <a:gd name="connsiteY1" fmla="*/ 1935687 h 5890998"/>
                <a:gd name="connsiteX2" fmla="*/ 0 w 5338934"/>
                <a:gd name="connsiteY2" fmla="*/ 3052105 h 5890998"/>
                <a:gd name="connsiteX3" fmla="*/ 510363 w 5338934"/>
                <a:gd name="connsiteY3" fmla="*/ 3328552 h 5890998"/>
                <a:gd name="connsiteX4" fmla="*/ 297711 w 5338934"/>
                <a:gd name="connsiteY4" fmla="*/ 3658161 h 5890998"/>
                <a:gd name="connsiteX5" fmla="*/ 489097 w 5338934"/>
                <a:gd name="connsiteY5" fmla="*/ 3870812 h 5890998"/>
                <a:gd name="connsiteX6" fmla="*/ 372139 w 5338934"/>
                <a:gd name="connsiteY6" fmla="*/ 4062198 h 5890998"/>
                <a:gd name="connsiteX7" fmla="*/ 563525 w 5338934"/>
                <a:gd name="connsiteY7" fmla="*/ 4317380 h 5890998"/>
                <a:gd name="connsiteX8" fmla="*/ 499730 w 5338934"/>
                <a:gd name="connsiteY8" fmla="*/ 4976598 h 5890998"/>
                <a:gd name="connsiteX9" fmla="*/ 1754372 w 5338934"/>
                <a:gd name="connsiteY9" fmla="*/ 5199882 h 5890998"/>
                <a:gd name="connsiteX10" fmla="*/ 1945758 w 5338934"/>
                <a:gd name="connsiteY10" fmla="*/ 5890998 h 5890998"/>
                <a:gd name="connsiteX11" fmla="*/ 4784651 w 5338934"/>
                <a:gd name="connsiteY11" fmla="*/ 5859101 h 5890998"/>
                <a:gd name="connsiteX12" fmla="*/ 4890977 w 5338934"/>
                <a:gd name="connsiteY12" fmla="*/ 3519938 h 5890998"/>
                <a:gd name="connsiteX13" fmla="*/ 3030279 w 5338934"/>
                <a:gd name="connsiteY13" fmla="*/ 561 h 5890998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75 h 5890612"/>
                <a:gd name="connsiteX1" fmla="*/ 765544 w 5381346"/>
                <a:gd name="connsiteY1" fmla="*/ 1935301 h 5890612"/>
                <a:gd name="connsiteX2" fmla="*/ 0 w 5381346"/>
                <a:gd name="connsiteY2" fmla="*/ 3051719 h 5890612"/>
                <a:gd name="connsiteX3" fmla="*/ 510363 w 5381346"/>
                <a:gd name="connsiteY3" fmla="*/ 3328166 h 5890612"/>
                <a:gd name="connsiteX4" fmla="*/ 297711 w 5381346"/>
                <a:gd name="connsiteY4" fmla="*/ 3657775 h 5890612"/>
                <a:gd name="connsiteX5" fmla="*/ 489097 w 5381346"/>
                <a:gd name="connsiteY5" fmla="*/ 3870426 h 5890612"/>
                <a:gd name="connsiteX6" fmla="*/ 372139 w 5381346"/>
                <a:gd name="connsiteY6" fmla="*/ 4061812 h 5890612"/>
                <a:gd name="connsiteX7" fmla="*/ 563525 w 5381346"/>
                <a:gd name="connsiteY7" fmla="*/ 4316994 h 5890612"/>
                <a:gd name="connsiteX8" fmla="*/ 499730 w 5381346"/>
                <a:gd name="connsiteY8" fmla="*/ 4976212 h 5890612"/>
                <a:gd name="connsiteX9" fmla="*/ 1754372 w 5381346"/>
                <a:gd name="connsiteY9" fmla="*/ 5199496 h 5890612"/>
                <a:gd name="connsiteX10" fmla="*/ 1945758 w 5381346"/>
                <a:gd name="connsiteY10" fmla="*/ 5890612 h 5890612"/>
                <a:gd name="connsiteX11" fmla="*/ 4784651 w 5381346"/>
                <a:gd name="connsiteY11" fmla="*/ 5858715 h 5890612"/>
                <a:gd name="connsiteX12" fmla="*/ 4890977 w 5381346"/>
                <a:gd name="connsiteY12" fmla="*/ 3519552 h 5890612"/>
                <a:gd name="connsiteX13" fmla="*/ 3030279 w 5381346"/>
                <a:gd name="connsiteY13" fmla="*/ 175 h 5890612"/>
                <a:gd name="connsiteX0" fmla="*/ 3030279 w 5381346"/>
                <a:gd name="connsiteY0" fmla="*/ 1733 h 5892170"/>
                <a:gd name="connsiteX1" fmla="*/ 0 w 5381346"/>
                <a:gd name="connsiteY1" fmla="*/ 3053277 h 5892170"/>
                <a:gd name="connsiteX2" fmla="*/ 510363 w 5381346"/>
                <a:gd name="connsiteY2" fmla="*/ 3329724 h 5892170"/>
                <a:gd name="connsiteX3" fmla="*/ 297711 w 5381346"/>
                <a:gd name="connsiteY3" fmla="*/ 3659333 h 5892170"/>
                <a:gd name="connsiteX4" fmla="*/ 489097 w 5381346"/>
                <a:gd name="connsiteY4" fmla="*/ 3871984 h 5892170"/>
                <a:gd name="connsiteX5" fmla="*/ 372139 w 5381346"/>
                <a:gd name="connsiteY5" fmla="*/ 4063370 h 5892170"/>
                <a:gd name="connsiteX6" fmla="*/ 563525 w 5381346"/>
                <a:gd name="connsiteY6" fmla="*/ 4318552 h 5892170"/>
                <a:gd name="connsiteX7" fmla="*/ 499730 w 5381346"/>
                <a:gd name="connsiteY7" fmla="*/ 4977770 h 5892170"/>
                <a:gd name="connsiteX8" fmla="*/ 1754372 w 5381346"/>
                <a:gd name="connsiteY8" fmla="*/ 5201054 h 5892170"/>
                <a:gd name="connsiteX9" fmla="*/ 1945758 w 5381346"/>
                <a:gd name="connsiteY9" fmla="*/ 5892170 h 5892170"/>
                <a:gd name="connsiteX10" fmla="*/ 4784651 w 5381346"/>
                <a:gd name="connsiteY10" fmla="*/ 5860273 h 5892170"/>
                <a:gd name="connsiteX11" fmla="*/ 4890977 w 5381346"/>
                <a:gd name="connsiteY11" fmla="*/ 3521110 h 5892170"/>
                <a:gd name="connsiteX12" fmla="*/ 3030279 w 5381346"/>
                <a:gd name="connsiteY12" fmla="*/ 1733 h 5892170"/>
                <a:gd name="connsiteX0" fmla="*/ 3030279 w 5381346"/>
                <a:gd name="connsiteY0" fmla="*/ 4 h 5890441"/>
                <a:gd name="connsiteX1" fmla="*/ 0 w 5381346"/>
                <a:gd name="connsiteY1" fmla="*/ 3051548 h 5890441"/>
                <a:gd name="connsiteX2" fmla="*/ 510363 w 5381346"/>
                <a:gd name="connsiteY2" fmla="*/ 3327995 h 5890441"/>
                <a:gd name="connsiteX3" fmla="*/ 297711 w 5381346"/>
                <a:gd name="connsiteY3" fmla="*/ 3657604 h 5890441"/>
                <a:gd name="connsiteX4" fmla="*/ 489097 w 5381346"/>
                <a:gd name="connsiteY4" fmla="*/ 3870255 h 5890441"/>
                <a:gd name="connsiteX5" fmla="*/ 372139 w 5381346"/>
                <a:gd name="connsiteY5" fmla="*/ 4061641 h 5890441"/>
                <a:gd name="connsiteX6" fmla="*/ 563525 w 5381346"/>
                <a:gd name="connsiteY6" fmla="*/ 4316823 h 5890441"/>
                <a:gd name="connsiteX7" fmla="*/ 499730 w 5381346"/>
                <a:gd name="connsiteY7" fmla="*/ 4976041 h 5890441"/>
                <a:gd name="connsiteX8" fmla="*/ 1754372 w 5381346"/>
                <a:gd name="connsiteY8" fmla="*/ 5199325 h 5890441"/>
                <a:gd name="connsiteX9" fmla="*/ 1945758 w 5381346"/>
                <a:gd name="connsiteY9" fmla="*/ 5890441 h 5890441"/>
                <a:gd name="connsiteX10" fmla="*/ 4784651 w 5381346"/>
                <a:gd name="connsiteY10" fmla="*/ 5858544 h 5890441"/>
                <a:gd name="connsiteX11" fmla="*/ 4890977 w 5381346"/>
                <a:gd name="connsiteY11" fmla="*/ 3519381 h 5890441"/>
                <a:gd name="connsiteX12" fmla="*/ 3030279 w 5381346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30279 w 5381346"/>
                <a:gd name="connsiteY0" fmla="*/ 92120 h 5982557"/>
                <a:gd name="connsiteX1" fmla="*/ 914399 w 5381346"/>
                <a:gd name="connsiteY1" fmla="*/ 1187274 h 5982557"/>
                <a:gd name="connsiteX2" fmla="*/ 0 w 5381346"/>
                <a:gd name="connsiteY2" fmla="*/ 3143664 h 5982557"/>
                <a:gd name="connsiteX3" fmla="*/ 510363 w 5381346"/>
                <a:gd name="connsiteY3" fmla="*/ 3420111 h 5982557"/>
                <a:gd name="connsiteX4" fmla="*/ 297711 w 5381346"/>
                <a:gd name="connsiteY4" fmla="*/ 3749720 h 5982557"/>
                <a:gd name="connsiteX5" fmla="*/ 489097 w 5381346"/>
                <a:gd name="connsiteY5" fmla="*/ 3962371 h 5982557"/>
                <a:gd name="connsiteX6" fmla="*/ 372139 w 5381346"/>
                <a:gd name="connsiteY6" fmla="*/ 4153757 h 5982557"/>
                <a:gd name="connsiteX7" fmla="*/ 563525 w 5381346"/>
                <a:gd name="connsiteY7" fmla="*/ 4408939 h 5982557"/>
                <a:gd name="connsiteX8" fmla="*/ 499730 w 5381346"/>
                <a:gd name="connsiteY8" fmla="*/ 5068157 h 5982557"/>
                <a:gd name="connsiteX9" fmla="*/ 1754372 w 5381346"/>
                <a:gd name="connsiteY9" fmla="*/ 5291441 h 5982557"/>
                <a:gd name="connsiteX10" fmla="*/ 1945758 w 5381346"/>
                <a:gd name="connsiteY10" fmla="*/ 5982557 h 5982557"/>
                <a:gd name="connsiteX11" fmla="*/ 4784651 w 5381346"/>
                <a:gd name="connsiteY11" fmla="*/ 5950660 h 5982557"/>
                <a:gd name="connsiteX12" fmla="*/ 4890977 w 5381346"/>
                <a:gd name="connsiteY12" fmla="*/ 3611497 h 5982557"/>
                <a:gd name="connsiteX13" fmla="*/ 3030279 w 5381346"/>
                <a:gd name="connsiteY13" fmla="*/ 92120 h 5982557"/>
                <a:gd name="connsiteX0" fmla="*/ 3030279 w 5381346"/>
                <a:gd name="connsiteY0" fmla="*/ 94250 h 5984687"/>
                <a:gd name="connsiteX1" fmla="*/ 914399 w 5381346"/>
                <a:gd name="connsiteY1" fmla="*/ 1189404 h 5984687"/>
                <a:gd name="connsiteX2" fmla="*/ 0 w 5381346"/>
                <a:gd name="connsiteY2" fmla="*/ 3145794 h 5984687"/>
                <a:gd name="connsiteX3" fmla="*/ 510363 w 5381346"/>
                <a:gd name="connsiteY3" fmla="*/ 3422241 h 5984687"/>
                <a:gd name="connsiteX4" fmla="*/ 297711 w 5381346"/>
                <a:gd name="connsiteY4" fmla="*/ 3751850 h 5984687"/>
                <a:gd name="connsiteX5" fmla="*/ 489097 w 5381346"/>
                <a:gd name="connsiteY5" fmla="*/ 3964501 h 5984687"/>
                <a:gd name="connsiteX6" fmla="*/ 372139 w 5381346"/>
                <a:gd name="connsiteY6" fmla="*/ 4155887 h 5984687"/>
                <a:gd name="connsiteX7" fmla="*/ 563525 w 5381346"/>
                <a:gd name="connsiteY7" fmla="*/ 4411069 h 5984687"/>
                <a:gd name="connsiteX8" fmla="*/ 499730 w 5381346"/>
                <a:gd name="connsiteY8" fmla="*/ 5070287 h 5984687"/>
                <a:gd name="connsiteX9" fmla="*/ 1754372 w 5381346"/>
                <a:gd name="connsiteY9" fmla="*/ 5293571 h 5984687"/>
                <a:gd name="connsiteX10" fmla="*/ 1945758 w 5381346"/>
                <a:gd name="connsiteY10" fmla="*/ 5984687 h 5984687"/>
                <a:gd name="connsiteX11" fmla="*/ 4784651 w 5381346"/>
                <a:gd name="connsiteY11" fmla="*/ 5952790 h 5984687"/>
                <a:gd name="connsiteX12" fmla="*/ 4890977 w 5381346"/>
                <a:gd name="connsiteY12" fmla="*/ 3613627 h 5984687"/>
                <a:gd name="connsiteX13" fmla="*/ 3030279 w 5381346"/>
                <a:gd name="connsiteY13" fmla="*/ 94250 h 598468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765 w 5381832"/>
                <a:gd name="connsiteY0" fmla="*/ 0 h 5890437"/>
                <a:gd name="connsiteX1" fmla="*/ 890167 w 5381832"/>
                <a:gd name="connsiteY1" fmla="*/ 1098883 h 5890437"/>
                <a:gd name="connsiteX2" fmla="*/ 672821 w 5381832"/>
                <a:gd name="connsiteY2" fmla="*/ 2220272 h 5890437"/>
                <a:gd name="connsiteX3" fmla="*/ 486 w 5381832"/>
                <a:gd name="connsiteY3" fmla="*/ 3051544 h 5890437"/>
                <a:gd name="connsiteX4" fmla="*/ 510849 w 5381832"/>
                <a:gd name="connsiteY4" fmla="*/ 3327991 h 5890437"/>
                <a:gd name="connsiteX5" fmla="*/ 339761 w 5381832"/>
                <a:gd name="connsiteY5" fmla="*/ 3734790 h 5890437"/>
                <a:gd name="connsiteX6" fmla="*/ 531147 w 5381832"/>
                <a:gd name="connsiteY6" fmla="*/ 3870251 h 5890437"/>
                <a:gd name="connsiteX7" fmla="*/ 372625 w 5381832"/>
                <a:gd name="connsiteY7" fmla="*/ 4061637 h 5890437"/>
                <a:gd name="connsiteX8" fmla="*/ 564011 w 5381832"/>
                <a:gd name="connsiteY8" fmla="*/ 4316819 h 5890437"/>
                <a:gd name="connsiteX9" fmla="*/ 500216 w 5381832"/>
                <a:gd name="connsiteY9" fmla="*/ 4976037 h 5890437"/>
                <a:gd name="connsiteX10" fmla="*/ 1754858 w 5381832"/>
                <a:gd name="connsiteY10" fmla="*/ 5039004 h 5890437"/>
                <a:gd name="connsiteX11" fmla="*/ 1946244 w 5381832"/>
                <a:gd name="connsiteY11" fmla="*/ 5890437 h 5890437"/>
                <a:gd name="connsiteX12" fmla="*/ 4785137 w 5381832"/>
                <a:gd name="connsiteY12" fmla="*/ 5858540 h 5890437"/>
                <a:gd name="connsiteX13" fmla="*/ 4891463 w 5381832"/>
                <a:gd name="connsiteY13" fmla="*/ 3519377 h 5890437"/>
                <a:gd name="connsiteX14" fmla="*/ 3030765 w 5381832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1751 h 5892188"/>
                <a:gd name="connsiteX1" fmla="*/ 927042 w 5381929"/>
                <a:gd name="connsiteY1" fmla="*/ 868002 h 5892188"/>
                <a:gd name="connsiteX2" fmla="*/ 672918 w 5381929"/>
                <a:gd name="connsiteY2" fmla="*/ 2222023 h 5892188"/>
                <a:gd name="connsiteX3" fmla="*/ 583 w 5381929"/>
                <a:gd name="connsiteY3" fmla="*/ 3053295 h 5892188"/>
                <a:gd name="connsiteX4" fmla="*/ 510946 w 5381929"/>
                <a:gd name="connsiteY4" fmla="*/ 3329742 h 5892188"/>
                <a:gd name="connsiteX5" fmla="*/ 339858 w 5381929"/>
                <a:gd name="connsiteY5" fmla="*/ 3736541 h 5892188"/>
                <a:gd name="connsiteX6" fmla="*/ 531244 w 5381929"/>
                <a:gd name="connsiteY6" fmla="*/ 3872002 h 5892188"/>
                <a:gd name="connsiteX7" fmla="*/ 372722 w 5381929"/>
                <a:gd name="connsiteY7" fmla="*/ 4063388 h 5892188"/>
                <a:gd name="connsiteX8" fmla="*/ 564108 w 5381929"/>
                <a:gd name="connsiteY8" fmla="*/ 4318570 h 5892188"/>
                <a:gd name="connsiteX9" fmla="*/ 500313 w 5381929"/>
                <a:gd name="connsiteY9" fmla="*/ 4977788 h 5892188"/>
                <a:gd name="connsiteX10" fmla="*/ 1754955 w 5381929"/>
                <a:gd name="connsiteY10" fmla="*/ 5040755 h 5892188"/>
                <a:gd name="connsiteX11" fmla="*/ 1946341 w 5381929"/>
                <a:gd name="connsiteY11" fmla="*/ 5892188 h 5892188"/>
                <a:gd name="connsiteX12" fmla="*/ 4785234 w 5381929"/>
                <a:gd name="connsiteY12" fmla="*/ 5860291 h 5892188"/>
                <a:gd name="connsiteX13" fmla="*/ 4891560 w 5381929"/>
                <a:gd name="connsiteY13" fmla="*/ 3521128 h 5892188"/>
                <a:gd name="connsiteX14" fmla="*/ 3030862 w 5381929"/>
                <a:gd name="connsiteY14" fmla="*/ 1751 h 5892188"/>
                <a:gd name="connsiteX0" fmla="*/ 3031042 w 5382109"/>
                <a:gd name="connsiteY0" fmla="*/ 1751 h 5892188"/>
                <a:gd name="connsiteX1" fmla="*/ 927222 w 5382109"/>
                <a:gd name="connsiteY1" fmla="*/ 868002 h 5892188"/>
                <a:gd name="connsiteX2" fmla="*/ 577563 w 5382109"/>
                <a:gd name="connsiteY2" fmla="*/ 2303910 h 5892188"/>
                <a:gd name="connsiteX3" fmla="*/ 763 w 5382109"/>
                <a:gd name="connsiteY3" fmla="*/ 3053295 h 5892188"/>
                <a:gd name="connsiteX4" fmla="*/ 511126 w 5382109"/>
                <a:gd name="connsiteY4" fmla="*/ 3329742 h 5892188"/>
                <a:gd name="connsiteX5" fmla="*/ 340038 w 5382109"/>
                <a:gd name="connsiteY5" fmla="*/ 3736541 h 5892188"/>
                <a:gd name="connsiteX6" fmla="*/ 531424 w 5382109"/>
                <a:gd name="connsiteY6" fmla="*/ 3872002 h 5892188"/>
                <a:gd name="connsiteX7" fmla="*/ 372902 w 5382109"/>
                <a:gd name="connsiteY7" fmla="*/ 4063388 h 5892188"/>
                <a:gd name="connsiteX8" fmla="*/ 564288 w 5382109"/>
                <a:gd name="connsiteY8" fmla="*/ 4318570 h 5892188"/>
                <a:gd name="connsiteX9" fmla="*/ 500493 w 5382109"/>
                <a:gd name="connsiteY9" fmla="*/ 4977788 h 5892188"/>
                <a:gd name="connsiteX10" fmla="*/ 1755135 w 5382109"/>
                <a:gd name="connsiteY10" fmla="*/ 5040755 h 5892188"/>
                <a:gd name="connsiteX11" fmla="*/ 1946521 w 5382109"/>
                <a:gd name="connsiteY11" fmla="*/ 5892188 h 5892188"/>
                <a:gd name="connsiteX12" fmla="*/ 4785414 w 5382109"/>
                <a:gd name="connsiteY12" fmla="*/ 5860291 h 5892188"/>
                <a:gd name="connsiteX13" fmla="*/ 4891740 w 5382109"/>
                <a:gd name="connsiteY13" fmla="*/ 3521128 h 5892188"/>
                <a:gd name="connsiteX14" fmla="*/ 3031042 w 5382109"/>
                <a:gd name="connsiteY14" fmla="*/ 1751 h 5892188"/>
                <a:gd name="connsiteX0" fmla="*/ 3031042 w 5382109"/>
                <a:gd name="connsiteY0" fmla="*/ 2101 h 5892538"/>
                <a:gd name="connsiteX1" fmla="*/ 913575 w 5382109"/>
                <a:gd name="connsiteY1" fmla="*/ 827408 h 5892538"/>
                <a:gd name="connsiteX2" fmla="*/ 577563 w 5382109"/>
                <a:gd name="connsiteY2" fmla="*/ 2304260 h 5892538"/>
                <a:gd name="connsiteX3" fmla="*/ 763 w 5382109"/>
                <a:gd name="connsiteY3" fmla="*/ 3053645 h 5892538"/>
                <a:gd name="connsiteX4" fmla="*/ 511126 w 5382109"/>
                <a:gd name="connsiteY4" fmla="*/ 3330092 h 5892538"/>
                <a:gd name="connsiteX5" fmla="*/ 340038 w 5382109"/>
                <a:gd name="connsiteY5" fmla="*/ 3736891 h 5892538"/>
                <a:gd name="connsiteX6" fmla="*/ 531424 w 5382109"/>
                <a:gd name="connsiteY6" fmla="*/ 3872352 h 5892538"/>
                <a:gd name="connsiteX7" fmla="*/ 372902 w 5382109"/>
                <a:gd name="connsiteY7" fmla="*/ 4063738 h 5892538"/>
                <a:gd name="connsiteX8" fmla="*/ 564288 w 5382109"/>
                <a:gd name="connsiteY8" fmla="*/ 4318920 h 5892538"/>
                <a:gd name="connsiteX9" fmla="*/ 500493 w 5382109"/>
                <a:gd name="connsiteY9" fmla="*/ 4978138 h 5892538"/>
                <a:gd name="connsiteX10" fmla="*/ 1755135 w 5382109"/>
                <a:gd name="connsiteY10" fmla="*/ 5041105 h 5892538"/>
                <a:gd name="connsiteX11" fmla="*/ 1946521 w 5382109"/>
                <a:gd name="connsiteY11" fmla="*/ 5892538 h 5892538"/>
                <a:gd name="connsiteX12" fmla="*/ 4785414 w 5382109"/>
                <a:gd name="connsiteY12" fmla="*/ 5860641 h 5892538"/>
                <a:gd name="connsiteX13" fmla="*/ 4891740 w 5382109"/>
                <a:gd name="connsiteY13" fmla="*/ 3521478 h 5892538"/>
                <a:gd name="connsiteX14" fmla="*/ 3031042 w 5382109"/>
                <a:gd name="connsiteY14" fmla="*/ 2101 h 5892538"/>
                <a:gd name="connsiteX0" fmla="*/ 3031042 w 5382109"/>
                <a:gd name="connsiteY0" fmla="*/ 941 h 5891378"/>
                <a:gd name="connsiteX1" fmla="*/ 886280 w 5382109"/>
                <a:gd name="connsiteY1" fmla="*/ 1071908 h 5891378"/>
                <a:gd name="connsiteX2" fmla="*/ 577563 w 5382109"/>
                <a:gd name="connsiteY2" fmla="*/ 2303100 h 5891378"/>
                <a:gd name="connsiteX3" fmla="*/ 763 w 5382109"/>
                <a:gd name="connsiteY3" fmla="*/ 3052485 h 5891378"/>
                <a:gd name="connsiteX4" fmla="*/ 511126 w 5382109"/>
                <a:gd name="connsiteY4" fmla="*/ 3328932 h 5891378"/>
                <a:gd name="connsiteX5" fmla="*/ 340038 w 5382109"/>
                <a:gd name="connsiteY5" fmla="*/ 3735731 h 5891378"/>
                <a:gd name="connsiteX6" fmla="*/ 531424 w 5382109"/>
                <a:gd name="connsiteY6" fmla="*/ 3871192 h 5891378"/>
                <a:gd name="connsiteX7" fmla="*/ 372902 w 5382109"/>
                <a:gd name="connsiteY7" fmla="*/ 4062578 h 5891378"/>
                <a:gd name="connsiteX8" fmla="*/ 564288 w 5382109"/>
                <a:gd name="connsiteY8" fmla="*/ 4317760 h 5891378"/>
                <a:gd name="connsiteX9" fmla="*/ 500493 w 5382109"/>
                <a:gd name="connsiteY9" fmla="*/ 4976978 h 5891378"/>
                <a:gd name="connsiteX10" fmla="*/ 1755135 w 5382109"/>
                <a:gd name="connsiteY10" fmla="*/ 5039945 h 5891378"/>
                <a:gd name="connsiteX11" fmla="*/ 1946521 w 5382109"/>
                <a:gd name="connsiteY11" fmla="*/ 5891378 h 5891378"/>
                <a:gd name="connsiteX12" fmla="*/ 4785414 w 5382109"/>
                <a:gd name="connsiteY12" fmla="*/ 5859481 h 5891378"/>
                <a:gd name="connsiteX13" fmla="*/ 4891740 w 5382109"/>
                <a:gd name="connsiteY13" fmla="*/ 3520318 h 5891378"/>
                <a:gd name="connsiteX14" fmla="*/ 3031042 w 5382109"/>
                <a:gd name="connsiteY14" fmla="*/ 941 h 5891378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627 h 5891064"/>
                <a:gd name="connsiteX1" fmla="*/ 777098 w 5382109"/>
                <a:gd name="connsiteY1" fmla="*/ 1180776 h 5891064"/>
                <a:gd name="connsiteX2" fmla="*/ 577563 w 5382109"/>
                <a:gd name="connsiteY2" fmla="*/ 2302786 h 5891064"/>
                <a:gd name="connsiteX3" fmla="*/ 763 w 5382109"/>
                <a:gd name="connsiteY3" fmla="*/ 3052171 h 5891064"/>
                <a:gd name="connsiteX4" fmla="*/ 511126 w 5382109"/>
                <a:gd name="connsiteY4" fmla="*/ 3328618 h 5891064"/>
                <a:gd name="connsiteX5" fmla="*/ 340038 w 5382109"/>
                <a:gd name="connsiteY5" fmla="*/ 3735417 h 5891064"/>
                <a:gd name="connsiteX6" fmla="*/ 531424 w 5382109"/>
                <a:gd name="connsiteY6" fmla="*/ 3870878 h 5891064"/>
                <a:gd name="connsiteX7" fmla="*/ 372902 w 5382109"/>
                <a:gd name="connsiteY7" fmla="*/ 4062264 h 5891064"/>
                <a:gd name="connsiteX8" fmla="*/ 564288 w 5382109"/>
                <a:gd name="connsiteY8" fmla="*/ 4317446 h 5891064"/>
                <a:gd name="connsiteX9" fmla="*/ 500493 w 5382109"/>
                <a:gd name="connsiteY9" fmla="*/ 4976664 h 5891064"/>
                <a:gd name="connsiteX10" fmla="*/ 1755135 w 5382109"/>
                <a:gd name="connsiteY10" fmla="*/ 5039631 h 5891064"/>
                <a:gd name="connsiteX11" fmla="*/ 1946521 w 5382109"/>
                <a:gd name="connsiteY11" fmla="*/ 5891064 h 5891064"/>
                <a:gd name="connsiteX12" fmla="*/ 4785414 w 5382109"/>
                <a:gd name="connsiteY12" fmla="*/ 5859167 h 5891064"/>
                <a:gd name="connsiteX13" fmla="*/ 4891740 w 5382109"/>
                <a:gd name="connsiteY13" fmla="*/ 3520004 h 5891064"/>
                <a:gd name="connsiteX14" fmla="*/ 3031042 w 5382109"/>
                <a:gd name="connsiteY14" fmla="*/ 627 h 5891064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8119 w 5389186"/>
                <a:gd name="connsiteY0" fmla="*/ 968 h 5891405"/>
                <a:gd name="connsiteX1" fmla="*/ 784175 w 5389186"/>
                <a:gd name="connsiteY1" fmla="*/ 1181117 h 5891405"/>
                <a:gd name="connsiteX2" fmla="*/ 530049 w 5389186"/>
                <a:gd name="connsiteY2" fmla="*/ 2303127 h 5891405"/>
                <a:gd name="connsiteX3" fmla="*/ 7840 w 5389186"/>
                <a:gd name="connsiteY3" fmla="*/ 3052512 h 5891405"/>
                <a:gd name="connsiteX4" fmla="*/ 518203 w 5389186"/>
                <a:gd name="connsiteY4" fmla="*/ 3328959 h 5891405"/>
                <a:gd name="connsiteX5" fmla="*/ 347115 w 5389186"/>
                <a:gd name="connsiteY5" fmla="*/ 3735758 h 5891405"/>
                <a:gd name="connsiteX6" fmla="*/ 538501 w 5389186"/>
                <a:gd name="connsiteY6" fmla="*/ 3871219 h 5891405"/>
                <a:gd name="connsiteX7" fmla="*/ 379979 w 5389186"/>
                <a:gd name="connsiteY7" fmla="*/ 4062605 h 5891405"/>
                <a:gd name="connsiteX8" fmla="*/ 571365 w 5389186"/>
                <a:gd name="connsiteY8" fmla="*/ 4317787 h 5891405"/>
                <a:gd name="connsiteX9" fmla="*/ 507570 w 5389186"/>
                <a:gd name="connsiteY9" fmla="*/ 4977005 h 5891405"/>
                <a:gd name="connsiteX10" fmla="*/ 1762212 w 5389186"/>
                <a:gd name="connsiteY10" fmla="*/ 5039972 h 5891405"/>
                <a:gd name="connsiteX11" fmla="*/ 1953598 w 5389186"/>
                <a:gd name="connsiteY11" fmla="*/ 5891405 h 5891405"/>
                <a:gd name="connsiteX12" fmla="*/ 4792491 w 5389186"/>
                <a:gd name="connsiteY12" fmla="*/ 5859508 h 5891405"/>
                <a:gd name="connsiteX13" fmla="*/ 4898817 w 5389186"/>
                <a:gd name="connsiteY13" fmla="*/ 3520345 h 5891405"/>
                <a:gd name="connsiteX14" fmla="*/ 3038119 w 5389186"/>
                <a:gd name="connsiteY14" fmla="*/ 968 h 5891405"/>
                <a:gd name="connsiteX0" fmla="*/ 3037057 w 5388124"/>
                <a:gd name="connsiteY0" fmla="*/ 968 h 5891405"/>
                <a:gd name="connsiteX1" fmla="*/ 783113 w 5388124"/>
                <a:gd name="connsiteY1" fmla="*/ 1181117 h 5891405"/>
                <a:gd name="connsiteX2" fmla="*/ 528987 w 5388124"/>
                <a:gd name="connsiteY2" fmla="*/ 2303127 h 5891405"/>
                <a:gd name="connsiteX3" fmla="*/ 6778 w 5388124"/>
                <a:gd name="connsiteY3" fmla="*/ 3052512 h 5891405"/>
                <a:gd name="connsiteX4" fmla="*/ 517141 w 5388124"/>
                <a:gd name="connsiteY4" fmla="*/ 3328959 h 5891405"/>
                <a:gd name="connsiteX5" fmla="*/ 346053 w 5388124"/>
                <a:gd name="connsiteY5" fmla="*/ 3735758 h 5891405"/>
                <a:gd name="connsiteX6" fmla="*/ 537439 w 5388124"/>
                <a:gd name="connsiteY6" fmla="*/ 3871219 h 5891405"/>
                <a:gd name="connsiteX7" fmla="*/ 378917 w 5388124"/>
                <a:gd name="connsiteY7" fmla="*/ 4062605 h 5891405"/>
                <a:gd name="connsiteX8" fmla="*/ 570303 w 5388124"/>
                <a:gd name="connsiteY8" fmla="*/ 4317787 h 5891405"/>
                <a:gd name="connsiteX9" fmla="*/ 506508 w 5388124"/>
                <a:gd name="connsiteY9" fmla="*/ 4977005 h 5891405"/>
                <a:gd name="connsiteX10" fmla="*/ 1761150 w 5388124"/>
                <a:gd name="connsiteY10" fmla="*/ 5039972 h 5891405"/>
                <a:gd name="connsiteX11" fmla="*/ 1952536 w 5388124"/>
                <a:gd name="connsiteY11" fmla="*/ 5891405 h 5891405"/>
                <a:gd name="connsiteX12" fmla="*/ 4791429 w 5388124"/>
                <a:gd name="connsiteY12" fmla="*/ 5859508 h 5891405"/>
                <a:gd name="connsiteX13" fmla="*/ 4897755 w 5388124"/>
                <a:gd name="connsiteY13" fmla="*/ 3520345 h 5891405"/>
                <a:gd name="connsiteX14" fmla="*/ 3037057 w 5388124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2980702 w 5331769"/>
                <a:gd name="connsiteY0" fmla="*/ 968 h 5891405"/>
                <a:gd name="connsiteX1" fmla="*/ 726758 w 5331769"/>
                <a:gd name="connsiteY1" fmla="*/ 1181117 h 5891405"/>
                <a:gd name="connsiteX2" fmla="*/ 472632 w 5331769"/>
                <a:gd name="connsiteY2" fmla="*/ 2303127 h 5891405"/>
                <a:gd name="connsiteX3" fmla="*/ 5014 w 5331769"/>
                <a:gd name="connsiteY3" fmla="*/ 3079808 h 5891405"/>
                <a:gd name="connsiteX4" fmla="*/ 460786 w 5331769"/>
                <a:gd name="connsiteY4" fmla="*/ 3328959 h 5891405"/>
                <a:gd name="connsiteX5" fmla="*/ 289698 w 5331769"/>
                <a:gd name="connsiteY5" fmla="*/ 3735758 h 5891405"/>
                <a:gd name="connsiteX6" fmla="*/ 481084 w 5331769"/>
                <a:gd name="connsiteY6" fmla="*/ 3871219 h 5891405"/>
                <a:gd name="connsiteX7" fmla="*/ 322562 w 5331769"/>
                <a:gd name="connsiteY7" fmla="*/ 4062605 h 5891405"/>
                <a:gd name="connsiteX8" fmla="*/ 513948 w 5331769"/>
                <a:gd name="connsiteY8" fmla="*/ 4317787 h 5891405"/>
                <a:gd name="connsiteX9" fmla="*/ 450153 w 5331769"/>
                <a:gd name="connsiteY9" fmla="*/ 4977005 h 5891405"/>
                <a:gd name="connsiteX10" fmla="*/ 1704795 w 5331769"/>
                <a:gd name="connsiteY10" fmla="*/ 5039972 h 5891405"/>
                <a:gd name="connsiteX11" fmla="*/ 1896181 w 5331769"/>
                <a:gd name="connsiteY11" fmla="*/ 5891405 h 5891405"/>
                <a:gd name="connsiteX12" fmla="*/ 4735074 w 5331769"/>
                <a:gd name="connsiteY12" fmla="*/ 5859508 h 5891405"/>
                <a:gd name="connsiteX13" fmla="*/ 4841400 w 5331769"/>
                <a:gd name="connsiteY13" fmla="*/ 3520345 h 5891405"/>
                <a:gd name="connsiteX14" fmla="*/ 2980702 w 5331769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734863 w 5331558"/>
                <a:gd name="connsiteY12" fmla="*/ 5859508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5" name="Oval 37">
              <a:extLst>
                <a:ext uri="{FF2B5EF4-FFF2-40B4-BE49-F238E27FC236}">
                  <a16:creationId xmlns:a16="http://schemas.microsoft.com/office/drawing/2014/main" id="{6B8F35BA-35A0-4085-868D-267F44979D5F}"/>
                </a:ext>
              </a:extLst>
            </p:cNvPr>
            <p:cNvSpPr/>
            <p:nvPr/>
          </p:nvSpPr>
          <p:spPr>
            <a:xfrm rot="18100542">
              <a:off x="5907878" y="-58593"/>
              <a:ext cx="1436045" cy="2141152"/>
            </a:xfrm>
            <a:custGeom>
              <a:avLst/>
              <a:gdLst/>
              <a:ahLst/>
              <a:cxn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96" name="Rectangle 19">
            <a:extLst>
              <a:ext uri="{FF2B5EF4-FFF2-40B4-BE49-F238E27FC236}">
                <a16:creationId xmlns:a16="http://schemas.microsoft.com/office/drawing/2014/main" id="{64C56BA9-40D1-441E-9228-95F89ADF4A3E}"/>
              </a:ext>
            </a:extLst>
          </p:cNvPr>
          <p:cNvSpPr/>
          <p:nvPr/>
        </p:nvSpPr>
        <p:spPr>
          <a:xfrm>
            <a:off x="3734269" y="2057538"/>
            <a:ext cx="305600" cy="335918"/>
          </a:xfrm>
          <a:custGeom>
            <a:avLst/>
            <a:gdLst/>
            <a:ahLst/>
            <a:cxn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" name="Freeform 114">
            <a:extLst>
              <a:ext uri="{FF2B5EF4-FFF2-40B4-BE49-F238E27FC236}">
                <a16:creationId xmlns:a16="http://schemas.microsoft.com/office/drawing/2014/main" id="{FE44782A-FFE6-4AD3-B69D-AF9170F6BC78}"/>
              </a:ext>
            </a:extLst>
          </p:cNvPr>
          <p:cNvSpPr>
            <a:spLocks noChangeAspect="1"/>
          </p:cNvSpPr>
          <p:nvPr/>
        </p:nvSpPr>
        <p:spPr>
          <a:xfrm>
            <a:off x="7672979" y="2045497"/>
            <a:ext cx="373296" cy="360000"/>
          </a:xfrm>
          <a:custGeom>
            <a:avLst/>
            <a:gdLst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955441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8154 w 3745816"/>
              <a:gd name="connsiteY64" fmla="*/ 1151989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189917 w 3745816"/>
              <a:gd name="connsiteY51" fmla="*/ 1317105 h 3316502"/>
              <a:gd name="connsiteX52" fmla="*/ 3155798 w 3745816"/>
              <a:gd name="connsiteY52" fmla="*/ 1596884 h 3316502"/>
              <a:gd name="connsiteX53" fmla="*/ 2848723 w 3745816"/>
              <a:gd name="connsiteY53" fmla="*/ 1842544 h 3316502"/>
              <a:gd name="connsiteX54" fmla="*/ 2650831 w 3745816"/>
              <a:gd name="connsiteY54" fmla="*/ 2518108 h 3316502"/>
              <a:gd name="connsiteX55" fmla="*/ 2193630 w 3745816"/>
              <a:gd name="connsiteY55" fmla="*/ 2531756 h 3316502"/>
              <a:gd name="connsiteX56" fmla="*/ 1941147 w 3745816"/>
              <a:gd name="connsiteY56" fmla="*/ 2211033 h 3316502"/>
              <a:gd name="connsiteX57" fmla="*/ 1872908 w 3745816"/>
              <a:gd name="connsiteY57" fmla="*/ 2313392 h 3316502"/>
              <a:gd name="connsiteX58" fmla="*/ 1804669 w 3745816"/>
              <a:gd name="connsiteY58" fmla="*/ 2211033 h 3316502"/>
              <a:gd name="connsiteX59" fmla="*/ 1552186 w 3745816"/>
              <a:gd name="connsiteY59" fmla="*/ 2531756 h 3316502"/>
              <a:gd name="connsiteX60" fmla="*/ 1094985 w 3745816"/>
              <a:gd name="connsiteY60" fmla="*/ 2518108 h 3316502"/>
              <a:gd name="connsiteX61" fmla="*/ 897093 w 3745816"/>
              <a:gd name="connsiteY61" fmla="*/ 1842544 h 3316502"/>
              <a:gd name="connsiteX62" fmla="*/ 590018 w 3745816"/>
              <a:gd name="connsiteY62" fmla="*/ 1596884 h 3316502"/>
              <a:gd name="connsiteX63" fmla="*/ 555899 w 3745816"/>
              <a:gd name="connsiteY63" fmla="*/ 1317105 h 3316502"/>
              <a:gd name="connsiteX64" fmla="*/ 380265 w 3745816"/>
              <a:gd name="connsiteY64" fmla="*/ 1173717 h 3316502"/>
              <a:gd name="connsiteX65" fmla="*/ 289767 w 3745816"/>
              <a:gd name="connsiteY65" fmla="*/ 1006142 h 3316502"/>
              <a:gd name="connsiteX66" fmla="*/ 125994 w 3745816"/>
              <a:gd name="connsiteY66" fmla="*/ 921320 h 3316502"/>
              <a:gd name="connsiteX67" fmla="*/ 665081 w 3745816"/>
              <a:gd name="connsiteY67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  <a:gd name="connsiteX0" fmla="*/ 2500704 w 3745816"/>
              <a:gd name="connsiteY0" fmla="*/ 2026790 h 3316502"/>
              <a:gd name="connsiteX1" fmla="*/ 2261868 w 3745816"/>
              <a:gd name="connsiteY1" fmla="*/ 2108676 h 3316502"/>
              <a:gd name="connsiteX2" fmla="*/ 2364227 w 3745816"/>
              <a:gd name="connsiteY2" fmla="*/ 2313393 h 3316502"/>
              <a:gd name="connsiteX3" fmla="*/ 2500704 w 3745816"/>
              <a:gd name="connsiteY3" fmla="*/ 2026790 h 3316502"/>
              <a:gd name="connsiteX4" fmla="*/ 1245112 w 3745816"/>
              <a:gd name="connsiteY4" fmla="*/ 2026790 h 3316502"/>
              <a:gd name="connsiteX5" fmla="*/ 1381589 w 3745816"/>
              <a:gd name="connsiteY5" fmla="*/ 2313393 h 3316502"/>
              <a:gd name="connsiteX6" fmla="*/ 1483948 w 3745816"/>
              <a:gd name="connsiteY6" fmla="*/ 2108676 h 3316502"/>
              <a:gd name="connsiteX7" fmla="*/ 1245112 w 3745816"/>
              <a:gd name="connsiteY7" fmla="*/ 2026790 h 3316502"/>
              <a:gd name="connsiteX8" fmla="*/ 3185000 w 3745816"/>
              <a:gd name="connsiteY8" fmla="*/ 1670667 h 3316502"/>
              <a:gd name="connsiteX9" fmla="*/ 3244509 w 3745816"/>
              <a:gd name="connsiteY9" fmla="*/ 1692418 h 3316502"/>
              <a:gd name="connsiteX10" fmla="*/ 3380986 w 3745816"/>
              <a:gd name="connsiteY10" fmla="*/ 1856191 h 3316502"/>
              <a:gd name="connsiteX11" fmla="*/ 3599350 w 3745816"/>
              <a:gd name="connsiteY11" fmla="*/ 1903959 h 3316502"/>
              <a:gd name="connsiteX12" fmla="*/ 3735827 w 3745816"/>
              <a:gd name="connsiteY12" fmla="*/ 2142795 h 3316502"/>
              <a:gd name="connsiteX13" fmla="*/ 3572054 w 3745816"/>
              <a:gd name="connsiteY13" fmla="*/ 2620466 h 3316502"/>
              <a:gd name="connsiteX14" fmla="*/ 3551583 w 3745816"/>
              <a:gd name="connsiteY14" fmla="*/ 3316502 h 3316502"/>
              <a:gd name="connsiteX15" fmla="*/ 3292276 w 3745816"/>
              <a:gd name="connsiteY15" fmla="*/ 3302855 h 3316502"/>
              <a:gd name="connsiteX16" fmla="*/ 3271804 w 3745816"/>
              <a:gd name="connsiteY16" fmla="*/ 2511284 h 3316502"/>
              <a:gd name="connsiteX17" fmla="*/ 3278628 w 3745816"/>
              <a:gd name="connsiteY17" fmla="*/ 2272449 h 3316502"/>
              <a:gd name="connsiteX18" fmla="*/ 3128502 w 3745816"/>
              <a:gd name="connsiteY18" fmla="*/ 2108675 h 3316502"/>
              <a:gd name="connsiteX19" fmla="*/ 2869195 w 3745816"/>
              <a:gd name="connsiteY19" fmla="*/ 2019965 h 3316502"/>
              <a:gd name="connsiteX20" fmla="*/ 3185000 w 3745816"/>
              <a:gd name="connsiteY20" fmla="*/ 1670667 h 3316502"/>
              <a:gd name="connsiteX21" fmla="*/ 560816 w 3745816"/>
              <a:gd name="connsiteY21" fmla="*/ 1670667 h 3316502"/>
              <a:gd name="connsiteX22" fmla="*/ 876621 w 3745816"/>
              <a:gd name="connsiteY22" fmla="*/ 2019965 h 3316502"/>
              <a:gd name="connsiteX23" fmla="*/ 617314 w 3745816"/>
              <a:gd name="connsiteY23" fmla="*/ 2108675 h 3316502"/>
              <a:gd name="connsiteX24" fmla="*/ 467188 w 3745816"/>
              <a:gd name="connsiteY24" fmla="*/ 2272449 h 3316502"/>
              <a:gd name="connsiteX25" fmla="*/ 474012 w 3745816"/>
              <a:gd name="connsiteY25" fmla="*/ 2511284 h 3316502"/>
              <a:gd name="connsiteX26" fmla="*/ 453540 w 3745816"/>
              <a:gd name="connsiteY26" fmla="*/ 3302855 h 3316502"/>
              <a:gd name="connsiteX27" fmla="*/ 194233 w 3745816"/>
              <a:gd name="connsiteY27" fmla="*/ 3316502 h 3316502"/>
              <a:gd name="connsiteX28" fmla="*/ 173762 w 3745816"/>
              <a:gd name="connsiteY28" fmla="*/ 2620466 h 3316502"/>
              <a:gd name="connsiteX29" fmla="*/ 9989 w 3745816"/>
              <a:gd name="connsiteY29" fmla="*/ 2142795 h 3316502"/>
              <a:gd name="connsiteX30" fmla="*/ 146466 w 3745816"/>
              <a:gd name="connsiteY30" fmla="*/ 1903959 h 3316502"/>
              <a:gd name="connsiteX31" fmla="*/ 364830 w 3745816"/>
              <a:gd name="connsiteY31" fmla="*/ 1856191 h 3316502"/>
              <a:gd name="connsiteX32" fmla="*/ 501307 w 3745816"/>
              <a:gd name="connsiteY32" fmla="*/ 1692418 h 3316502"/>
              <a:gd name="connsiteX33" fmla="*/ 560816 w 3745816"/>
              <a:gd name="connsiteY33" fmla="*/ 1670667 h 3316502"/>
              <a:gd name="connsiteX34" fmla="*/ 2609647 w 3745816"/>
              <a:gd name="connsiteY34" fmla="*/ 1003649 h 3316502"/>
              <a:gd name="connsiteX35" fmla="*/ 2234575 w 3745816"/>
              <a:gd name="connsiteY35" fmla="*/ 1385343 h 3316502"/>
              <a:gd name="connsiteX36" fmla="*/ 1968444 w 3745816"/>
              <a:gd name="connsiteY36" fmla="*/ 1951725 h 3316502"/>
              <a:gd name="connsiteX37" fmla="*/ 2248223 w 3745816"/>
              <a:gd name="connsiteY37" fmla="*/ 1897134 h 3316502"/>
              <a:gd name="connsiteX38" fmla="*/ 2644008 w 3745816"/>
              <a:gd name="connsiteY38" fmla="*/ 1010029 h 3316502"/>
              <a:gd name="connsiteX39" fmla="*/ 2609647 w 3745816"/>
              <a:gd name="connsiteY39" fmla="*/ 1003649 h 3316502"/>
              <a:gd name="connsiteX40" fmla="*/ 1136169 w 3745816"/>
              <a:gd name="connsiteY40" fmla="*/ 1003649 h 3316502"/>
              <a:gd name="connsiteX41" fmla="*/ 1101808 w 3745816"/>
              <a:gd name="connsiteY41" fmla="*/ 1010029 h 3316502"/>
              <a:gd name="connsiteX42" fmla="*/ 1497593 w 3745816"/>
              <a:gd name="connsiteY42" fmla="*/ 1897134 h 3316502"/>
              <a:gd name="connsiteX43" fmla="*/ 1777372 w 3745816"/>
              <a:gd name="connsiteY43" fmla="*/ 1951725 h 3316502"/>
              <a:gd name="connsiteX44" fmla="*/ 1511241 w 3745816"/>
              <a:gd name="connsiteY44" fmla="*/ 1385343 h 3316502"/>
              <a:gd name="connsiteX45" fmla="*/ 1136169 w 3745816"/>
              <a:gd name="connsiteY45" fmla="*/ 1003649 h 3316502"/>
              <a:gd name="connsiteX46" fmla="*/ 665081 w 3745816"/>
              <a:gd name="connsiteY46" fmla="*/ 96 h 3316502"/>
              <a:gd name="connsiteX47" fmla="*/ 1862679 w 3745816"/>
              <a:gd name="connsiteY47" fmla="*/ 634117 h 3316502"/>
              <a:gd name="connsiteX48" fmla="*/ 3080735 w 3745816"/>
              <a:gd name="connsiteY48" fmla="*/ 96 h 3316502"/>
              <a:gd name="connsiteX49" fmla="*/ 3619822 w 3745816"/>
              <a:gd name="connsiteY49" fmla="*/ 921320 h 3316502"/>
              <a:gd name="connsiteX50" fmla="*/ 3456049 w 3745816"/>
              <a:gd name="connsiteY50" fmla="*/ 955441 h 3316502"/>
              <a:gd name="connsiteX51" fmla="*/ 3370271 w 3745816"/>
              <a:gd name="connsiteY51" fmla="*/ 1159232 h 3316502"/>
              <a:gd name="connsiteX52" fmla="*/ 3189917 w 3745816"/>
              <a:gd name="connsiteY52" fmla="*/ 1317105 h 3316502"/>
              <a:gd name="connsiteX53" fmla="*/ 3155798 w 3745816"/>
              <a:gd name="connsiteY53" fmla="*/ 1596884 h 3316502"/>
              <a:gd name="connsiteX54" fmla="*/ 2848723 w 3745816"/>
              <a:gd name="connsiteY54" fmla="*/ 1842544 h 3316502"/>
              <a:gd name="connsiteX55" fmla="*/ 2650831 w 3745816"/>
              <a:gd name="connsiteY55" fmla="*/ 2518108 h 3316502"/>
              <a:gd name="connsiteX56" fmla="*/ 2193630 w 3745816"/>
              <a:gd name="connsiteY56" fmla="*/ 2531756 h 3316502"/>
              <a:gd name="connsiteX57" fmla="*/ 1941147 w 3745816"/>
              <a:gd name="connsiteY57" fmla="*/ 2211033 h 3316502"/>
              <a:gd name="connsiteX58" fmla="*/ 1872908 w 3745816"/>
              <a:gd name="connsiteY58" fmla="*/ 2313392 h 3316502"/>
              <a:gd name="connsiteX59" fmla="*/ 1804669 w 3745816"/>
              <a:gd name="connsiteY59" fmla="*/ 2211033 h 3316502"/>
              <a:gd name="connsiteX60" fmla="*/ 1552186 w 3745816"/>
              <a:gd name="connsiteY60" fmla="*/ 2531756 h 3316502"/>
              <a:gd name="connsiteX61" fmla="*/ 1094985 w 3745816"/>
              <a:gd name="connsiteY61" fmla="*/ 2518108 h 3316502"/>
              <a:gd name="connsiteX62" fmla="*/ 897093 w 3745816"/>
              <a:gd name="connsiteY62" fmla="*/ 1842544 h 3316502"/>
              <a:gd name="connsiteX63" fmla="*/ 590018 w 3745816"/>
              <a:gd name="connsiteY63" fmla="*/ 1596884 h 3316502"/>
              <a:gd name="connsiteX64" fmla="*/ 555899 w 3745816"/>
              <a:gd name="connsiteY64" fmla="*/ 1317105 h 3316502"/>
              <a:gd name="connsiteX65" fmla="*/ 380265 w 3745816"/>
              <a:gd name="connsiteY65" fmla="*/ 1173717 h 3316502"/>
              <a:gd name="connsiteX66" fmla="*/ 289767 w 3745816"/>
              <a:gd name="connsiteY66" fmla="*/ 1006142 h 3316502"/>
              <a:gd name="connsiteX67" fmla="*/ 125994 w 3745816"/>
              <a:gd name="connsiteY67" fmla="*/ 921320 h 3316502"/>
              <a:gd name="connsiteX68" fmla="*/ 665081 w 3745816"/>
              <a:gd name="connsiteY68" fmla="*/ 96 h 331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3745816" h="3316502">
                <a:moveTo>
                  <a:pt x="2500704" y="2026790"/>
                </a:moveTo>
                <a:cubicBezTo>
                  <a:pt x="2380149" y="2047261"/>
                  <a:pt x="2334656" y="2081381"/>
                  <a:pt x="2261868" y="2108676"/>
                </a:cubicBezTo>
                <a:cubicBezTo>
                  <a:pt x="2220926" y="2245154"/>
                  <a:pt x="2248220" y="2327040"/>
                  <a:pt x="2364227" y="2313393"/>
                </a:cubicBezTo>
                <a:cubicBezTo>
                  <a:pt x="2491606" y="2272450"/>
                  <a:pt x="2502979" y="2190563"/>
                  <a:pt x="2500704" y="2026790"/>
                </a:cubicBezTo>
                <a:close/>
                <a:moveTo>
                  <a:pt x="1245112" y="2026790"/>
                </a:moveTo>
                <a:cubicBezTo>
                  <a:pt x="1242837" y="2190563"/>
                  <a:pt x="1254210" y="2272450"/>
                  <a:pt x="1381589" y="2313393"/>
                </a:cubicBezTo>
                <a:cubicBezTo>
                  <a:pt x="1497596" y="2327040"/>
                  <a:pt x="1524890" y="2245154"/>
                  <a:pt x="1483948" y="2108676"/>
                </a:cubicBezTo>
                <a:cubicBezTo>
                  <a:pt x="1411160" y="2081381"/>
                  <a:pt x="1365667" y="2047261"/>
                  <a:pt x="1245112" y="2026790"/>
                </a:cubicBezTo>
                <a:close/>
                <a:moveTo>
                  <a:pt x="3185000" y="1670667"/>
                </a:moveTo>
                <a:cubicBezTo>
                  <a:pt x="3206444" y="1672444"/>
                  <a:pt x="3226596" y="1679339"/>
                  <a:pt x="3244509" y="1692418"/>
                </a:cubicBezTo>
                <a:cubicBezTo>
                  <a:pt x="3340044" y="1731086"/>
                  <a:pt x="3210389" y="1885761"/>
                  <a:pt x="3380986" y="1856191"/>
                </a:cubicBezTo>
                <a:cubicBezTo>
                  <a:pt x="3424203" y="1826621"/>
                  <a:pt x="3528837" y="1837994"/>
                  <a:pt x="3599350" y="1903959"/>
                </a:cubicBezTo>
                <a:cubicBezTo>
                  <a:pt x="3647117" y="1983571"/>
                  <a:pt x="3783594" y="2056359"/>
                  <a:pt x="3735827" y="2142795"/>
                </a:cubicBezTo>
                <a:cubicBezTo>
                  <a:pt x="3653941" y="2374806"/>
                  <a:pt x="3606173" y="2422574"/>
                  <a:pt x="3572054" y="2620466"/>
                </a:cubicBezTo>
                <a:cubicBezTo>
                  <a:pt x="3574328" y="2882048"/>
                  <a:pt x="3542485" y="3061744"/>
                  <a:pt x="3551583" y="3316502"/>
                </a:cubicBezTo>
                <a:lnTo>
                  <a:pt x="3292276" y="3302855"/>
                </a:lnTo>
                <a:cubicBezTo>
                  <a:pt x="3310472" y="3025350"/>
                  <a:pt x="3315022" y="2788789"/>
                  <a:pt x="3271804" y="2511284"/>
                </a:cubicBezTo>
                <a:cubicBezTo>
                  <a:pt x="3217213" y="2465791"/>
                  <a:pt x="3189917" y="2399828"/>
                  <a:pt x="3278628" y="2272449"/>
                </a:cubicBezTo>
                <a:cubicBezTo>
                  <a:pt x="3244509" y="2190562"/>
                  <a:pt x="3271804" y="2142795"/>
                  <a:pt x="3128502" y="2108675"/>
                </a:cubicBezTo>
                <a:cubicBezTo>
                  <a:pt x="3042066" y="2051809"/>
                  <a:pt x="2921512" y="2165541"/>
                  <a:pt x="2869195" y="2019965"/>
                </a:cubicBezTo>
                <a:cubicBezTo>
                  <a:pt x="2821427" y="1896567"/>
                  <a:pt x="3034887" y="1658228"/>
                  <a:pt x="3185000" y="1670667"/>
                </a:cubicBezTo>
                <a:close/>
                <a:moveTo>
                  <a:pt x="560816" y="1670667"/>
                </a:moveTo>
                <a:cubicBezTo>
                  <a:pt x="710929" y="1658228"/>
                  <a:pt x="924389" y="1896567"/>
                  <a:pt x="876621" y="2019965"/>
                </a:cubicBezTo>
                <a:cubicBezTo>
                  <a:pt x="824304" y="2165541"/>
                  <a:pt x="703750" y="2051809"/>
                  <a:pt x="617314" y="2108675"/>
                </a:cubicBezTo>
                <a:cubicBezTo>
                  <a:pt x="474012" y="2142795"/>
                  <a:pt x="501307" y="2190562"/>
                  <a:pt x="467188" y="2272449"/>
                </a:cubicBezTo>
                <a:cubicBezTo>
                  <a:pt x="555899" y="2399828"/>
                  <a:pt x="528603" y="2465791"/>
                  <a:pt x="474012" y="2511284"/>
                </a:cubicBezTo>
                <a:cubicBezTo>
                  <a:pt x="430794" y="2788789"/>
                  <a:pt x="435344" y="3025350"/>
                  <a:pt x="453540" y="3302855"/>
                </a:cubicBezTo>
                <a:lnTo>
                  <a:pt x="194233" y="3316502"/>
                </a:lnTo>
                <a:cubicBezTo>
                  <a:pt x="203331" y="3061744"/>
                  <a:pt x="171488" y="2882048"/>
                  <a:pt x="173762" y="2620466"/>
                </a:cubicBezTo>
                <a:cubicBezTo>
                  <a:pt x="139643" y="2422574"/>
                  <a:pt x="91875" y="2374806"/>
                  <a:pt x="9989" y="2142795"/>
                </a:cubicBezTo>
                <a:cubicBezTo>
                  <a:pt x="-37778" y="2056359"/>
                  <a:pt x="98699" y="1983571"/>
                  <a:pt x="146466" y="1903959"/>
                </a:cubicBezTo>
                <a:cubicBezTo>
                  <a:pt x="216979" y="1837994"/>
                  <a:pt x="321613" y="1826621"/>
                  <a:pt x="364830" y="1856191"/>
                </a:cubicBezTo>
                <a:cubicBezTo>
                  <a:pt x="535427" y="1885761"/>
                  <a:pt x="405772" y="1731086"/>
                  <a:pt x="501307" y="1692418"/>
                </a:cubicBezTo>
                <a:cubicBezTo>
                  <a:pt x="519220" y="1679339"/>
                  <a:pt x="539372" y="1672444"/>
                  <a:pt x="560816" y="1670667"/>
                </a:cubicBezTo>
                <a:close/>
                <a:moveTo>
                  <a:pt x="2609647" y="1003649"/>
                </a:moveTo>
                <a:cubicBezTo>
                  <a:pt x="2444889" y="994437"/>
                  <a:pt x="2381715" y="1312839"/>
                  <a:pt x="2234575" y="1385343"/>
                </a:cubicBezTo>
                <a:cubicBezTo>
                  <a:pt x="2013936" y="1460406"/>
                  <a:pt x="1963895" y="1651474"/>
                  <a:pt x="1968444" y="1951725"/>
                </a:cubicBezTo>
                <a:cubicBezTo>
                  <a:pt x="1979817" y="2035887"/>
                  <a:pt x="2134492" y="1956274"/>
                  <a:pt x="2248223" y="1897134"/>
                </a:cubicBezTo>
                <a:cubicBezTo>
                  <a:pt x="2393799" y="1812972"/>
                  <a:pt x="2839626" y="1121486"/>
                  <a:pt x="2644008" y="1010029"/>
                </a:cubicBezTo>
                <a:cubicBezTo>
                  <a:pt x="2632066" y="1006333"/>
                  <a:pt x="2620631" y="1004263"/>
                  <a:pt x="2609647" y="1003649"/>
                </a:cubicBezTo>
                <a:close/>
                <a:moveTo>
                  <a:pt x="1136169" y="1003649"/>
                </a:moveTo>
                <a:cubicBezTo>
                  <a:pt x="1125185" y="1004263"/>
                  <a:pt x="1113750" y="1006333"/>
                  <a:pt x="1101808" y="1010029"/>
                </a:cubicBezTo>
                <a:cubicBezTo>
                  <a:pt x="906190" y="1121486"/>
                  <a:pt x="1352017" y="1812972"/>
                  <a:pt x="1497593" y="1897134"/>
                </a:cubicBezTo>
                <a:cubicBezTo>
                  <a:pt x="1611324" y="1956274"/>
                  <a:pt x="1765999" y="2035887"/>
                  <a:pt x="1777372" y="1951725"/>
                </a:cubicBezTo>
                <a:cubicBezTo>
                  <a:pt x="1781921" y="1651474"/>
                  <a:pt x="1731880" y="1460406"/>
                  <a:pt x="1511241" y="1385343"/>
                </a:cubicBezTo>
                <a:cubicBezTo>
                  <a:pt x="1364101" y="1312839"/>
                  <a:pt x="1300927" y="994437"/>
                  <a:pt x="1136169" y="1003649"/>
                </a:cubicBezTo>
                <a:close/>
                <a:moveTo>
                  <a:pt x="665081" y="96"/>
                </a:moveTo>
                <a:cubicBezTo>
                  <a:pt x="1486802" y="-2174"/>
                  <a:pt x="1309537" y="573200"/>
                  <a:pt x="1862679" y="634117"/>
                </a:cubicBezTo>
                <a:cubicBezTo>
                  <a:pt x="2415888" y="573192"/>
                  <a:pt x="2259021" y="-2174"/>
                  <a:pt x="3080735" y="96"/>
                </a:cubicBezTo>
                <a:cubicBezTo>
                  <a:pt x="3608448" y="-9003"/>
                  <a:pt x="3767673" y="636991"/>
                  <a:pt x="3619822" y="921320"/>
                </a:cubicBezTo>
                <a:cubicBezTo>
                  <a:pt x="3590251" y="1010030"/>
                  <a:pt x="3519739" y="941793"/>
                  <a:pt x="3456049" y="955441"/>
                </a:cubicBezTo>
                <a:cubicBezTo>
                  <a:pt x="3416937" y="1011300"/>
                  <a:pt x="3385716" y="1096130"/>
                  <a:pt x="3370271" y="1159232"/>
                </a:cubicBezTo>
                <a:lnTo>
                  <a:pt x="3189917" y="1317105"/>
                </a:lnTo>
                <a:cubicBezTo>
                  <a:pt x="3271804" y="1426286"/>
                  <a:pt x="3258156" y="1555942"/>
                  <a:pt x="3155798" y="1596884"/>
                </a:cubicBezTo>
                <a:cubicBezTo>
                  <a:pt x="2973828" y="1651475"/>
                  <a:pt x="2866920" y="1726538"/>
                  <a:pt x="2848723" y="1842544"/>
                </a:cubicBezTo>
                <a:cubicBezTo>
                  <a:pt x="2830525" y="2001768"/>
                  <a:pt x="2832803" y="2481714"/>
                  <a:pt x="2650831" y="2518108"/>
                </a:cubicBezTo>
                <a:cubicBezTo>
                  <a:pt x="2498431" y="2522657"/>
                  <a:pt x="2373325" y="2513559"/>
                  <a:pt x="2193630" y="2531756"/>
                </a:cubicBezTo>
                <a:cubicBezTo>
                  <a:pt x="2088997" y="2522657"/>
                  <a:pt x="1998012" y="2349785"/>
                  <a:pt x="1941147" y="2211033"/>
                </a:cubicBezTo>
                <a:lnTo>
                  <a:pt x="1872908" y="2313392"/>
                </a:lnTo>
                <a:lnTo>
                  <a:pt x="1804669" y="2211033"/>
                </a:lnTo>
                <a:cubicBezTo>
                  <a:pt x="1747804" y="2349785"/>
                  <a:pt x="1656819" y="2522657"/>
                  <a:pt x="1552186" y="2531756"/>
                </a:cubicBezTo>
                <a:cubicBezTo>
                  <a:pt x="1372491" y="2513559"/>
                  <a:pt x="1247385" y="2522657"/>
                  <a:pt x="1094985" y="2518108"/>
                </a:cubicBezTo>
                <a:cubicBezTo>
                  <a:pt x="913013" y="2481714"/>
                  <a:pt x="915291" y="2001768"/>
                  <a:pt x="897093" y="1842544"/>
                </a:cubicBezTo>
                <a:cubicBezTo>
                  <a:pt x="878896" y="1726538"/>
                  <a:pt x="771988" y="1651475"/>
                  <a:pt x="590018" y="1596884"/>
                </a:cubicBezTo>
                <a:cubicBezTo>
                  <a:pt x="487660" y="1555942"/>
                  <a:pt x="474012" y="1426286"/>
                  <a:pt x="555899" y="1317105"/>
                </a:cubicBezTo>
                <a:cubicBezTo>
                  <a:pt x="497354" y="1247580"/>
                  <a:pt x="494034" y="1228756"/>
                  <a:pt x="380265" y="1173717"/>
                </a:cubicBezTo>
                <a:cubicBezTo>
                  <a:pt x="350099" y="1122687"/>
                  <a:pt x="319933" y="1057172"/>
                  <a:pt x="289767" y="1006142"/>
                </a:cubicBezTo>
                <a:cubicBezTo>
                  <a:pt x="226077" y="992494"/>
                  <a:pt x="155565" y="1010030"/>
                  <a:pt x="125994" y="921320"/>
                </a:cubicBezTo>
                <a:cubicBezTo>
                  <a:pt x="-21857" y="636991"/>
                  <a:pt x="137368" y="-9003"/>
                  <a:pt x="665081" y="9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8" name="Rounded Rectangle 31">
            <a:extLst>
              <a:ext uri="{FF2B5EF4-FFF2-40B4-BE49-F238E27FC236}">
                <a16:creationId xmlns:a16="http://schemas.microsoft.com/office/drawing/2014/main" id="{134654AC-5431-498C-BEB7-AC49B9D6AAE8}"/>
              </a:ext>
            </a:extLst>
          </p:cNvPr>
          <p:cNvSpPr>
            <a:spLocks noChangeAspect="1"/>
          </p:cNvSpPr>
          <p:nvPr/>
        </p:nvSpPr>
        <p:spPr>
          <a:xfrm>
            <a:off x="3760469" y="2821406"/>
            <a:ext cx="253200" cy="360000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9" name="Oval 47">
            <a:extLst>
              <a:ext uri="{FF2B5EF4-FFF2-40B4-BE49-F238E27FC236}">
                <a16:creationId xmlns:a16="http://schemas.microsoft.com/office/drawing/2014/main" id="{290A8367-B4B6-47E4-89DC-747B97D5AB97}"/>
              </a:ext>
            </a:extLst>
          </p:cNvPr>
          <p:cNvSpPr>
            <a:spLocks noChangeAspect="1"/>
          </p:cNvSpPr>
          <p:nvPr/>
        </p:nvSpPr>
        <p:spPr>
          <a:xfrm>
            <a:off x="8209997" y="2045497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Oval 50">
            <a:extLst>
              <a:ext uri="{FF2B5EF4-FFF2-40B4-BE49-F238E27FC236}">
                <a16:creationId xmlns:a16="http://schemas.microsoft.com/office/drawing/2014/main" id="{23A1B384-E5B4-4AE2-AC95-535D00C7E884}"/>
              </a:ext>
            </a:extLst>
          </p:cNvPr>
          <p:cNvSpPr>
            <a:spLocks noChangeAspect="1"/>
          </p:cNvSpPr>
          <p:nvPr/>
        </p:nvSpPr>
        <p:spPr>
          <a:xfrm>
            <a:off x="4303211" y="2821406"/>
            <a:ext cx="318743" cy="360000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Heart 17">
            <a:extLst>
              <a:ext uri="{FF2B5EF4-FFF2-40B4-BE49-F238E27FC236}">
                <a16:creationId xmlns:a16="http://schemas.microsoft.com/office/drawing/2014/main" id="{F9EDDD62-5A4F-4FE0-A112-2B7D7A7D94F7}"/>
              </a:ext>
            </a:extLst>
          </p:cNvPr>
          <p:cNvSpPr/>
          <p:nvPr/>
        </p:nvSpPr>
        <p:spPr>
          <a:xfrm>
            <a:off x="6027872" y="2833290"/>
            <a:ext cx="340626" cy="333972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" name="Rounded Rectangle 25">
            <a:extLst>
              <a:ext uri="{FF2B5EF4-FFF2-40B4-BE49-F238E27FC236}">
                <a16:creationId xmlns:a16="http://schemas.microsoft.com/office/drawing/2014/main" id="{7E2A2F55-82B6-4BC1-9C13-4F6F36F9FD6C}"/>
              </a:ext>
            </a:extLst>
          </p:cNvPr>
          <p:cNvSpPr/>
          <p:nvPr/>
        </p:nvSpPr>
        <p:spPr>
          <a:xfrm>
            <a:off x="5440459" y="2858907"/>
            <a:ext cx="338160" cy="284999"/>
          </a:xfrm>
          <a:custGeom>
            <a:avLst/>
            <a:gdLst/>
            <a:ahLst/>
            <a:cxnLst/>
            <a:rect l="l" t="t" r="r" b="b"/>
            <a:pathLst>
              <a:path w="3240000" h="2730652">
                <a:moveTo>
                  <a:pt x="1452811" y="1541940"/>
                </a:moveTo>
                <a:lnTo>
                  <a:pt x="1452811" y="1831951"/>
                </a:lnTo>
                <a:lnTo>
                  <a:pt x="1162800" y="1831951"/>
                </a:lnTo>
                <a:lnTo>
                  <a:pt x="1162800" y="2166329"/>
                </a:lnTo>
                <a:lnTo>
                  <a:pt x="1452811" y="2166329"/>
                </a:lnTo>
                <a:lnTo>
                  <a:pt x="1452811" y="2456340"/>
                </a:lnTo>
                <a:lnTo>
                  <a:pt x="1787189" y="2456340"/>
                </a:lnTo>
                <a:lnTo>
                  <a:pt x="1787189" y="2166329"/>
                </a:lnTo>
                <a:lnTo>
                  <a:pt x="2077200" y="2166329"/>
                </a:lnTo>
                <a:lnTo>
                  <a:pt x="2077200" y="1831951"/>
                </a:lnTo>
                <a:lnTo>
                  <a:pt x="1787189" y="1831951"/>
                </a:lnTo>
                <a:lnTo>
                  <a:pt x="1787189" y="1541940"/>
                </a:lnTo>
                <a:close/>
                <a:moveTo>
                  <a:pt x="0" y="1278453"/>
                </a:moveTo>
                <a:lnTo>
                  <a:pt x="3240000" y="1278453"/>
                </a:lnTo>
                <a:lnTo>
                  <a:pt x="3240000" y="2376509"/>
                </a:lnTo>
                <a:cubicBezTo>
                  <a:pt x="3240000" y="2572097"/>
                  <a:pt x="3081445" y="2730652"/>
                  <a:pt x="2885857" y="2730652"/>
                </a:cubicBezTo>
                <a:lnTo>
                  <a:pt x="354143" y="2730652"/>
                </a:lnTo>
                <a:cubicBezTo>
                  <a:pt x="158555" y="2730652"/>
                  <a:pt x="0" y="2572097"/>
                  <a:pt x="0" y="2376509"/>
                </a:cubicBezTo>
                <a:close/>
                <a:moveTo>
                  <a:pt x="1001150" y="200505"/>
                </a:moveTo>
                <a:cubicBezTo>
                  <a:pt x="933045" y="200505"/>
                  <a:pt x="877834" y="255715"/>
                  <a:pt x="877834" y="323821"/>
                </a:cubicBezTo>
                <a:lnTo>
                  <a:pt x="877834" y="605836"/>
                </a:lnTo>
                <a:lnTo>
                  <a:pt x="2362163" y="605836"/>
                </a:lnTo>
                <a:lnTo>
                  <a:pt x="2362163" y="323821"/>
                </a:lnTo>
                <a:cubicBezTo>
                  <a:pt x="2362163" y="255715"/>
                  <a:pt x="2306952" y="200505"/>
                  <a:pt x="2238846" y="200505"/>
                </a:cubicBezTo>
                <a:close/>
                <a:moveTo>
                  <a:pt x="843301" y="0"/>
                </a:moveTo>
                <a:lnTo>
                  <a:pt x="2396696" y="0"/>
                </a:lnTo>
                <a:cubicBezTo>
                  <a:pt x="2488075" y="0"/>
                  <a:pt x="2562152" y="74077"/>
                  <a:pt x="2562152" y="165456"/>
                </a:cubicBezTo>
                <a:lnTo>
                  <a:pt x="2562152" y="605836"/>
                </a:lnTo>
                <a:lnTo>
                  <a:pt x="2885857" y="605836"/>
                </a:lnTo>
                <a:cubicBezTo>
                  <a:pt x="3081445" y="605836"/>
                  <a:pt x="3240000" y="764391"/>
                  <a:pt x="3240000" y="959979"/>
                </a:cubicBezTo>
                <a:lnTo>
                  <a:pt x="3240000" y="1134437"/>
                </a:lnTo>
                <a:lnTo>
                  <a:pt x="0" y="1134437"/>
                </a:lnTo>
                <a:lnTo>
                  <a:pt x="0" y="959979"/>
                </a:lnTo>
                <a:cubicBezTo>
                  <a:pt x="0" y="764391"/>
                  <a:pt x="158555" y="605836"/>
                  <a:pt x="354143" y="605836"/>
                </a:cubicBezTo>
                <a:lnTo>
                  <a:pt x="677845" y="605836"/>
                </a:lnTo>
                <a:lnTo>
                  <a:pt x="677845" y="165456"/>
                </a:lnTo>
                <a:cubicBezTo>
                  <a:pt x="677845" y="74077"/>
                  <a:pt x="751923" y="0"/>
                  <a:pt x="8433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" name="Chord 32">
            <a:extLst>
              <a:ext uri="{FF2B5EF4-FFF2-40B4-BE49-F238E27FC236}">
                <a16:creationId xmlns:a16="http://schemas.microsoft.com/office/drawing/2014/main" id="{85AFF65B-A37F-46E0-8AEA-44E3433D9FF0}"/>
              </a:ext>
            </a:extLst>
          </p:cNvPr>
          <p:cNvSpPr/>
          <p:nvPr/>
        </p:nvSpPr>
        <p:spPr>
          <a:xfrm>
            <a:off x="4862902" y="2833809"/>
            <a:ext cx="338160" cy="335194"/>
          </a:xfrm>
          <a:custGeom>
            <a:avLst/>
            <a:gdLst/>
            <a:ahLst/>
            <a:cxnLst/>
            <a:rect l="l" t="t" r="r" b="b"/>
            <a:pathLst>
              <a:path w="3240000" h="3211580">
                <a:moveTo>
                  <a:pt x="991906" y="2959580"/>
                </a:moveTo>
                <a:lnTo>
                  <a:pt x="2193254" y="2959580"/>
                </a:lnTo>
                <a:cubicBezTo>
                  <a:pt x="2215674" y="2959580"/>
                  <a:pt x="2233849" y="2977755"/>
                  <a:pt x="2233849" y="3000175"/>
                </a:cubicBezTo>
                <a:lnTo>
                  <a:pt x="2233849" y="3170985"/>
                </a:lnTo>
                <a:cubicBezTo>
                  <a:pt x="2233849" y="3193405"/>
                  <a:pt x="2215674" y="3211580"/>
                  <a:pt x="2193254" y="3211580"/>
                </a:cubicBezTo>
                <a:lnTo>
                  <a:pt x="991906" y="3211580"/>
                </a:lnTo>
                <a:cubicBezTo>
                  <a:pt x="969486" y="3211580"/>
                  <a:pt x="951311" y="3193405"/>
                  <a:pt x="951311" y="3170985"/>
                </a:cubicBezTo>
                <a:lnTo>
                  <a:pt x="951311" y="3000175"/>
                </a:lnTo>
                <a:cubicBezTo>
                  <a:pt x="951311" y="2977755"/>
                  <a:pt x="969486" y="2959580"/>
                  <a:pt x="991906" y="2959580"/>
                </a:cubicBezTo>
                <a:close/>
                <a:moveTo>
                  <a:pt x="1439043" y="1763796"/>
                </a:moveTo>
                <a:lnTo>
                  <a:pt x="1439043" y="2067459"/>
                </a:lnTo>
                <a:lnTo>
                  <a:pt x="1135380" y="2067459"/>
                </a:lnTo>
                <a:lnTo>
                  <a:pt x="1135380" y="2374533"/>
                </a:lnTo>
                <a:lnTo>
                  <a:pt x="1439043" y="2374533"/>
                </a:lnTo>
                <a:lnTo>
                  <a:pt x="1439043" y="2678196"/>
                </a:lnTo>
                <a:lnTo>
                  <a:pt x="1746117" y="2678196"/>
                </a:lnTo>
                <a:lnTo>
                  <a:pt x="1746117" y="2374533"/>
                </a:lnTo>
                <a:lnTo>
                  <a:pt x="2049780" y="2374533"/>
                </a:lnTo>
                <a:lnTo>
                  <a:pt x="2049780" y="2067459"/>
                </a:lnTo>
                <a:lnTo>
                  <a:pt x="1746117" y="2067459"/>
                </a:lnTo>
                <a:lnTo>
                  <a:pt x="1746117" y="1763796"/>
                </a:lnTo>
                <a:close/>
                <a:moveTo>
                  <a:pt x="128358" y="1541040"/>
                </a:moveTo>
                <a:lnTo>
                  <a:pt x="3056915" y="1550917"/>
                </a:lnTo>
                <a:cubicBezTo>
                  <a:pt x="3061111" y="2078028"/>
                  <a:pt x="2781683" y="2566719"/>
                  <a:pt x="2325284" y="2830467"/>
                </a:cubicBezTo>
                <a:lnTo>
                  <a:pt x="2182018" y="2900953"/>
                </a:lnTo>
                <a:lnTo>
                  <a:pt x="1002135" y="2900953"/>
                </a:lnTo>
                <a:cubicBezTo>
                  <a:pt x="950374" y="2879821"/>
                  <a:pt x="900231" y="2854191"/>
                  <a:pt x="851341" y="2825496"/>
                </a:cubicBezTo>
                <a:cubicBezTo>
                  <a:pt x="396732" y="2558675"/>
                  <a:pt x="120607" y="2068110"/>
                  <a:pt x="128358" y="1541040"/>
                </a:cubicBezTo>
                <a:close/>
                <a:moveTo>
                  <a:pt x="61067" y="1230414"/>
                </a:moveTo>
                <a:lnTo>
                  <a:pt x="3178933" y="1230414"/>
                </a:lnTo>
                <a:cubicBezTo>
                  <a:pt x="3212659" y="1230414"/>
                  <a:pt x="3240000" y="1257755"/>
                  <a:pt x="3240000" y="1291481"/>
                </a:cubicBezTo>
                <a:lnTo>
                  <a:pt x="3240000" y="1421347"/>
                </a:lnTo>
                <a:cubicBezTo>
                  <a:pt x="3240000" y="1455073"/>
                  <a:pt x="3212659" y="1482414"/>
                  <a:pt x="3178933" y="1482414"/>
                </a:cubicBezTo>
                <a:lnTo>
                  <a:pt x="61067" y="1482414"/>
                </a:lnTo>
                <a:cubicBezTo>
                  <a:pt x="27341" y="1482414"/>
                  <a:pt x="0" y="1455073"/>
                  <a:pt x="0" y="1421347"/>
                </a:cubicBezTo>
                <a:lnTo>
                  <a:pt x="0" y="1291481"/>
                </a:lnTo>
                <a:cubicBezTo>
                  <a:pt x="0" y="1257755"/>
                  <a:pt x="27341" y="1230414"/>
                  <a:pt x="61067" y="1230414"/>
                </a:cubicBezTo>
                <a:close/>
                <a:moveTo>
                  <a:pt x="2481726" y="315922"/>
                </a:moveTo>
                <a:lnTo>
                  <a:pt x="2862412" y="696608"/>
                </a:lnTo>
                <a:lnTo>
                  <a:pt x="2420437" y="1138584"/>
                </a:lnTo>
                <a:lnTo>
                  <a:pt x="1659064" y="1138584"/>
                </a:lnTo>
                <a:close/>
                <a:moveTo>
                  <a:pt x="2730827" y="0"/>
                </a:moveTo>
                <a:cubicBezTo>
                  <a:pt x="2765703" y="0"/>
                  <a:pt x="2800581" y="13305"/>
                  <a:pt x="2827191" y="39915"/>
                </a:cubicBezTo>
                <a:lnTo>
                  <a:pt x="3143636" y="356360"/>
                </a:lnTo>
                <a:cubicBezTo>
                  <a:pt x="3196857" y="409581"/>
                  <a:pt x="3196857" y="495868"/>
                  <a:pt x="3143636" y="549088"/>
                </a:cubicBezTo>
                <a:lnTo>
                  <a:pt x="3082882" y="609843"/>
                </a:lnTo>
                <a:cubicBezTo>
                  <a:pt x="3029661" y="663063"/>
                  <a:pt x="2943375" y="663064"/>
                  <a:pt x="2890155" y="609843"/>
                </a:cubicBezTo>
                <a:lnTo>
                  <a:pt x="2573708" y="293397"/>
                </a:lnTo>
                <a:cubicBezTo>
                  <a:pt x="2520488" y="240176"/>
                  <a:pt x="2520488" y="153889"/>
                  <a:pt x="2573708" y="100669"/>
                </a:cubicBezTo>
                <a:lnTo>
                  <a:pt x="2634463" y="39914"/>
                </a:lnTo>
                <a:cubicBezTo>
                  <a:pt x="2661073" y="13305"/>
                  <a:pt x="2695950" y="0"/>
                  <a:pt x="273082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Rounded Rectangle 40">
            <a:extLst>
              <a:ext uri="{FF2B5EF4-FFF2-40B4-BE49-F238E27FC236}">
                <a16:creationId xmlns:a16="http://schemas.microsoft.com/office/drawing/2014/main" id="{A84EF30B-D316-4BD5-8255-80104C8E3008}"/>
              </a:ext>
            </a:extLst>
          </p:cNvPr>
          <p:cNvSpPr/>
          <p:nvPr/>
        </p:nvSpPr>
        <p:spPr>
          <a:xfrm rot="2942052">
            <a:off x="6566376" y="2834205"/>
            <a:ext cx="314333" cy="334403"/>
          </a:xfrm>
          <a:custGeom>
            <a:avLst/>
            <a:gdLst/>
            <a:ahLst/>
            <a:cxnLst/>
            <a:rect l="l" t="t" r="r" b="b"/>
            <a:pathLst>
              <a:path w="3011706" h="3204001">
                <a:moveTo>
                  <a:pt x="2432249" y="1011942"/>
                </a:moveTo>
                <a:cubicBezTo>
                  <a:pt x="2423608" y="1019482"/>
                  <a:pt x="2416303" y="1028841"/>
                  <a:pt x="2410966" y="1039800"/>
                </a:cubicBezTo>
                <a:lnTo>
                  <a:pt x="1969837" y="1945620"/>
                </a:lnTo>
                <a:cubicBezTo>
                  <a:pt x="1948488" y="1989457"/>
                  <a:pt x="1966719" y="2042300"/>
                  <a:pt x="2010556" y="2063648"/>
                </a:cubicBezTo>
                <a:cubicBezTo>
                  <a:pt x="2054392" y="2084996"/>
                  <a:pt x="2107235" y="2066766"/>
                  <a:pt x="2128583" y="2022929"/>
                </a:cubicBezTo>
                <a:lnTo>
                  <a:pt x="2569712" y="1117109"/>
                </a:lnTo>
                <a:cubicBezTo>
                  <a:pt x="2591061" y="1073271"/>
                  <a:pt x="2572830" y="1020430"/>
                  <a:pt x="2528993" y="999081"/>
                </a:cubicBezTo>
                <a:cubicBezTo>
                  <a:pt x="2496115" y="983070"/>
                  <a:pt x="2458172" y="989322"/>
                  <a:pt x="2432249" y="1011942"/>
                </a:cubicBezTo>
                <a:close/>
                <a:moveTo>
                  <a:pt x="1709549" y="1044955"/>
                </a:moveTo>
                <a:cubicBezTo>
                  <a:pt x="1978186" y="735551"/>
                  <a:pt x="2446780" y="702502"/>
                  <a:pt x="2756184" y="971139"/>
                </a:cubicBezTo>
                <a:cubicBezTo>
                  <a:pt x="3065588" y="1239776"/>
                  <a:pt x="3098636" y="1708370"/>
                  <a:pt x="2830000" y="2017774"/>
                </a:cubicBezTo>
                <a:cubicBezTo>
                  <a:pt x="2561363" y="2327178"/>
                  <a:pt x="2092769" y="2360227"/>
                  <a:pt x="1783365" y="2091590"/>
                </a:cubicBezTo>
                <a:cubicBezTo>
                  <a:pt x="1473960" y="1822953"/>
                  <a:pt x="1440912" y="1354359"/>
                  <a:pt x="1709549" y="1044955"/>
                </a:cubicBezTo>
                <a:close/>
                <a:moveTo>
                  <a:pt x="208197" y="1872243"/>
                </a:moveTo>
                <a:cubicBezTo>
                  <a:pt x="195168" y="1885273"/>
                  <a:pt x="187109" y="1903273"/>
                  <a:pt x="187109" y="1923155"/>
                </a:cubicBezTo>
                <a:lnTo>
                  <a:pt x="187109" y="2715155"/>
                </a:lnTo>
                <a:cubicBezTo>
                  <a:pt x="187109" y="2754920"/>
                  <a:pt x="219344" y="2787155"/>
                  <a:pt x="259109" y="2787155"/>
                </a:cubicBezTo>
                <a:cubicBezTo>
                  <a:pt x="298874" y="2787155"/>
                  <a:pt x="331109" y="2754920"/>
                  <a:pt x="331109" y="2715155"/>
                </a:cubicBezTo>
                <a:lnTo>
                  <a:pt x="331109" y="1923155"/>
                </a:lnTo>
                <a:cubicBezTo>
                  <a:pt x="331109" y="1883390"/>
                  <a:pt x="298874" y="1851155"/>
                  <a:pt x="259109" y="1851155"/>
                </a:cubicBezTo>
                <a:cubicBezTo>
                  <a:pt x="239226" y="1851156"/>
                  <a:pt x="221226" y="1859214"/>
                  <a:pt x="208197" y="1872243"/>
                </a:cubicBezTo>
                <a:close/>
                <a:moveTo>
                  <a:pt x="0" y="1625202"/>
                </a:moveTo>
                <a:cubicBezTo>
                  <a:pt x="418057" y="1737228"/>
                  <a:pt x="858998" y="1737384"/>
                  <a:pt x="1277606" y="1625336"/>
                </a:cubicBezTo>
                <a:cubicBezTo>
                  <a:pt x="1277605" y="1938624"/>
                  <a:pt x="1277605" y="2251911"/>
                  <a:pt x="1277605" y="2565198"/>
                </a:cubicBezTo>
                <a:cubicBezTo>
                  <a:pt x="1277605" y="2917999"/>
                  <a:pt x="991603" y="3204001"/>
                  <a:pt x="638802" y="3204001"/>
                </a:cubicBezTo>
                <a:lnTo>
                  <a:pt x="638803" y="3204000"/>
                </a:lnTo>
                <a:cubicBezTo>
                  <a:pt x="286002" y="3204000"/>
                  <a:pt x="0" y="2917999"/>
                  <a:pt x="0" y="2565197"/>
                </a:cubicBezTo>
                <a:close/>
                <a:moveTo>
                  <a:pt x="208197" y="459897"/>
                </a:moveTo>
                <a:cubicBezTo>
                  <a:pt x="195167" y="472926"/>
                  <a:pt x="187109" y="490926"/>
                  <a:pt x="187109" y="510808"/>
                </a:cubicBezTo>
                <a:lnTo>
                  <a:pt x="187109" y="1302808"/>
                </a:lnTo>
                <a:cubicBezTo>
                  <a:pt x="187109" y="1342573"/>
                  <a:pt x="219344" y="1374808"/>
                  <a:pt x="259109" y="1374808"/>
                </a:cubicBezTo>
                <a:cubicBezTo>
                  <a:pt x="298874" y="1374808"/>
                  <a:pt x="331109" y="1342573"/>
                  <a:pt x="331109" y="1302808"/>
                </a:cubicBezTo>
                <a:lnTo>
                  <a:pt x="331109" y="510808"/>
                </a:lnTo>
                <a:cubicBezTo>
                  <a:pt x="331109" y="471043"/>
                  <a:pt x="298874" y="438808"/>
                  <a:pt x="259109" y="438808"/>
                </a:cubicBezTo>
                <a:cubicBezTo>
                  <a:pt x="239226" y="438808"/>
                  <a:pt x="221226" y="446867"/>
                  <a:pt x="208197" y="459897"/>
                </a:cubicBezTo>
                <a:close/>
                <a:moveTo>
                  <a:pt x="187101" y="187101"/>
                </a:moveTo>
                <a:cubicBezTo>
                  <a:pt x="302701" y="71501"/>
                  <a:pt x="462402" y="0"/>
                  <a:pt x="638803" y="0"/>
                </a:cubicBezTo>
                <a:cubicBezTo>
                  <a:pt x="991604" y="0"/>
                  <a:pt x="1277606" y="286002"/>
                  <a:pt x="1277606" y="638803"/>
                </a:cubicBezTo>
                <a:lnTo>
                  <a:pt x="1277606" y="1497764"/>
                </a:lnTo>
                <a:cubicBezTo>
                  <a:pt x="859958" y="1616355"/>
                  <a:pt x="417375" y="1616210"/>
                  <a:pt x="0" y="1498771"/>
                </a:cubicBezTo>
                <a:lnTo>
                  <a:pt x="0" y="638803"/>
                </a:lnTo>
                <a:cubicBezTo>
                  <a:pt x="0" y="462403"/>
                  <a:pt x="71500" y="302702"/>
                  <a:pt x="187101" y="1871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" name="Rounded Rectangle 7">
            <a:extLst>
              <a:ext uri="{FF2B5EF4-FFF2-40B4-BE49-F238E27FC236}">
                <a16:creationId xmlns:a16="http://schemas.microsoft.com/office/drawing/2014/main" id="{06A8747E-03CA-4F1B-8D8A-4983263EF56C}"/>
              </a:ext>
            </a:extLst>
          </p:cNvPr>
          <p:cNvSpPr>
            <a:spLocks noChangeAspect="1"/>
          </p:cNvSpPr>
          <p:nvPr/>
        </p:nvSpPr>
        <p:spPr>
          <a:xfrm rot="18924894" flipH="1">
            <a:off x="4976755" y="3535534"/>
            <a:ext cx="110455" cy="432000"/>
          </a:xfrm>
          <a:custGeom>
            <a:avLst/>
            <a:gdLst/>
            <a:ahLst/>
            <a:cxnLst/>
            <a:rect l="l" t="t" r="r" b="b"/>
            <a:pathLst>
              <a:path w="1081111" h="4228323">
                <a:moveTo>
                  <a:pt x="335224" y="1867922"/>
                </a:moveTo>
                <a:cubicBezTo>
                  <a:pt x="355105" y="1839562"/>
                  <a:pt x="441066" y="1818228"/>
                  <a:pt x="544096" y="1818228"/>
                </a:cubicBezTo>
                <a:cubicBezTo>
                  <a:pt x="661845" y="1818228"/>
                  <a:pt x="757300" y="1846093"/>
                  <a:pt x="757300" y="1880465"/>
                </a:cubicBezTo>
                <a:lnTo>
                  <a:pt x="754850" y="1887560"/>
                </a:lnTo>
                <a:lnTo>
                  <a:pt x="757869" y="1887560"/>
                </a:lnTo>
                <a:lnTo>
                  <a:pt x="757869" y="2839818"/>
                </a:lnTo>
                <a:cubicBezTo>
                  <a:pt x="757869" y="2972331"/>
                  <a:pt x="662287" y="3079754"/>
                  <a:pt x="544381" y="3079754"/>
                </a:cubicBezTo>
                <a:cubicBezTo>
                  <a:pt x="426475" y="3079754"/>
                  <a:pt x="330892" y="2972330"/>
                  <a:pt x="330892" y="2839818"/>
                </a:cubicBezTo>
                <a:cubicBezTo>
                  <a:pt x="330892" y="2522399"/>
                  <a:pt x="330893" y="2204979"/>
                  <a:pt x="330893" y="1887560"/>
                </a:cubicBezTo>
                <a:lnTo>
                  <a:pt x="333343" y="1887560"/>
                </a:lnTo>
                <a:cubicBezTo>
                  <a:pt x="331423" y="1885549"/>
                  <a:pt x="330893" y="1883025"/>
                  <a:pt x="330893" y="1880465"/>
                </a:cubicBezTo>
                <a:cubicBezTo>
                  <a:pt x="330893" y="1876168"/>
                  <a:pt x="332384" y="1871973"/>
                  <a:pt x="335224" y="1867922"/>
                </a:cubicBezTo>
                <a:close/>
                <a:moveTo>
                  <a:pt x="40017" y="122059"/>
                </a:moveTo>
                <a:cubicBezTo>
                  <a:pt x="33211" y="132011"/>
                  <a:pt x="29637" y="142314"/>
                  <a:pt x="29637" y="152868"/>
                </a:cubicBezTo>
                <a:cubicBezTo>
                  <a:pt x="29637" y="201406"/>
                  <a:pt x="105246" y="244661"/>
                  <a:pt x="223474" y="271871"/>
                </a:cubicBezTo>
                <a:lnTo>
                  <a:pt x="259635" y="468058"/>
                </a:lnTo>
                <a:cubicBezTo>
                  <a:pt x="103865" y="495856"/>
                  <a:pt x="0" y="547115"/>
                  <a:pt x="0" y="605632"/>
                </a:cubicBezTo>
                <a:cubicBezTo>
                  <a:pt x="0" y="658669"/>
                  <a:pt x="85325" y="705745"/>
                  <a:pt x="217400" y="734580"/>
                </a:cubicBezTo>
                <a:lnTo>
                  <a:pt x="217063" y="737117"/>
                </a:lnTo>
                <a:lnTo>
                  <a:pt x="217063" y="2943282"/>
                </a:lnTo>
                <a:cubicBezTo>
                  <a:pt x="217063" y="3039089"/>
                  <a:pt x="294931" y="3121078"/>
                  <a:pt x="405721" y="3153265"/>
                </a:cubicBezTo>
                <a:cubicBezTo>
                  <a:pt x="400324" y="3160310"/>
                  <a:pt x="397646" y="3168520"/>
                  <a:pt x="397646" y="3177204"/>
                </a:cubicBezTo>
                <a:lnTo>
                  <a:pt x="397646" y="3194256"/>
                </a:lnTo>
                <a:cubicBezTo>
                  <a:pt x="397646" y="3224314"/>
                  <a:pt x="429716" y="3248680"/>
                  <a:pt x="469276" y="3248680"/>
                </a:cubicBezTo>
                <a:lnTo>
                  <a:pt x="496274" y="3248680"/>
                </a:lnTo>
                <a:cubicBezTo>
                  <a:pt x="503831" y="3569617"/>
                  <a:pt x="518631" y="3867052"/>
                  <a:pt x="514761" y="4228323"/>
                </a:cubicBezTo>
                <a:lnTo>
                  <a:pt x="577573" y="4091802"/>
                </a:lnTo>
                <a:cubicBezTo>
                  <a:pt x="580481" y="3794896"/>
                  <a:pt x="583388" y="3537508"/>
                  <a:pt x="586278" y="3248680"/>
                </a:cubicBezTo>
                <a:lnTo>
                  <a:pt x="611834" y="3248680"/>
                </a:lnTo>
                <a:cubicBezTo>
                  <a:pt x="651395" y="3248680"/>
                  <a:pt x="683465" y="3224314"/>
                  <a:pt x="683465" y="3194256"/>
                </a:cubicBezTo>
                <a:lnTo>
                  <a:pt x="683465" y="3177205"/>
                </a:lnTo>
                <a:cubicBezTo>
                  <a:pt x="683465" y="3168518"/>
                  <a:pt x="680787" y="3160307"/>
                  <a:pt x="675388" y="3153262"/>
                </a:cubicBezTo>
                <a:cubicBezTo>
                  <a:pt x="786180" y="3121079"/>
                  <a:pt x="864048" y="3039089"/>
                  <a:pt x="864048" y="2943282"/>
                </a:cubicBezTo>
                <a:lnTo>
                  <a:pt x="864048" y="737117"/>
                </a:lnTo>
                <a:cubicBezTo>
                  <a:pt x="864048" y="736269"/>
                  <a:pt x="864042" y="735422"/>
                  <a:pt x="863712" y="734579"/>
                </a:cubicBezTo>
                <a:cubicBezTo>
                  <a:pt x="995786" y="705744"/>
                  <a:pt x="1081111" y="658669"/>
                  <a:pt x="1081111" y="605632"/>
                </a:cubicBezTo>
                <a:cubicBezTo>
                  <a:pt x="1081111" y="547115"/>
                  <a:pt x="977246" y="495856"/>
                  <a:pt x="821477" y="468058"/>
                </a:cubicBezTo>
                <a:lnTo>
                  <a:pt x="857637" y="271871"/>
                </a:lnTo>
                <a:cubicBezTo>
                  <a:pt x="975865" y="244661"/>
                  <a:pt x="1051474" y="201406"/>
                  <a:pt x="1051474" y="152868"/>
                </a:cubicBezTo>
                <a:cubicBezTo>
                  <a:pt x="1051474" y="68441"/>
                  <a:pt x="822728" y="0"/>
                  <a:pt x="540555" y="0"/>
                </a:cubicBezTo>
                <a:cubicBezTo>
                  <a:pt x="293654" y="0"/>
                  <a:pt x="87658" y="52400"/>
                  <a:pt x="40017" y="12205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06" name="Rounded Rectangle 17">
            <a:extLst>
              <a:ext uri="{FF2B5EF4-FFF2-40B4-BE49-F238E27FC236}">
                <a16:creationId xmlns:a16="http://schemas.microsoft.com/office/drawing/2014/main" id="{1E4B0A3A-54A7-4F3E-8413-A537742988B4}"/>
              </a:ext>
            </a:extLst>
          </p:cNvPr>
          <p:cNvSpPr>
            <a:spLocks noChangeAspect="1"/>
          </p:cNvSpPr>
          <p:nvPr/>
        </p:nvSpPr>
        <p:spPr>
          <a:xfrm>
            <a:off x="8276866" y="2821406"/>
            <a:ext cx="226262" cy="360000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Oval 21">
            <a:extLst>
              <a:ext uri="{FF2B5EF4-FFF2-40B4-BE49-F238E27FC236}">
                <a16:creationId xmlns:a16="http://schemas.microsoft.com/office/drawing/2014/main" id="{FB8D0F26-4949-49FC-A56A-A023ADE6CCE1}"/>
              </a:ext>
            </a:extLst>
          </p:cNvPr>
          <p:cNvSpPr>
            <a:spLocks noChangeAspect="1"/>
          </p:cNvSpPr>
          <p:nvPr/>
        </p:nvSpPr>
        <p:spPr>
          <a:xfrm>
            <a:off x="7109736" y="2821406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8" name="Oval 25">
            <a:extLst>
              <a:ext uri="{FF2B5EF4-FFF2-40B4-BE49-F238E27FC236}">
                <a16:creationId xmlns:a16="http://schemas.microsoft.com/office/drawing/2014/main" id="{3E79AC26-E557-4DA6-B074-CAB705C80ED2}"/>
              </a:ext>
            </a:extLst>
          </p:cNvPr>
          <p:cNvSpPr>
            <a:spLocks noChangeAspect="1"/>
          </p:cNvSpPr>
          <p:nvPr/>
        </p:nvSpPr>
        <p:spPr>
          <a:xfrm>
            <a:off x="7679872" y="2821406"/>
            <a:ext cx="359510" cy="360000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9" name="Block Arc 20">
            <a:extLst>
              <a:ext uri="{FF2B5EF4-FFF2-40B4-BE49-F238E27FC236}">
                <a16:creationId xmlns:a16="http://schemas.microsoft.com/office/drawing/2014/main" id="{02B6229A-9877-42DC-917B-0715DE03B0D3}"/>
              </a:ext>
            </a:extLst>
          </p:cNvPr>
          <p:cNvSpPr>
            <a:spLocks noChangeAspect="1"/>
          </p:cNvSpPr>
          <p:nvPr/>
        </p:nvSpPr>
        <p:spPr>
          <a:xfrm rot="10800000">
            <a:off x="4296578" y="3571534"/>
            <a:ext cx="332010" cy="360000"/>
          </a:xfrm>
          <a:custGeom>
            <a:avLst/>
            <a:gdLst/>
            <a:ahLst/>
            <a:cxnLst/>
            <a:rect l="l" t="t" r="r" b="b"/>
            <a:pathLst>
              <a:path w="2958558" h="3207983">
                <a:moveTo>
                  <a:pt x="376920" y="2960896"/>
                </a:moveTo>
                <a:cubicBezTo>
                  <a:pt x="266613" y="2960896"/>
                  <a:pt x="177192" y="2871475"/>
                  <a:pt x="177192" y="2761168"/>
                </a:cubicBezTo>
                <a:cubicBezTo>
                  <a:pt x="177192" y="2650861"/>
                  <a:pt x="266613" y="2561440"/>
                  <a:pt x="376920" y="2561440"/>
                </a:cubicBezTo>
                <a:cubicBezTo>
                  <a:pt x="487227" y="2561440"/>
                  <a:pt x="576648" y="2650861"/>
                  <a:pt x="576648" y="2761168"/>
                </a:cubicBezTo>
                <a:cubicBezTo>
                  <a:pt x="576648" y="2871475"/>
                  <a:pt x="487227" y="2960896"/>
                  <a:pt x="376920" y="2960896"/>
                </a:cubicBezTo>
                <a:close/>
                <a:moveTo>
                  <a:pt x="376921" y="3072323"/>
                </a:moveTo>
                <a:cubicBezTo>
                  <a:pt x="539434" y="3072323"/>
                  <a:pt x="671176" y="2940581"/>
                  <a:pt x="671176" y="2778068"/>
                </a:cubicBezTo>
                <a:cubicBezTo>
                  <a:pt x="671176" y="2615555"/>
                  <a:pt x="539434" y="2483813"/>
                  <a:pt x="376921" y="2483813"/>
                </a:cubicBezTo>
                <a:cubicBezTo>
                  <a:pt x="214408" y="2483813"/>
                  <a:pt x="82666" y="2615555"/>
                  <a:pt x="82666" y="2778068"/>
                </a:cubicBezTo>
                <a:cubicBezTo>
                  <a:pt x="82666" y="2940581"/>
                  <a:pt x="214408" y="3072323"/>
                  <a:pt x="376921" y="3072323"/>
                </a:cubicBezTo>
                <a:close/>
                <a:moveTo>
                  <a:pt x="2379939" y="3207575"/>
                </a:moveTo>
                <a:cubicBezTo>
                  <a:pt x="2342159" y="3210380"/>
                  <a:pt x="2303308" y="3198772"/>
                  <a:pt x="2272342" y="3172087"/>
                </a:cubicBezTo>
                <a:cubicBezTo>
                  <a:pt x="2210411" y="3118717"/>
                  <a:pt x="2203469" y="3025247"/>
                  <a:pt x="2256839" y="2963315"/>
                </a:cubicBezTo>
                <a:cubicBezTo>
                  <a:pt x="2292137" y="2922355"/>
                  <a:pt x="2344975" y="2905450"/>
                  <a:pt x="2394194" y="2916618"/>
                </a:cubicBezTo>
                <a:lnTo>
                  <a:pt x="2482323" y="2842744"/>
                </a:lnTo>
                <a:lnTo>
                  <a:pt x="2486558" y="2847797"/>
                </a:lnTo>
                <a:cubicBezTo>
                  <a:pt x="2638916" y="2767056"/>
                  <a:pt x="2628462" y="2744879"/>
                  <a:pt x="2689889" y="2690172"/>
                </a:cubicBezTo>
                <a:cubicBezTo>
                  <a:pt x="2722819" y="2655246"/>
                  <a:pt x="2732363" y="2657367"/>
                  <a:pt x="2726376" y="2568558"/>
                </a:cubicBezTo>
                <a:lnTo>
                  <a:pt x="2730335" y="2568172"/>
                </a:lnTo>
                <a:lnTo>
                  <a:pt x="2726098" y="2568172"/>
                </a:lnTo>
                <a:lnTo>
                  <a:pt x="2726098" y="2140027"/>
                </a:lnTo>
                <a:lnTo>
                  <a:pt x="2686068" y="2140105"/>
                </a:lnTo>
                <a:cubicBezTo>
                  <a:pt x="2685662" y="1932305"/>
                  <a:pt x="2574529" y="1740506"/>
                  <a:pt x="2394530" y="1636956"/>
                </a:cubicBezTo>
                <a:cubicBezTo>
                  <a:pt x="2214320" y="1533284"/>
                  <a:pt x="1992511" y="1533845"/>
                  <a:pt x="1812826" y="1638426"/>
                </a:cubicBezTo>
                <a:cubicBezTo>
                  <a:pt x="1633353" y="1742884"/>
                  <a:pt x="1523189" y="1935240"/>
                  <a:pt x="1523830" y="2143038"/>
                </a:cubicBezTo>
                <a:lnTo>
                  <a:pt x="1483625" y="2143162"/>
                </a:lnTo>
                <a:lnTo>
                  <a:pt x="1483625" y="2568172"/>
                </a:lnTo>
                <a:lnTo>
                  <a:pt x="1479388" y="2568172"/>
                </a:lnTo>
                <a:lnTo>
                  <a:pt x="1483347" y="2568558"/>
                </a:lnTo>
                <a:cubicBezTo>
                  <a:pt x="1477359" y="2657367"/>
                  <a:pt x="1486903" y="2655246"/>
                  <a:pt x="1519833" y="2690172"/>
                </a:cubicBezTo>
                <a:cubicBezTo>
                  <a:pt x="1581261" y="2744879"/>
                  <a:pt x="1570806" y="2767057"/>
                  <a:pt x="1723166" y="2847797"/>
                </a:cubicBezTo>
                <a:lnTo>
                  <a:pt x="1727402" y="2842744"/>
                </a:lnTo>
                <a:lnTo>
                  <a:pt x="1815530" y="2916618"/>
                </a:lnTo>
                <a:cubicBezTo>
                  <a:pt x="1864749" y="2905450"/>
                  <a:pt x="1917587" y="2922356"/>
                  <a:pt x="1952884" y="2963315"/>
                </a:cubicBezTo>
                <a:cubicBezTo>
                  <a:pt x="2006254" y="3025247"/>
                  <a:pt x="1999313" y="3118717"/>
                  <a:pt x="1937381" y="3172087"/>
                </a:cubicBezTo>
                <a:cubicBezTo>
                  <a:pt x="1906416" y="3198772"/>
                  <a:pt x="1867565" y="3210380"/>
                  <a:pt x="1829785" y="3207575"/>
                </a:cubicBezTo>
                <a:cubicBezTo>
                  <a:pt x="1792004" y="3204769"/>
                  <a:pt x="1755294" y="3187551"/>
                  <a:pt x="1728609" y="3156586"/>
                </a:cubicBezTo>
                <a:cubicBezTo>
                  <a:pt x="1704170" y="3128225"/>
                  <a:pt x="1692377" y="3093251"/>
                  <a:pt x="1694258" y="3058558"/>
                </a:cubicBezTo>
                <a:lnTo>
                  <a:pt x="1607474" y="2985811"/>
                </a:lnTo>
                <a:lnTo>
                  <a:pt x="1609754" y="2983092"/>
                </a:lnTo>
                <a:cubicBezTo>
                  <a:pt x="1505378" y="2914609"/>
                  <a:pt x="1454899" y="2874388"/>
                  <a:pt x="1372959" y="2808609"/>
                </a:cubicBezTo>
                <a:cubicBezTo>
                  <a:pt x="1301402" y="2768123"/>
                  <a:pt x="1295976" y="2652344"/>
                  <a:pt x="1300245" y="2568172"/>
                </a:cubicBezTo>
                <a:lnTo>
                  <a:pt x="1296941" y="2568172"/>
                </a:lnTo>
                <a:lnTo>
                  <a:pt x="1296941" y="2143739"/>
                </a:lnTo>
                <a:lnTo>
                  <a:pt x="1251342" y="2143880"/>
                </a:lnTo>
                <a:cubicBezTo>
                  <a:pt x="1250400" y="1838694"/>
                  <a:pt x="1412261" y="1556194"/>
                  <a:pt x="1675942" y="1402813"/>
                </a:cubicBezTo>
                <a:cubicBezTo>
                  <a:pt x="1778114" y="1343381"/>
                  <a:pt x="1889554" y="1306836"/>
                  <a:pt x="2003205" y="1293823"/>
                </a:cubicBezTo>
                <a:lnTo>
                  <a:pt x="2003205" y="878785"/>
                </a:lnTo>
                <a:lnTo>
                  <a:pt x="1998176" y="878621"/>
                </a:lnTo>
                <a:cubicBezTo>
                  <a:pt x="2009560" y="630102"/>
                  <a:pt x="1847671" y="398939"/>
                  <a:pt x="1584243" y="287563"/>
                </a:cubicBezTo>
                <a:cubicBezTo>
                  <a:pt x="1373323" y="198386"/>
                  <a:pt x="1125012" y="198092"/>
                  <a:pt x="913796" y="286769"/>
                </a:cubicBezTo>
                <a:cubicBezTo>
                  <a:pt x="650203" y="397436"/>
                  <a:pt x="487575" y="627955"/>
                  <a:pt x="497878" y="876315"/>
                </a:cubicBezTo>
                <a:lnTo>
                  <a:pt x="492947" y="876461"/>
                </a:lnTo>
                <a:lnTo>
                  <a:pt x="492947" y="2424958"/>
                </a:lnTo>
                <a:cubicBezTo>
                  <a:pt x="646520" y="2471832"/>
                  <a:pt x="757382" y="2615059"/>
                  <a:pt x="757382" y="2784179"/>
                </a:cubicBezTo>
                <a:cubicBezTo>
                  <a:pt x="757382" y="2993324"/>
                  <a:pt x="587836" y="3162870"/>
                  <a:pt x="378691" y="3162870"/>
                </a:cubicBezTo>
                <a:cubicBezTo>
                  <a:pt x="169546" y="3162870"/>
                  <a:pt x="0" y="2993324"/>
                  <a:pt x="0" y="2784179"/>
                </a:cubicBezTo>
                <a:cubicBezTo>
                  <a:pt x="0" y="2610447"/>
                  <a:pt x="116991" y="2464039"/>
                  <a:pt x="276947" y="2421074"/>
                </a:cubicBezTo>
                <a:lnTo>
                  <a:pt x="276947" y="783746"/>
                </a:lnTo>
                <a:lnTo>
                  <a:pt x="281758" y="783746"/>
                </a:lnTo>
                <a:cubicBezTo>
                  <a:pt x="307533" y="493124"/>
                  <a:pt x="502412" y="231983"/>
                  <a:pt x="801266" y="95774"/>
                </a:cubicBezTo>
                <a:cubicBezTo>
                  <a:pt x="1082323" y="-32324"/>
                  <a:pt x="1416727" y="-31901"/>
                  <a:pt x="1697364" y="96907"/>
                </a:cubicBezTo>
                <a:cubicBezTo>
                  <a:pt x="1994951" y="233494"/>
                  <a:pt x="2188714" y="494056"/>
                  <a:pt x="2214549" y="783746"/>
                </a:cubicBezTo>
                <a:lnTo>
                  <a:pt x="2219205" y="783746"/>
                </a:lnTo>
                <a:lnTo>
                  <a:pt x="2219205" y="1295162"/>
                </a:lnTo>
                <a:cubicBezTo>
                  <a:pt x="2327099" y="1309357"/>
                  <a:pt x="2432799" y="1344641"/>
                  <a:pt x="2530224" y="1400656"/>
                </a:cubicBezTo>
                <a:cubicBezTo>
                  <a:pt x="2794677" y="1552703"/>
                  <a:pt x="2957961" y="1834385"/>
                  <a:pt x="2958558" y="2139573"/>
                </a:cubicBezTo>
                <a:lnTo>
                  <a:pt x="2912782" y="2139663"/>
                </a:lnTo>
                <a:lnTo>
                  <a:pt x="2912782" y="2568172"/>
                </a:lnTo>
                <a:lnTo>
                  <a:pt x="2909478" y="2568172"/>
                </a:lnTo>
                <a:cubicBezTo>
                  <a:pt x="2913747" y="2652344"/>
                  <a:pt x="2908320" y="2768123"/>
                  <a:pt x="2836763" y="2808609"/>
                </a:cubicBezTo>
                <a:cubicBezTo>
                  <a:pt x="2754824" y="2874388"/>
                  <a:pt x="2704345" y="2914609"/>
                  <a:pt x="2599970" y="2983091"/>
                </a:cubicBezTo>
                <a:lnTo>
                  <a:pt x="2602250" y="2985811"/>
                </a:lnTo>
                <a:lnTo>
                  <a:pt x="2515466" y="3058559"/>
                </a:lnTo>
                <a:cubicBezTo>
                  <a:pt x="2517346" y="3093252"/>
                  <a:pt x="2505554" y="3128225"/>
                  <a:pt x="2481114" y="3156586"/>
                </a:cubicBezTo>
                <a:cubicBezTo>
                  <a:pt x="2454429" y="3187551"/>
                  <a:pt x="2417719" y="3204769"/>
                  <a:pt x="2379939" y="32075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0" name="Block Arc 11">
            <a:extLst>
              <a:ext uri="{FF2B5EF4-FFF2-40B4-BE49-F238E27FC236}">
                <a16:creationId xmlns:a16="http://schemas.microsoft.com/office/drawing/2014/main" id="{30B5BA08-7DC9-4D9A-8A65-F103082CC82D}"/>
              </a:ext>
            </a:extLst>
          </p:cNvPr>
          <p:cNvSpPr/>
          <p:nvPr/>
        </p:nvSpPr>
        <p:spPr>
          <a:xfrm rot="10800000">
            <a:off x="6614789" y="3560896"/>
            <a:ext cx="217507" cy="353911"/>
          </a:xfrm>
          <a:custGeom>
            <a:avLst/>
            <a:gdLst/>
            <a:ahLst/>
            <a:cxnLst/>
            <a:rect l="l" t="t" r="r" b="b"/>
            <a:pathLst>
              <a:path w="3636337" h="7138182">
                <a:moveTo>
                  <a:pt x="1563551" y="3029061"/>
                </a:moveTo>
                <a:lnTo>
                  <a:pt x="1563551" y="1171769"/>
                </a:lnTo>
                <a:cubicBezTo>
                  <a:pt x="1444523" y="1201084"/>
                  <a:pt x="1330799" y="1254073"/>
                  <a:pt x="1228219" y="1328453"/>
                </a:cubicBezTo>
                <a:cubicBezTo>
                  <a:pt x="927220" y="1546705"/>
                  <a:pt x="771440" y="1913395"/>
                  <a:pt x="823311" y="2281559"/>
                </a:cubicBezTo>
                <a:cubicBezTo>
                  <a:pt x="886035" y="2761950"/>
                  <a:pt x="1181988" y="2923981"/>
                  <a:pt x="1563551" y="3029061"/>
                </a:cubicBezTo>
                <a:close/>
                <a:moveTo>
                  <a:pt x="2056123" y="5971053"/>
                </a:moveTo>
                <a:cubicBezTo>
                  <a:pt x="2180706" y="5941789"/>
                  <a:pt x="2300029" y="5887431"/>
                  <a:pt x="2407191" y="5809729"/>
                </a:cubicBezTo>
                <a:cubicBezTo>
                  <a:pt x="2708190" y="5591477"/>
                  <a:pt x="2863970" y="5224787"/>
                  <a:pt x="2812099" y="4856623"/>
                </a:cubicBezTo>
                <a:cubicBezTo>
                  <a:pt x="2712300" y="4365494"/>
                  <a:pt x="2419393" y="4148018"/>
                  <a:pt x="2056123" y="4007016"/>
                </a:cubicBezTo>
                <a:close/>
                <a:moveTo>
                  <a:pt x="2056123" y="7138182"/>
                </a:moveTo>
                <a:lnTo>
                  <a:pt x="1563551" y="7138182"/>
                </a:lnTo>
                <a:lnTo>
                  <a:pt x="1563551" y="6796553"/>
                </a:lnTo>
                <a:cubicBezTo>
                  <a:pt x="1376287" y="6771102"/>
                  <a:pt x="1191751" y="6715291"/>
                  <a:pt x="1016794" y="6629471"/>
                </a:cubicBezTo>
                <a:cubicBezTo>
                  <a:pt x="412303" y="6332946"/>
                  <a:pt x="21102" y="5726704"/>
                  <a:pt x="0" y="5053734"/>
                </a:cubicBezTo>
                <a:lnTo>
                  <a:pt x="813973" y="5028205"/>
                </a:lnTo>
                <a:cubicBezTo>
                  <a:pt x="825624" y="5399818"/>
                  <a:pt x="1041643" y="5734588"/>
                  <a:pt x="1375441" y="5898325"/>
                </a:cubicBezTo>
                <a:cubicBezTo>
                  <a:pt x="1436179" y="5928119"/>
                  <a:pt x="1499008" y="5951362"/>
                  <a:pt x="1563551" y="5965918"/>
                </a:cubicBezTo>
                <a:lnTo>
                  <a:pt x="1563551" y="3847635"/>
                </a:lnTo>
                <a:cubicBezTo>
                  <a:pt x="920238" y="3662345"/>
                  <a:pt x="233045" y="3450393"/>
                  <a:pt x="16852" y="2382091"/>
                </a:cubicBezTo>
                <a:cubicBezTo>
                  <a:pt x="-73403" y="1719933"/>
                  <a:pt x="208577" y="1061859"/>
                  <a:pt x="750173" y="669157"/>
                </a:cubicBezTo>
                <a:cubicBezTo>
                  <a:pt x="994931" y="491686"/>
                  <a:pt x="1274723" y="381458"/>
                  <a:pt x="1563551" y="341319"/>
                </a:cubicBezTo>
                <a:lnTo>
                  <a:pt x="1563551" y="0"/>
                </a:lnTo>
                <a:lnTo>
                  <a:pt x="2056123" y="0"/>
                </a:lnTo>
                <a:lnTo>
                  <a:pt x="2056123" y="339268"/>
                </a:lnTo>
                <a:cubicBezTo>
                  <a:pt x="2248752" y="363969"/>
                  <a:pt x="2438747" y="420481"/>
                  <a:pt x="2618616" y="508711"/>
                </a:cubicBezTo>
                <a:cubicBezTo>
                  <a:pt x="3223107" y="805237"/>
                  <a:pt x="3614308" y="1411478"/>
                  <a:pt x="3635410" y="2084448"/>
                </a:cubicBezTo>
                <a:lnTo>
                  <a:pt x="2821437" y="2109978"/>
                </a:lnTo>
                <a:cubicBezTo>
                  <a:pt x="2809786" y="1738364"/>
                  <a:pt x="2593767" y="1403594"/>
                  <a:pt x="2259969" y="1239857"/>
                </a:cubicBezTo>
                <a:cubicBezTo>
                  <a:pt x="2194243" y="1207617"/>
                  <a:pt x="2126069" y="1183046"/>
                  <a:pt x="2056123" y="1168235"/>
                </a:cubicBezTo>
                <a:lnTo>
                  <a:pt x="2056123" y="3150890"/>
                </a:lnTo>
                <a:cubicBezTo>
                  <a:pt x="2675271" y="3303511"/>
                  <a:pt x="3347939" y="3564428"/>
                  <a:pt x="3618512" y="4743007"/>
                </a:cubicBezTo>
                <a:cubicBezTo>
                  <a:pt x="3712448" y="5409725"/>
                  <a:pt x="3430336" y="6073786"/>
                  <a:pt x="2885237" y="6469025"/>
                </a:cubicBezTo>
                <a:cubicBezTo>
                  <a:pt x="2636047" y="6649712"/>
                  <a:pt x="2350538" y="6760700"/>
                  <a:pt x="2056123" y="67987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1" name="Rectangle 21">
            <a:extLst>
              <a:ext uri="{FF2B5EF4-FFF2-40B4-BE49-F238E27FC236}">
                <a16:creationId xmlns:a16="http://schemas.microsoft.com/office/drawing/2014/main" id="{BC8F3543-3023-447D-8482-A7A90211BAD2}"/>
              </a:ext>
            </a:extLst>
          </p:cNvPr>
          <p:cNvSpPr/>
          <p:nvPr/>
        </p:nvSpPr>
        <p:spPr>
          <a:xfrm>
            <a:off x="5437664" y="3655251"/>
            <a:ext cx="343751" cy="192566"/>
          </a:xfrm>
          <a:custGeom>
            <a:avLst/>
            <a:gdLst/>
            <a:ahLst/>
            <a:cxnLst/>
            <a:rect l="l" t="t" r="r" b="b"/>
            <a:pathLst>
              <a:path w="4560938" h="2554996">
                <a:moveTo>
                  <a:pt x="2315585" y="1351978"/>
                </a:moveTo>
                <a:lnTo>
                  <a:pt x="2315585" y="1608128"/>
                </a:lnTo>
                <a:cubicBezTo>
                  <a:pt x="2332000" y="1604085"/>
                  <a:pt x="2347685" y="1596777"/>
                  <a:pt x="2361832" y="1586519"/>
                </a:cubicBezTo>
                <a:cubicBezTo>
                  <a:pt x="2403345" y="1556419"/>
                  <a:pt x="2424829" y="1505846"/>
                  <a:pt x="2417675" y="1455070"/>
                </a:cubicBezTo>
                <a:cubicBezTo>
                  <a:pt x="2409025" y="1388817"/>
                  <a:pt x="2368208" y="1366470"/>
                  <a:pt x="2315585" y="1351978"/>
                </a:cubicBezTo>
                <a:close/>
                <a:moveTo>
                  <a:pt x="3612086" y="989467"/>
                </a:moveTo>
                <a:cubicBezTo>
                  <a:pt x="3453010" y="989467"/>
                  <a:pt x="3324054" y="1118423"/>
                  <a:pt x="3324054" y="1277499"/>
                </a:cubicBezTo>
                <a:cubicBezTo>
                  <a:pt x="3324054" y="1436575"/>
                  <a:pt x="3453010" y="1565531"/>
                  <a:pt x="3612086" y="1565531"/>
                </a:cubicBezTo>
                <a:cubicBezTo>
                  <a:pt x="3771162" y="1565531"/>
                  <a:pt x="3900118" y="1436575"/>
                  <a:pt x="3900118" y="1277499"/>
                </a:cubicBezTo>
                <a:cubicBezTo>
                  <a:pt x="3900118" y="1118423"/>
                  <a:pt x="3771162" y="989467"/>
                  <a:pt x="3612086" y="989467"/>
                </a:cubicBezTo>
                <a:close/>
                <a:moveTo>
                  <a:pt x="948854" y="989467"/>
                </a:moveTo>
                <a:cubicBezTo>
                  <a:pt x="789778" y="989467"/>
                  <a:pt x="660822" y="1118423"/>
                  <a:pt x="660822" y="1277499"/>
                </a:cubicBezTo>
                <a:cubicBezTo>
                  <a:pt x="660822" y="1436575"/>
                  <a:pt x="789778" y="1565531"/>
                  <a:pt x="948854" y="1565531"/>
                </a:cubicBezTo>
                <a:cubicBezTo>
                  <a:pt x="1107930" y="1565531"/>
                  <a:pt x="1236886" y="1436575"/>
                  <a:pt x="1236886" y="1277499"/>
                </a:cubicBezTo>
                <a:cubicBezTo>
                  <a:pt x="1236886" y="1118423"/>
                  <a:pt x="1107930" y="989467"/>
                  <a:pt x="948854" y="989467"/>
                </a:cubicBezTo>
                <a:close/>
                <a:moveTo>
                  <a:pt x="2247651" y="946230"/>
                </a:moveTo>
                <a:cubicBezTo>
                  <a:pt x="2230469" y="950266"/>
                  <a:pt x="2214012" y="957763"/>
                  <a:pt x="2199233" y="968479"/>
                </a:cubicBezTo>
                <a:cubicBezTo>
                  <a:pt x="2157721" y="998579"/>
                  <a:pt x="2136236" y="1049152"/>
                  <a:pt x="2143390" y="1099928"/>
                </a:cubicBezTo>
                <a:cubicBezTo>
                  <a:pt x="2157154" y="1167662"/>
                  <a:pt x="2197550" y="1197656"/>
                  <a:pt x="2247651" y="1217102"/>
                </a:cubicBezTo>
                <a:close/>
                <a:moveTo>
                  <a:pt x="2247651" y="785264"/>
                </a:moveTo>
                <a:lnTo>
                  <a:pt x="2315585" y="785264"/>
                </a:lnTo>
                <a:lnTo>
                  <a:pt x="2315585" y="832380"/>
                </a:lnTo>
                <a:cubicBezTo>
                  <a:pt x="2341411" y="835890"/>
                  <a:pt x="2366862" y="843587"/>
                  <a:pt x="2390991" y="855423"/>
                </a:cubicBezTo>
                <a:cubicBezTo>
                  <a:pt x="2474360" y="896319"/>
                  <a:pt x="2528313" y="979930"/>
                  <a:pt x="2531223" y="1072743"/>
                </a:cubicBezTo>
                <a:lnTo>
                  <a:pt x="2418963" y="1076264"/>
                </a:lnTo>
                <a:cubicBezTo>
                  <a:pt x="2417356" y="1025012"/>
                  <a:pt x="2387564" y="978842"/>
                  <a:pt x="2341528" y="956260"/>
                </a:cubicBezTo>
                <a:cubicBezTo>
                  <a:pt x="2333151" y="952151"/>
                  <a:pt x="2324486" y="948946"/>
                  <a:pt x="2315585" y="946938"/>
                </a:cubicBezTo>
                <a:lnTo>
                  <a:pt x="2315585" y="1239083"/>
                </a:lnTo>
                <a:cubicBezTo>
                  <a:pt x="2404308" y="1264638"/>
                  <a:pt x="2499083" y="1293869"/>
                  <a:pt x="2528899" y="1441205"/>
                </a:cubicBezTo>
                <a:cubicBezTo>
                  <a:pt x="2541347" y="1532528"/>
                  <a:pt x="2502457" y="1623287"/>
                  <a:pt x="2427762" y="1677447"/>
                </a:cubicBezTo>
                <a:cubicBezTo>
                  <a:pt x="2394006" y="1701923"/>
                  <a:pt x="2355419" y="1717125"/>
                  <a:pt x="2315585" y="1722661"/>
                </a:cubicBezTo>
                <a:lnTo>
                  <a:pt x="2315585" y="1769734"/>
                </a:lnTo>
                <a:lnTo>
                  <a:pt x="2247651" y="1769734"/>
                </a:lnTo>
                <a:lnTo>
                  <a:pt x="2247651" y="1722944"/>
                </a:lnTo>
                <a:cubicBezTo>
                  <a:pt x="2221084" y="1719537"/>
                  <a:pt x="2194881" y="1711743"/>
                  <a:pt x="2170074" y="1699575"/>
                </a:cubicBezTo>
                <a:cubicBezTo>
                  <a:pt x="2086705" y="1658679"/>
                  <a:pt x="2032752" y="1575069"/>
                  <a:pt x="2029842" y="1482255"/>
                </a:cubicBezTo>
                <a:lnTo>
                  <a:pt x="2142102" y="1478734"/>
                </a:lnTo>
                <a:cubicBezTo>
                  <a:pt x="2143709" y="1529986"/>
                  <a:pt x="2173501" y="1576156"/>
                  <a:pt x="2219537" y="1598738"/>
                </a:cubicBezTo>
                <a:cubicBezTo>
                  <a:pt x="2228602" y="1603184"/>
                  <a:pt x="2238004" y="1606573"/>
                  <a:pt x="2247651" y="1608616"/>
                </a:cubicBezTo>
                <a:lnTo>
                  <a:pt x="2247651" y="1335176"/>
                </a:lnTo>
                <a:cubicBezTo>
                  <a:pt x="2162261" y="1314127"/>
                  <a:pt x="2069489" y="1278142"/>
                  <a:pt x="2032173" y="1115597"/>
                </a:cubicBezTo>
                <a:cubicBezTo>
                  <a:pt x="2019217" y="1023646"/>
                  <a:pt x="2058125" y="932061"/>
                  <a:pt x="2133303" y="877552"/>
                </a:cubicBezTo>
                <a:cubicBezTo>
                  <a:pt x="2167670" y="852632"/>
                  <a:pt x="2207046" y="837325"/>
                  <a:pt x="2247651" y="832077"/>
                </a:cubicBezTo>
                <a:close/>
                <a:moveTo>
                  <a:pt x="2280470" y="617534"/>
                </a:moveTo>
                <a:cubicBezTo>
                  <a:pt x="1915981" y="617534"/>
                  <a:pt x="1620504" y="913011"/>
                  <a:pt x="1620504" y="1277500"/>
                </a:cubicBezTo>
                <a:cubicBezTo>
                  <a:pt x="1620504" y="1641989"/>
                  <a:pt x="1915981" y="1937466"/>
                  <a:pt x="2280470" y="1937466"/>
                </a:cubicBezTo>
                <a:cubicBezTo>
                  <a:pt x="2644959" y="1937466"/>
                  <a:pt x="2940436" y="1641989"/>
                  <a:pt x="2940436" y="1277500"/>
                </a:cubicBezTo>
                <a:cubicBezTo>
                  <a:pt x="2940436" y="913011"/>
                  <a:pt x="2644959" y="617534"/>
                  <a:pt x="2280470" y="617534"/>
                </a:cubicBezTo>
                <a:close/>
                <a:moveTo>
                  <a:pt x="284505" y="265281"/>
                </a:moveTo>
                <a:lnTo>
                  <a:pt x="4276434" y="265281"/>
                </a:lnTo>
                <a:lnTo>
                  <a:pt x="4276434" y="2289716"/>
                </a:lnTo>
                <a:lnTo>
                  <a:pt x="284505" y="2289716"/>
                </a:lnTo>
                <a:close/>
                <a:moveTo>
                  <a:pt x="180344" y="148161"/>
                </a:moveTo>
                <a:lnTo>
                  <a:pt x="180344" y="2406836"/>
                </a:lnTo>
                <a:lnTo>
                  <a:pt x="4380595" y="2406836"/>
                </a:lnTo>
                <a:lnTo>
                  <a:pt x="4380595" y="148161"/>
                </a:lnTo>
                <a:close/>
                <a:moveTo>
                  <a:pt x="0" y="0"/>
                </a:moveTo>
                <a:lnTo>
                  <a:pt x="4560938" y="0"/>
                </a:lnTo>
                <a:lnTo>
                  <a:pt x="4560938" y="2554996"/>
                </a:lnTo>
                <a:lnTo>
                  <a:pt x="0" y="255499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2" name="Round Same Side Corner Rectangle 8">
            <a:extLst>
              <a:ext uri="{FF2B5EF4-FFF2-40B4-BE49-F238E27FC236}">
                <a16:creationId xmlns:a16="http://schemas.microsoft.com/office/drawing/2014/main" id="{EBAFE0F1-2C7A-45BB-B72D-F3209C58A871}"/>
              </a:ext>
            </a:extLst>
          </p:cNvPr>
          <p:cNvSpPr/>
          <p:nvPr/>
        </p:nvSpPr>
        <p:spPr>
          <a:xfrm>
            <a:off x="8212501" y="3588603"/>
            <a:ext cx="354992" cy="355536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3" name="Rounded Rectangle 51">
            <a:extLst>
              <a:ext uri="{FF2B5EF4-FFF2-40B4-BE49-F238E27FC236}">
                <a16:creationId xmlns:a16="http://schemas.microsoft.com/office/drawing/2014/main" id="{40D85981-550F-4407-98D2-B2B4100083C8}"/>
              </a:ext>
            </a:extLst>
          </p:cNvPr>
          <p:cNvSpPr/>
          <p:nvPr/>
        </p:nvSpPr>
        <p:spPr>
          <a:xfrm rot="16200000" flipH="1">
            <a:off x="7112464" y="4219259"/>
            <a:ext cx="367987" cy="34655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4" name="Isosceles Triangle 5">
            <a:extLst>
              <a:ext uri="{FF2B5EF4-FFF2-40B4-BE49-F238E27FC236}">
                <a16:creationId xmlns:a16="http://schemas.microsoft.com/office/drawing/2014/main" id="{94EEA930-E29C-4336-BE14-0113A624C4BC}"/>
              </a:ext>
            </a:extLst>
          </p:cNvPr>
          <p:cNvSpPr>
            <a:spLocks noChangeAspect="1"/>
          </p:cNvSpPr>
          <p:nvPr/>
        </p:nvSpPr>
        <p:spPr>
          <a:xfrm>
            <a:off x="6060854" y="3614352"/>
            <a:ext cx="274662" cy="274365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" name="Trapezoid 22">
            <a:extLst>
              <a:ext uri="{FF2B5EF4-FFF2-40B4-BE49-F238E27FC236}">
                <a16:creationId xmlns:a16="http://schemas.microsoft.com/office/drawing/2014/main" id="{8060F8F4-88D1-403E-AEED-026342856024}"/>
              </a:ext>
            </a:extLst>
          </p:cNvPr>
          <p:cNvSpPr>
            <a:spLocks noChangeAspect="1"/>
          </p:cNvSpPr>
          <p:nvPr/>
        </p:nvSpPr>
        <p:spPr>
          <a:xfrm>
            <a:off x="7109736" y="3659965"/>
            <a:ext cx="360000" cy="183139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6" name="Rounded Rectangle 20">
            <a:extLst>
              <a:ext uri="{FF2B5EF4-FFF2-40B4-BE49-F238E27FC236}">
                <a16:creationId xmlns:a16="http://schemas.microsoft.com/office/drawing/2014/main" id="{01697A21-A1FB-4E3F-AC99-23798234E94B}"/>
              </a:ext>
            </a:extLst>
          </p:cNvPr>
          <p:cNvSpPr>
            <a:spLocks noChangeAspect="1"/>
          </p:cNvSpPr>
          <p:nvPr/>
        </p:nvSpPr>
        <p:spPr>
          <a:xfrm rot="2160000">
            <a:off x="7692804" y="3571534"/>
            <a:ext cx="333647" cy="360000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7" name="Trapezoid 28">
            <a:extLst>
              <a:ext uri="{FF2B5EF4-FFF2-40B4-BE49-F238E27FC236}">
                <a16:creationId xmlns:a16="http://schemas.microsoft.com/office/drawing/2014/main" id="{F75052F6-B0B4-49A2-BD49-1D987F7E38C6}"/>
              </a:ext>
            </a:extLst>
          </p:cNvPr>
          <p:cNvSpPr>
            <a:spLocks noChangeAspect="1"/>
          </p:cNvSpPr>
          <p:nvPr/>
        </p:nvSpPr>
        <p:spPr>
          <a:xfrm>
            <a:off x="3738542" y="3571534"/>
            <a:ext cx="297055" cy="360000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18" name="Rounded Rectangle 2">
            <a:extLst>
              <a:ext uri="{FF2B5EF4-FFF2-40B4-BE49-F238E27FC236}">
                <a16:creationId xmlns:a16="http://schemas.microsoft.com/office/drawing/2014/main" id="{6C7B569D-B6C4-4D82-8705-2A9CB6561D64}"/>
              </a:ext>
            </a:extLst>
          </p:cNvPr>
          <p:cNvSpPr/>
          <p:nvPr/>
        </p:nvSpPr>
        <p:spPr>
          <a:xfrm>
            <a:off x="4286165" y="4223696"/>
            <a:ext cx="352834" cy="352834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9" name="Rounded Rectangle 8">
            <a:extLst>
              <a:ext uri="{FF2B5EF4-FFF2-40B4-BE49-F238E27FC236}">
                <a16:creationId xmlns:a16="http://schemas.microsoft.com/office/drawing/2014/main" id="{5B7D0536-00D1-48F7-9550-EC69E67C5796}"/>
              </a:ext>
            </a:extLst>
          </p:cNvPr>
          <p:cNvSpPr/>
          <p:nvPr/>
        </p:nvSpPr>
        <p:spPr>
          <a:xfrm>
            <a:off x="3710633" y="4223696"/>
            <a:ext cx="352873" cy="352834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0" name="Rounded Rectangle 2">
            <a:extLst>
              <a:ext uri="{FF2B5EF4-FFF2-40B4-BE49-F238E27FC236}">
                <a16:creationId xmlns:a16="http://schemas.microsoft.com/office/drawing/2014/main" id="{131DAA1D-C953-4BFB-A540-AD9AA1DBD70E}"/>
              </a:ext>
            </a:extLst>
          </p:cNvPr>
          <p:cNvSpPr/>
          <p:nvPr/>
        </p:nvSpPr>
        <p:spPr>
          <a:xfrm>
            <a:off x="5433122" y="4223696"/>
            <a:ext cx="352834" cy="352834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207849 w 3960000"/>
              <a:gd name="connsiteY16" fmla="*/ 1493166 h 3960000"/>
              <a:gd name="connsiteX17" fmla="*/ 3407333 w 3960000"/>
              <a:gd name="connsiteY17" fmla="*/ 1117847 h 3960000"/>
              <a:gd name="connsiteX18" fmla="*/ 3108461 w 3960000"/>
              <a:gd name="connsiteY18" fmla="*/ 1185086 h 3960000"/>
              <a:gd name="connsiteX19" fmla="*/ 3334650 w 3960000"/>
              <a:gd name="connsiteY19" fmla="*/ 883134 h 3960000"/>
              <a:gd name="connsiteX20" fmla="*/ 2995677 w 3960000"/>
              <a:gd name="connsiteY20" fmla="*/ 1008938 h 3960000"/>
              <a:gd name="connsiteX21" fmla="*/ 2538382 w 3960000"/>
              <a:gd name="connsiteY21" fmla="*/ 802616 h 3960000"/>
              <a:gd name="connsiteX22" fmla="*/ 308009 w 3960000"/>
              <a:gd name="connsiteY22" fmla="*/ 0 h 3960000"/>
              <a:gd name="connsiteX23" fmla="*/ 3651991 w 3960000"/>
              <a:gd name="connsiteY23" fmla="*/ 0 h 3960000"/>
              <a:gd name="connsiteX24" fmla="*/ 3960000 w 3960000"/>
              <a:gd name="connsiteY24" fmla="*/ 308009 h 3960000"/>
              <a:gd name="connsiteX25" fmla="*/ 3960000 w 3960000"/>
              <a:gd name="connsiteY25" fmla="*/ 3651991 h 3960000"/>
              <a:gd name="connsiteX26" fmla="*/ 3651991 w 3960000"/>
              <a:gd name="connsiteY26" fmla="*/ 3960000 h 3960000"/>
              <a:gd name="connsiteX27" fmla="*/ 308009 w 3960000"/>
              <a:gd name="connsiteY27" fmla="*/ 3960000 h 3960000"/>
              <a:gd name="connsiteX28" fmla="*/ 0 w 3960000"/>
              <a:gd name="connsiteY28" fmla="*/ 3651991 h 3960000"/>
              <a:gd name="connsiteX29" fmla="*/ 0 w 3960000"/>
              <a:gd name="connsiteY29" fmla="*/ 308009 h 3960000"/>
              <a:gd name="connsiteX30" fmla="*/ 308009 w 3960000"/>
              <a:gd name="connsiteY30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08461 w 3960000"/>
              <a:gd name="connsiteY17" fmla="*/ 1185086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1" name="Rounded Rectangle 3">
            <a:extLst>
              <a:ext uri="{FF2B5EF4-FFF2-40B4-BE49-F238E27FC236}">
                <a16:creationId xmlns:a16="http://schemas.microsoft.com/office/drawing/2014/main" id="{B6AFEE37-09C9-426B-86EA-91C5BC9CBB4D}"/>
              </a:ext>
            </a:extLst>
          </p:cNvPr>
          <p:cNvSpPr>
            <a:spLocks noChangeAspect="1"/>
          </p:cNvSpPr>
          <p:nvPr/>
        </p:nvSpPr>
        <p:spPr>
          <a:xfrm>
            <a:off x="4855565" y="4223696"/>
            <a:ext cx="352834" cy="352834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2" name="Rounded Rectangle 10">
            <a:extLst>
              <a:ext uri="{FF2B5EF4-FFF2-40B4-BE49-F238E27FC236}">
                <a16:creationId xmlns:a16="http://schemas.microsoft.com/office/drawing/2014/main" id="{71703181-8ADE-468F-989E-CC795EB1AA0E}"/>
              </a:ext>
            </a:extLst>
          </p:cNvPr>
          <p:cNvSpPr>
            <a:spLocks noChangeAspect="1"/>
          </p:cNvSpPr>
          <p:nvPr/>
        </p:nvSpPr>
        <p:spPr>
          <a:xfrm>
            <a:off x="6021140" y="4216530"/>
            <a:ext cx="354091" cy="360000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3" name="Block Arc 6">
            <a:extLst>
              <a:ext uri="{FF2B5EF4-FFF2-40B4-BE49-F238E27FC236}">
                <a16:creationId xmlns:a16="http://schemas.microsoft.com/office/drawing/2014/main" id="{FBA4685F-1471-4062-9791-F454859BBEB9}"/>
              </a:ext>
            </a:extLst>
          </p:cNvPr>
          <p:cNvSpPr/>
          <p:nvPr/>
        </p:nvSpPr>
        <p:spPr>
          <a:xfrm>
            <a:off x="6557572" y="4241324"/>
            <a:ext cx="331940" cy="335206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4" name="Left Arrow 1">
            <a:extLst>
              <a:ext uri="{FF2B5EF4-FFF2-40B4-BE49-F238E27FC236}">
                <a16:creationId xmlns:a16="http://schemas.microsoft.com/office/drawing/2014/main" id="{11A02CD9-5AB9-45D0-92A6-40C919301F80}"/>
              </a:ext>
            </a:extLst>
          </p:cNvPr>
          <p:cNvSpPr>
            <a:spLocks noChangeAspect="1"/>
          </p:cNvSpPr>
          <p:nvPr/>
        </p:nvSpPr>
        <p:spPr>
          <a:xfrm>
            <a:off x="8231065" y="4216530"/>
            <a:ext cx="369872" cy="360000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4" name="Oval 35">
            <a:extLst>
              <a:ext uri="{FF2B5EF4-FFF2-40B4-BE49-F238E27FC236}">
                <a16:creationId xmlns:a16="http://schemas.microsoft.com/office/drawing/2014/main" id="{79D0A256-9ECB-4651-B419-738E00E5BDB0}"/>
              </a:ext>
            </a:extLst>
          </p:cNvPr>
          <p:cNvSpPr/>
          <p:nvPr/>
        </p:nvSpPr>
        <p:spPr>
          <a:xfrm>
            <a:off x="7735185" y="4217255"/>
            <a:ext cx="289606" cy="365156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6061EA2-D512-4A1C-92B6-93B00475D4AA}"/>
              </a:ext>
            </a:extLst>
          </p:cNvPr>
          <p:cNvSpPr txBox="1"/>
          <p:nvPr/>
        </p:nvSpPr>
        <p:spPr>
          <a:xfrm>
            <a:off x="711704" y="1420339"/>
            <a:ext cx="223224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0300C00-5CCE-449B-9CE5-F1BD60628962}"/>
              </a:ext>
            </a:extLst>
          </p:cNvPr>
          <p:cNvSpPr txBox="1"/>
          <p:nvPr/>
        </p:nvSpPr>
        <p:spPr>
          <a:xfrm>
            <a:off x="711704" y="1932586"/>
            <a:ext cx="223224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E90AF27-C1A1-492E-B7EC-C08391F59C56}"/>
              </a:ext>
            </a:extLst>
          </p:cNvPr>
          <p:cNvSpPr txBox="1"/>
          <p:nvPr/>
        </p:nvSpPr>
        <p:spPr>
          <a:xfrm>
            <a:off x="711704" y="4248539"/>
            <a:ext cx="22320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E2B04715-0D27-434D-B8DF-37ED62C2DD67}"/>
              </a:ext>
            </a:extLst>
          </p:cNvPr>
          <p:cNvSpPr txBox="1"/>
          <p:nvPr/>
        </p:nvSpPr>
        <p:spPr>
          <a:xfrm>
            <a:off x="711704" y="3075806"/>
            <a:ext cx="22320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4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172817326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1481</TotalTime>
  <Words>2558</Words>
  <Application>Microsoft Office PowerPoint</Application>
  <PresentationFormat>On-screen Show (16:9)</PresentationFormat>
  <Paragraphs>411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맑은 고딕</vt:lpstr>
      <vt:lpstr>Arial</vt:lpstr>
      <vt:lpstr>Calibri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Phyo Thu Han</cp:lastModifiedBy>
  <cp:revision>95</cp:revision>
  <dcterms:created xsi:type="dcterms:W3CDTF">2016-12-05T23:26:54Z</dcterms:created>
  <dcterms:modified xsi:type="dcterms:W3CDTF">2026-02-26T16:34:15Z</dcterms:modified>
</cp:coreProperties>
</file>